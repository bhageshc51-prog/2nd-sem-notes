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2"/>
    <p:sldId id="289" r:id="rId3"/>
    <p:sldId id="257" r:id="rId4"/>
    <p:sldId id="258" r:id="rId5"/>
    <p:sldId id="259" r:id="rId6"/>
    <p:sldId id="260" r:id="rId7"/>
    <p:sldId id="262" r:id="rId8"/>
    <p:sldId id="263" r:id="rId9"/>
    <p:sldId id="264" r:id="rId10"/>
    <p:sldId id="267" r:id="rId11"/>
    <p:sldId id="268" r:id="rId12"/>
    <p:sldId id="269" r:id="rId13"/>
    <p:sldId id="291" r:id="rId14"/>
    <p:sldId id="270" r:id="rId15"/>
    <p:sldId id="288" r:id="rId16"/>
    <p:sldId id="271" r:id="rId17"/>
    <p:sldId id="272" r:id="rId18"/>
    <p:sldId id="273" r:id="rId19"/>
    <p:sldId id="284" r:id="rId20"/>
    <p:sldId id="285" r:id="rId21"/>
    <p:sldId id="286" r:id="rId22"/>
    <p:sldId id="278" r:id="rId23"/>
    <p:sldId id="279" r:id="rId24"/>
    <p:sldId id="275" r:id="rId25"/>
    <p:sldId id="292" r:id="rId26"/>
    <p:sldId id="294" r:id="rId27"/>
    <p:sldId id="295" r:id="rId28"/>
    <p:sldId id="280" r:id="rId29"/>
    <p:sldId id="265" r:id="rId30"/>
    <p:sldId id="281" r:id="rId31"/>
    <p:sldId id="282" r:id="rId32"/>
    <p:sldId id="266" r:id="rId33"/>
    <p:sldId id="276" r:id="rId34"/>
    <p:sldId id="283" r:id="rId35"/>
    <p:sldId id="277" r:id="rId36"/>
  </p:sldIdLst>
  <p:sldSz cx="12192000" cy="6858000"/>
  <p:notesSz cx="9144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guide orient="horz" pos="288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een karnam" userId="ec04f8c5ae1d04e8" providerId="Windows Live" clId="Web-{6E3EA370-8737-701F-A0D4-1F4095C5349B}"/>
    <pc:docChg chg="modSld">
      <pc:chgData name="naveen karnam" userId="ec04f8c5ae1d04e8" providerId="Windows Live" clId="Web-{6E3EA370-8737-701F-A0D4-1F4095C5349B}" dt="2025-09-11T14:13:24.778" v="147" actId="20577"/>
      <pc:docMkLst>
        <pc:docMk/>
      </pc:docMkLst>
      <pc:sldChg chg="addSp delSp modSp">
        <pc:chgData name="naveen karnam" userId="ec04f8c5ae1d04e8" providerId="Windows Live" clId="Web-{6E3EA370-8737-701F-A0D4-1F4095C5349B}" dt="2025-09-11T13:44:08.419" v="138" actId="20577"/>
        <pc:sldMkLst>
          <pc:docMk/>
          <pc:sldMk cId="0" sldId="258"/>
        </pc:sldMkLst>
        <pc:spChg chg="add mod">
          <ac:chgData name="naveen karnam" userId="ec04f8c5ae1d04e8" providerId="Windows Live" clId="Web-{6E3EA370-8737-701F-A0D4-1F4095C5349B}" dt="2025-09-11T13:42:18.571" v="87" actId="20577"/>
          <ac:spMkLst>
            <pc:docMk/>
            <pc:sldMk cId="0" sldId="258"/>
            <ac:spMk id="16" creationId="{F1334C69-E1DD-3C62-58B8-B7F370C9F346}"/>
          </ac:spMkLst>
        </pc:spChg>
        <pc:spChg chg="add mod">
          <ac:chgData name="naveen karnam" userId="ec04f8c5ae1d04e8" providerId="Windows Live" clId="Web-{6E3EA370-8737-701F-A0D4-1F4095C5349B}" dt="2025-09-11T13:44:08.419" v="138" actId="20577"/>
          <ac:spMkLst>
            <pc:docMk/>
            <pc:sldMk cId="0" sldId="258"/>
            <ac:spMk id="17" creationId="{306190BD-378D-B71A-4E1D-A088FC77B500}"/>
          </ac:spMkLst>
        </pc:spChg>
        <pc:graphicFrameChg chg="mod modGraphic">
          <ac:chgData name="naveen karnam" userId="ec04f8c5ae1d04e8" providerId="Windows Live" clId="Web-{6E3EA370-8737-701F-A0D4-1F4095C5349B}" dt="2025-09-11T13:39:20.548" v="43"/>
          <ac:graphicFrameMkLst>
            <pc:docMk/>
            <pc:sldMk cId="0" sldId="258"/>
            <ac:graphicFrameMk id="6" creationId="{00000000-0000-0000-0000-000000000000}"/>
          </ac:graphicFrameMkLst>
        </pc:graphicFrameChg>
      </pc:sldChg>
      <pc:sldChg chg="modSp">
        <pc:chgData name="naveen karnam" userId="ec04f8c5ae1d04e8" providerId="Windows Live" clId="Web-{6E3EA370-8737-701F-A0D4-1F4095C5349B}" dt="2025-09-11T13:38:04.498" v="29" actId="20577"/>
        <pc:sldMkLst>
          <pc:docMk/>
          <pc:sldMk cId="1853494902" sldId="284"/>
        </pc:sldMkLst>
        <pc:spChg chg="mod">
          <ac:chgData name="naveen karnam" userId="ec04f8c5ae1d04e8" providerId="Windows Live" clId="Web-{6E3EA370-8737-701F-A0D4-1F4095C5349B}" dt="2025-09-11T13:38:04.498" v="29" actId="20577"/>
          <ac:spMkLst>
            <pc:docMk/>
            <pc:sldMk cId="1853494902" sldId="284"/>
            <ac:spMk id="5" creationId="{88F70112-65EA-764E-7821-F7333B5BF845}"/>
          </ac:spMkLst>
        </pc:spChg>
        <pc:spChg chg="mod">
          <ac:chgData name="naveen karnam" userId="ec04f8c5ae1d04e8" providerId="Windows Live" clId="Web-{6E3EA370-8737-701F-A0D4-1F4095C5349B}" dt="2025-09-11T13:36:00.103" v="16" actId="20577"/>
          <ac:spMkLst>
            <pc:docMk/>
            <pc:sldMk cId="1853494902" sldId="284"/>
            <ac:spMk id="8" creationId="{BA2595D9-BF21-B83C-3DC5-A42871AE594F}"/>
          </ac:spMkLst>
        </pc:spChg>
      </pc:sldChg>
      <pc:sldChg chg="modSp">
        <pc:chgData name="naveen karnam" userId="ec04f8c5ae1d04e8" providerId="Windows Live" clId="Web-{6E3EA370-8737-701F-A0D4-1F4095C5349B}" dt="2025-09-11T14:13:24.778" v="147" actId="20577"/>
        <pc:sldMkLst>
          <pc:docMk/>
          <pc:sldMk cId="4186907510" sldId="285"/>
        </pc:sldMkLst>
        <pc:spChg chg="mod">
          <ac:chgData name="naveen karnam" userId="ec04f8c5ae1d04e8" providerId="Windows Live" clId="Web-{6E3EA370-8737-701F-A0D4-1F4095C5349B}" dt="2025-09-11T14:13:24.778" v="147" actId="20577"/>
          <ac:spMkLst>
            <pc:docMk/>
            <pc:sldMk cId="4186907510" sldId="285"/>
            <ac:spMk id="5" creationId="{91BE91A4-CB76-4E28-C4FA-CCDFD48DC885}"/>
          </ac:spMkLst>
        </pc:spChg>
        <pc:spChg chg="mod">
          <ac:chgData name="naveen karnam" userId="ec04f8c5ae1d04e8" providerId="Windows Live" clId="Web-{6E3EA370-8737-701F-A0D4-1F4095C5349B}" dt="2025-09-11T14:10:54.537" v="139" actId="1076"/>
          <ac:spMkLst>
            <pc:docMk/>
            <pc:sldMk cId="4186907510" sldId="285"/>
            <ac:spMk id="6" creationId="{187CAC6F-5E70-8DAF-E730-695985E294D5}"/>
          </ac:spMkLst>
        </pc:spChg>
      </pc:sldChg>
    </pc:docChg>
  </pc:docChgLst>
  <pc:docChgLst>
    <pc:chgData name="naveen karnam" userId="ec04f8c5ae1d04e8" providerId="Windows Live" clId="Web-{B706BFBB-DEEF-0C8F-5CD8-52A0D5D53A54}"/>
    <pc:docChg chg="addSld modSld modMainMaster">
      <pc:chgData name="naveen karnam" userId="ec04f8c5ae1d04e8" providerId="Windows Live" clId="Web-{B706BFBB-DEEF-0C8F-5CD8-52A0D5D53A54}" dt="2025-09-08T03:33:55.091" v="3"/>
      <pc:docMkLst>
        <pc:docMk/>
      </pc:docMkLst>
      <pc:sldChg chg="addSp modSp">
        <pc:chgData name="naveen karnam" userId="ec04f8c5ae1d04e8" providerId="Windows Live" clId="Web-{B706BFBB-DEEF-0C8F-5CD8-52A0D5D53A54}" dt="2025-09-08T03:33:20.042" v="1"/>
        <pc:sldMkLst>
          <pc:docMk/>
          <pc:sldMk cId="0" sldId="256"/>
        </pc:sldMkLst>
        <pc:spChg chg="add mod">
          <ac:chgData name="naveen karnam" userId="ec04f8c5ae1d04e8" providerId="Windows Live" clId="Web-{B706BFBB-DEEF-0C8F-5CD8-52A0D5D53A54}" dt="2025-09-08T03:33:20.042" v="1"/>
          <ac:spMkLst>
            <pc:docMk/>
            <pc:sldMk cId="0" sldId="256"/>
            <ac:spMk id="4" creationId="{9D76E606-08E2-BD71-C606-2BCFC500DE13}"/>
          </ac:spMkLst>
        </pc:spChg>
      </pc:sldChg>
      <pc:sldChg chg="addSp modSp">
        <pc:chgData name="naveen karnam" userId="ec04f8c5ae1d04e8" providerId="Windows Live" clId="Web-{B706BFBB-DEEF-0C8F-5CD8-52A0D5D53A54}" dt="2025-09-08T03:33:25.761" v="2"/>
        <pc:sldMkLst>
          <pc:docMk/>
          <pc:sldMk cId="0" sldId="257"/>
        </pc:sldMkLst>
        <pc:spChg chg="add mod">
          <ac:chgData name="naveen karnam" userId="ec04f8c5ae1d04e8" providerId="Windows Live" clId="Web-{B706BFBB-DEEF-0C8F-5CD8-52A0D5D53A54}" dt="2025-09-08T03:33:25.761" v="2"/>
          <ac:spMkLst>
            <pc:docMk/>
            <pc:sldMk cId="0" sldId="257"/>
            <ac:spMk id="3" creationId="{36D1A948-19C0-2DA1-950B-E1F772C90023}"/>
          </ac:spMkLst>
        </pc:spChg>
      </pc:sldChg>
      <pc:sldChg chg="addSp modSp">
        <pc:chgData name="naveen karnam" userId="ec04f8c5ae1d04e8" providerId="Windows Live" clId="Web-{B706BFBB-DEEF-0C8F-5CD8-52A0D5D53A54}" dt="2025-09-08T03:33:25.761" v="2"/>
        <pc:sldMkLst>
          <pc:docMk/>
          <pc:sldMk cId="0" sldId="258"/>
        </pc:sldMkLst>
        <pc:spChg chg="add mod">
          <ac:chgData name="naveen karnam" userId="ec04f8c5ae1d04e8" providerId="Windows Live" clId="Web-{B706BFBB-DEEF-0C8F-5CD8-52A0D5D53A54}" dt="2025-09-08T03:33:25.761" v="2"/>
          <ac:spMkLst>
            <pc:docMk/>
            <pc:sldMk cId="0" sldId="258"/>
            <ac:spMk id="11" creationId="{6B679D5A-0870-0CB7-FE56-B9A066DB59ED}"/>
          </ac:spMkLst>
        </pc:spChg>
      </pc:sldChg>
      <pc:sldChg chg="addSp modSp">
        <pc:chgData name="naveen karnam" userId="ec04f8c5ae1d04e8" providerId="Windows Live" clId="Web-{B706BFBB-DEEF-0C8F-5CD8-52A0D5D53A54}" dt="2025-09-08T03:33:25.761" v="2"/>
        <pc:sldMkLst>
          <pc:docMk/>
          <pc:sldMk cId="0" sldId="259"/>
        </pc:sldMkLst>
        <pc:spChg chg="add mod">
          <ac:chgData name="naveen karnam" userId="ec04f8c5ae1d04e8" providerId="Windows Live" clId="Web-{B706BFBB-DEEF-0C8F-5CD8-52A0D5D53A54}" dt="2025-09-08T03:33:25.761" v="2"/>
          <ac:spMkLst>
            <pc:docMk/>
            <pc:sldMk cId="0" sldId="259"/>
            <ac:spMk id="3" creationId="{8D6327D0-3A34-CB32-2843-270F9FAFB453}"/>
          </ac:spMkLst>
        </pc:spChg>
      </pc:sldChg>
      <pc:sldChg chg="addSp modSp">
        <pc:chgData name="naveen karnam" userId="ec04f8c5ae1d04e8" providerId="Windows Live" clId="Web-{B706BFBB-DEEF-0C8F-5CD8-52A0D5D53A54}" dt="2025-09-08T03:33:25.761" v="2"/>
        <pc:sldMkLst>
          <pc:docMk/>
          <pc:sldMk cId="0" sldId="260"/>
        </pc:sldMkLst>
        <pc:spChg chg="add mod">
          <ac:chgData name="naveen karnam" userId="ec04f8c5ae1d04e8" providerId="Windows Live" clId="Web-{B706BFBB-DEEF-0C8F-5CD8-52A0D5D53A54}" dt="2025-09-08T03:33:25.761" v="2"/>
          <ac:spMkLst>
            <pc:docMk/>
            <pc:sldMk cId="0" sldId="260"/>
            <ac:spMk id="8" creationId="{5779835F-31F2-FCE9-87DB-4C328559849A}"/>
          </ac:spMkLst>
        </pc:spChg>
      </pc:sldChg>
      <pc:sldChg chg="addSp modSp">
        <pc:chgData name="naveen karnam" userId="ec04f8c5ae1d04e8" providerId="Windows Live" clId="Web-{B706BFBB-DEEF-0C8F-5CD8-52A0D5D53A54}" dt="2025-09-08T03:33:25.761" v="2"/>
        <pc:sldMkLst>
          <pc:docMk/>
          <pc:sldMk cId="0" sldId="261"/>
        </pc:sldMkLst>
        <pc:spChg chg="add mod">
          <ac:chgData name="naveen karnam" userId="ec04f8c5ae1d04e8" providerId="Windows Live" clId="Web-{B706BFBB-DEEF-0C8F-5CD8-52A0D5D53A54}" dt="2025-09-08T03:33:25.761" v="2"/>
          <ac:spMkLst>
            <pc:docMk/>
            <pc:sldMk cId="0" sldId="261"/>
            <ac:spMk id="9" creationId="{7E19D53F-33A9-4160-EA41-7B1B1740F11C}"/>
          </ac:spMkLst>
        </pc:spChg>
      </pc:sldChg>
      <pc:sldChg chg="addSp modSp">
        <pc:chgData name="naveen karnam" userId="ec04f8c5ae1d04e8" providerId="Windows Live" clId="Web-{B706BFBB-DEEF-0C8F-5CD8-52A0D5D53A54}" dt="2025-09-08T03:33:25.761" v="2"/>
        <pc:sldMkLst>
          <pc:docMk/>
          <pc:sldMk cId="0" sldId="262"/>
        </pc:sldMkLst>
        <pc:spChg chg="add mod">
          <ac:chgData name="naveen karnam" userId="ec04f8c5ae1d04e8" providerId="Windows Live" clId="Web-{B706BFBB-DEEF-0C8F-5CD8-52A0D5D53A54}" dt="2025-09-08T03:33:25.761" v="2"/>
          <ac:spMkLst>
            <pc:docMk/>
            <pc:sldMk cId="0" sldId="262"/>
            <ac:spMk id="3" creationId="{FC34792A-03C7-9D5F-1E96-3A607237A934}"/>
          </ac:spMkLst>
        </pc:spChg>
      </pc:sldChg>
      <pc:sldChg chg="addSp modSp">
        <pc:chgData name="naveen karnam" userId="ec04f8c5ae1d04e8" providerId="Windows Live" clId="Web-{B706BFBB-DEEF-0C8F-5CD8-52A0D5D53A54}" dt="2025-09-08T03:33:25.761" v="2"/>
        <pc:sldMkLst>
          <pc:docMk/>
          <pc:sldMk cId="0" sldId="263"/>
        </pc:sldMkLst>
        <pc:spChg chg="add mod">
          <ac:chgData name="naveen karnam" userId="ec04f8c5ae1d04e8" providerId="Windows Live" clId="Web-{B706BFBB-DEEF-0C8F-5CD8-52A0D5D53A54}" dt="2025-09-08T03:33:25.761" v="2"/>
          <ac:spMkLst>
            <pc:docMk/>
            <pc:sldMk cId="0" sldId="263"/>
            <ac:spMk id="5" creationId="{786F8B43-2516-24F8-08DC-51B2C853BBC9}"/>
          </ac:spMkLst>
        </pc:spChg>
      </pc:sldChg>
      <pc:sldChg chg="addSp modSp">
        <pc:chgData name="naveen karnam" userId="ec04f8c5ae1d04e8" providerId="Windows Live" clId="Web-{B706BFBB-DEEF-0C8F-5CD8-52A0D5D53A54}" dt="2025-09-08T03:33:25.761" v="2"/>
        <pc:sldMkLst>
          <pc:docMk/>
          <pc:sldMk cId="0" sldId="264"/>
        </pc:sldMkLst>
        <pc:spChg chg="add mod">
          <ac:chgData name="naveen karnam" userId="ec04f8c5ae1d04e8" providerId="Windows Live" clId="Web-{B706BFBB-DEEF-0C8F-5CD8-52A0D5D53A54}" dt="2025-09-08T03:33:25.761" v="2"/>
          <ac:spMkLst>
            <pc:docMk/>
            <pc:sldMk cId="0" sldId="264"/>
            <ac:spMk id="8" creationId="{C583B634-5F34-DC5A-34F7-43B8B1995A47}"/>
          </ac:spMkLst>
        </pc:spChg>
      </pc:sldChg>
      <pc:sldChg chg="addSp modSp">
        <pc:chgData name="naveen karnam" userId="ec04f8c5ae1d04e8" providerId="Windows Live" clId="Web-{B706BFBB-DEEF-0C8F-5CD8-52A0D5D53A54}" dt="2025-09-08T03:33:25.761" v="2"/>
        <pc:sldMkLst>
          <pc:docMk/>
          <pc:sldMk cId="0" sldId="265"/>
        </pc:sldMkLst>
        <pc:spChg chg="add mod">
          <ac:chgData name="naveen karnam" userId="ec04f8c5ae1d04e8" providerId="Windows Live" clId="Web-{B706BFBB-DEEF-0C8F-5CD8-52A0D5D53A54}" dt="2025-09-08T03:33:25.761" v="2"/>
          <ac:spMkLst>
            <pc:docMk/>
            <pc:sldMk cId="0" sldId="265"/>
            <ac:spMk id="7" creationId="{28F41843-B7AD-E881-26C3-829140B0ACA1}"/>
          </ac:spMkLst>
        </pc:spChg>
      </pc:sldChg>
      <pc:sldChg chg="addSp modSp">
        <pc:chgData name="naveen karnam" userId="ec04f8c5ae1d04e8" providerId="Windows Live" clId="Web-{B706BFBB-DEEF-0C8F-5CD8-52A0D5D53A54}" dt="2025-09-08T03:33:25.761" v="2"/>
        <pc:sldMkLst>
          <pc:docMk/>
          <pc:sldMk cId="0" sldId="266"/>
        </pc:sldMkLst>
        <pc:spChg chg="add mod">
          <ac:chgData name="naveen karnam" userId="ec04f8c5ae1d04e8" providerId="Windows Live" clId="Web-{B706BFBB-DEEF-0C8F-5CD8-52A0D5D53A54}" dt="2025-09-08T03:33:25.761" v="2"/>
          <ac:spMkLst>
            <pc:docMk/>
            <pc:sldMk cId="0" sldId="266"/>
            <ac:spMk id="9" creationId="{BCC45D1A-4165-2B9C-5DCD-46701DA407BE}"/>
          </ac:spMkLst>
        </pc:spChg>
      </pc:sldChg>
      <pc:sldChg chg="addSp modSp">
        <pc:chgData name="naveen karnam" userId="ec04f8c5ae1d04e8" providerId="Windows Live" clId="Web-{B706BFBB-DEEF-0C8F-5CD8-52A0D5D53A54}" dt="2025-09-08T03:33:25.761" v="2"/>
        <pc:sldMkLst>
          <pc:docMk/>
          <pc:sldMk cId="0" sldId="267"/>
        </pc:sldMkLst>
        <pc:spChg chg="add mod">
          <ac:chgData name="naveen karnam" userId="ec04f8c5ae1d04e8" providerId="Windows Live" clId="Web-{B706BFBB-DEEF-0C8F-5CD8-52A0D5D53A54}" dt="2025-09-08T03:33:25.761" v="2"/>
          <ac:spMkLst>
            <pc:docMk/>
            <pc:sldMk cId="0" sldId="267"/>
            <ac:spMk id="7" creationId="{63A42525-486B-1114-C5B3-7A6AC23F7265}"/>
          </ac:spMkLst>
        </pc:spChg>
      </pc:sldChg>
      <pc:sldChg chg="addSp modSp">
        <pc:chgData name="naveen karnam" userId="ec04f8c5ae1d04e8" providerId="Windows Live" clId="Web-{B706BFBB-DEEF-0C8F-5CD8-52A0D5D53A54}" dt="2025-09-08T03:33:25.761" v="2"/>
        <pc:sldMkLst>
          <pc:docMk/>
          <pc:sldMk cId="0" sldId="268"/>
        </pc:sldMkLst>
        <pc:spChg chg="add mod">
          <ac:chgData name="naveen karnam" userId="ec04f8c5ae1d04e8" providerId="Windows Live" clId="Web-{B706BFBB-DEEF-0C8F-5CD8-52A0D5D53A54}" dt="2025-09-08T03:33:25.761" v="2"/>
          <ac:spMkLst>
            <pc:docMk/>
            <pc:sldMk cId="0" sldId="268"/>
            <ac:spMk id="3" creationId="{888C21DA-FFD5-EFEA-A7E2-A7E0D0A424E1}"/>
          </ac:spMkLst>
        </pc:spChg>
      </pc:sldChg>
      <pc:sldChg chg="addSp modSp">
        <pc:chgData name="naveen karnam" userId="ec04f8c5ae1d04e8" providerId="Windows Live" clId="Web-{B706BFBB-DEEF-0C8F-5CD8-52A0D5D53A54}" dt="2025-09-08T03:33:25.761" v="2"/>
        <pc:sldMkLst>
          <pc:docMk/>
          <pc:sldMk cId="0" sldId="269"/>
        </pc:sldMkLst>
        <pc:spChg chg="add mod">
          <ac:chgData name="naveen karnam" userId="ec04f8c5ae1d04e8" providerId="Windows Live" clId="Web-{B706BFBB-DEEF-0C8F-5CD8-52A0D5D53A54}" dt="2025-09-08T03:33:25.761" v="2"/>
          <ac:spMkLst>
            <pc:docMk/>
            <pc:sldMk cId="0" sldId="269"/>
            <ac:spMk id="11" creationId="{631C8DD6-6C64-B444-BA34-E3C61B4AA275}"/>
          </ac:spMkLst>
        </pc:spChg>
      </pc:sldChg>
      <pc:sldChg chg="addSp modSp">
        <pc:chgData name="naveen karnam" userId="ec04f8c5ae1d04e8" providerId="Windows Live" clId="Web-{B706BFBB-DEEF-0C8F-5CD8-52A0D5D53A54}" dt="2025-09-08T03:33:25.761" v="2"/>
        <pc:sldMkLst>
          <pc:docMk/>
          <pc:sldMk cId="0" sldId="270"/>
        </pc:sldMkLst>
        <pc:spChg chg="add mod">
          <ac:chgData name="naveen karnam" userId="ec04f8c5ae1d04e8" providerId="Windows Live" clId="Web-{B706BFBB-DEEF-0C8F-5CD8-52A0D5D53A54}" dt="2025-09-08T03:33:25.761" v="2"/>
          <ac:spMkLst>
            <pc:docMk/>
            <pc:sldMk cId="0" sldId="270"/>
            <ac:spMk id="8" creationId="{A5F56716-43A2-941C-0F63-175AE8E13BDC}"/>
          </ac:spMkLst>
        </pc:spChg>
      </pc:sldChg>
      <pc:sldChg chg="addSp modSp">
        <pc:chgData name="naveen karnam" userId="ec04f8c5ae1d04e8" providerId="Windows Live" clId="Web-{B706BFBB-DEEF-0C8F-5CD8-52A0D5D53A54}" dt="2025-09-08T03:33:25.761" v="2"/>
        <pc:sldMkLst>
          <pc:docMk/>
          <pc:sldMk cId="0" sldId="271"/>
        </pc:sldMkLst>
        <pc:spChg chg="add mod">
          <ac:chgData name="naveen karnam" userId="ec04f8c5ae1d04e8" providerId="Windows Live" clId="Web-{B706BFBB-DEEF-0C8F-5CD8-52A0D5D53A54}" dt="2025-09-08T03:33:25.761" v="2"/>
          <ac:spMkLst>
            <pc:docMk/>
            <pc:sldMk cId="0" sldId="271"/>
            <ac:spMk id="9" creationId="{9FAF78C0-AF33-DBD1-6D5B-C229B0464D1B}"/>
          </ac:spMkLst>
        </pc:spChg>
      </pc:sldChg>
      <pc:sldChg chg="addSp modSp">
        <pc:chgData name="naveen karnam" userId="ec04f8c5ae1d04e8" providerId="Windows Live" clId="Web-{B706BFBB-DEEF-0C8F-5CD8-52A0D5D53A54}" dt="2025-09-08T03:33:25.761" v="2"/>
        <pc:sldMkLst>
          <pc:docMk/>
          <pc:sldMk cId="0" sldId="272"/>
        </pc:sldMkLst>
        <pc:spChg chg="add mod">
          <ac:chgData name="naveen karnam" userId="ec04f8c5ae1d04e8" providerId="Windows Live" clId="Web-{B706BFBB-DEEF-0C8F-5CD8-52A0D5D53A54}" dt="2025-09-08T03:33:25.761" v="2"/>
          <ac:spMkLst>
            <pc:docMk/>
            <pc:sldMk cId="0" sldId="272"/>
            <ac:spMk id="8" creationId="{81C1DD0F-8712-E870-06C2-1DAA3C109495}"/>
          </ac:spMkLst>
        </pc:spChg>
      </pc:sldChg>
      <pc:sldChg chg="addSp modSp">
        <pc:chgData name="naveen karnam" userId="ec04f8c5ae1d04e8" providerId="Windows Live" clId="Web-{B706BFBB-DEEF-0C8F-5CD8-52A0D5D53A54}" dt="2025-09-08T03:33:25.761" v="2"/>
        <pc:sldMkLst>
          <pc:docMk/>
          <pc:sldMk cId="0" sldId="273"/>
        </pc:sldMkLst>
        <pc:spChg chg="add mod">
          <ac:chgData name="naveen karnam" userId="ec04f8c5ae1d04e8" providerId="Windows Live" clId="Web-{B706BFBB-DEEF-0C8F-5CD8-52A0D5D53A54}" dt="2025-09-08T03:33:25.761" v="2"/>
          <ac:spMkLst>
            <pc:docMk/>
            <pc:sldMk cId="0" sldId="273"/>
            <ac:spMk id="6" creationId="{7C70F02C-457A-3BE4-6B77-75DA6328FE5B}"/>
          </ac:spMkLst>
        </pc:spChg>
      </pc:sldChg>
      <pc:sldChg chg="addSp modSp">
        <pc:chgData name="naveen karnam" userId="ec04f8c5ae1d04e8" providerId="Windows Live" clId="Web-{B706BFBB-DEEF-0C8F-5CD8-52A0D5D53A54}" dt="2025-09-08T03:33:25.761" v="2"/>
        <pc:sldMkLst>
          <pc:docMk/>
          <pc:sldMk cId="0" sldId="275"/>
        </pc:sldMkLst>
        <pc:spChg chg="add mod">
          <ac:chgData name="naveen karnam" userId="ec04f8c5ae1d04e8" providerId="Windows Live" clId="Web-{B706BFBB-DEEF-0C8F-5CD8-52A0D5D53A54}" dt="2025-09-08T03:33:25.761" v="2"/>
          <ac:spMkLst>
            <pc:docMk/>
            <pc:sldMk cId="0" sldId="275"/>
            <ac:spMk id="9" creationId="{0C0C9918-9CE6-F2EB-8F95-6FFCFB034D8B}"/>
          </ac:spMkLst>
        </pc:spChg>
      </pc:sldChg>
      <pc:sldChg chg="addSp modSp">
        <pc:chgData name="naveen karnam" userId="ec04f8c5ae1d04e8" providerId="Windows Live" clId="Web-{B706BFBB-DEEF-0C8F-5CD8-52A0D5D53A54}" dt="2025-09-08T03:33:25.761" v="2"/>
        <pc:sldMkLst>
          <pc:docMk/>
          <pc:sldMk cId="0" sldId="276"/>
        </pc:sldMkLst>
        <pc:spChg chg="add mod">
          <ac:chgData name="naveen karnam" userId="ec04f8c5ae1d04e8" providerId="Windows Live" clId="Web-{B706BFBB-DEEF-0C8F-5CD8-52A0D5D53A54}" dt="2025-09-08T03:33:25.761" v="2"/>
          <ac:spMkLst>
            <pc:docMk/>
            <pc:sldMk cId="0" sldId="276"/>
            <ac:spMk id="9" creationId="{01B0F679-6BD0-E0AB-2599-6A17DF5EEF0D}"/>
          </ac:spMkLst>
        </pc:spChg>
      </pc:sldChg>
      <pc:sldChg chg="add">
        <pc:chgData name="naveen karnam" userId="ec04f8c5ae1d04e8" providerId="Windows Live" clId="Web-{B706BFBB-DEEF-0C8F-5CD8-52A0D5D53A54}" dt="2025-09-08T03:33:55.091" v="3"/>
        <pc:sldMkLst>
          <pc:docMk/>
          <pc:sldMk cId="784375427" sldId="277"/>
        </pc:sldMkLst>
      </pc:sldChg>
      <pc:sldChg chg="addSp modSp">
        <pc:chgData name="naveen karnam" userId="ec04f8c5ae1d04e8" providerId="Windows Live" clId="Web-{B706BFBB-DEEF-0C8F-5CD8-52A0D5D53A54}" dt="2025-09-08T03:33:25.761" v="2"/>
        <pc:sldMkLst>
          <pc:docMk/>
          <pc:sldMk cId="0" sldId="278"/>
        </pc:sldMkLst>
        <pc:spChg chg="add mod">
          <ac:chgData name="naveen karnam" userId="ec04f8c5ae1d04e8" providerId="Windows Live" clId="Web-{B706BFBB-DEEF-0C8F-5CD8-52A0D5D53A54}" dt="2025-09-08T03:33:25.761" v="2"/>
          <ac:spMkLst>
            <pc:docMk/>
            <pc:sldMk cId="0" sldId="278"/>
            <ac:spMk id="8" creationId="{83B1AB7C-A741-33BB-00E0-BC166AD91DB7}"/>
          </ac:spMkLst>
        </pc:spChg>
      </pc:sldChg>
      <pc:sldChg chg="addSp modSp">
        <pc:chgData name="naveen karnam" userId="ec04f8c5ae1d04e8" providerId="Windows Live" clId="Web-{B706BFBB-DEEF-0C8F-5CD8-52A0D5D53A54}" dt="2025-09-08T03:33:25.761" v="2"/>
        <pc:sldMkLst>
          <pc:docMk/>
          <pc:sldMk cId="0" sldId="279"/>
        </pc:sldMkLst>
        <pc:spChg chg="add mod">
          <ac:chgData name="naveen karnam" userId="ec04f8c5ae1d04e8" providerId="Windows Live" clId="Web-{B706BFBB-DEEF-0C8F-5CD8-52A0D5D53A54}" dt="2025-09-08T03:33:25.761" v="2"/>
          <ac:spMkLst>
            <pc:docMk/>
            <pc:sldMk cId="0" sldId="279"/>
            <ac:spMk id="9" creationId="{7ADF78B0-9AB1-24D1-4B05-607358C6C8B9}"/>
          </ac:spMkLst>
        </pc:spChg>
      </pc:sldChg>
      <pc:sldChg chg="addSp modSp">
        <pc:chgData name="naveen karnam" userId="ec04f8c5ae1d04e8" providerId="Windows Live" clId="Web-{B706BFBB-DEEF-0C8F-5CD8-52A0D5D53A54}" dt="2025-09-08T03:33:25.761" v="2"/>
        <pc:sldMkLst>
          <pc:docMk/>
          <pc:sldMk cId="0" sldId="280"/>
        </pc:sldMkLst>
        <pc:spChg chg="add mod">
          <ac:chgData name="naveen karnam" userId="ec04f8c5ae1d04e8" providerId="Windows Live" clId="Web-{B706BFBB-DEEF-0C8F-5CD8-52A0D5D53A54}" dt="2025-09-08T03:33:25.761" v="2"/>
          <ac:spMkLst>
            <pc:docMk/>
            <pc:sldMk cId="0" sldId="280"/>
            <ac:spMk id="9" creationId="{FE89EAE3-57F0-B2F4-FAE4-E45D8ACA243B}"/>
          </ac:spMkLst>
        </pc:spChg>
      </pc:sldChg>
      <pc:sldChg chg="addSp modSp">
        <pc:chgData name="naveen karnam" userId="ec04f8c5ae1d04e8" providerId="Windows Live" clId="Web-{B706BFBB-DEEF-0C8F-5CD8-52A0D5D53A54}" dt="2025-09-08T03:33:25.761" v="2"/>
        <pc:sldMkLst>
          <pc:docMk/>
          <pc:sldMk cId="0" sldId="281"/>
        </pc:sldMkLst>
        <pc:spChg chg="add mod">
          <ac:chgData name="naveen karnam" userId="ec04f8c5ae1d04e8" providerId="Windows Live" clId="Web-{B706BFBB-DEEF-0C8F-5CD8-52A0D5D53A54}" dt="2025-09-08T03:33:25.761" v="2"/>
          <ac:spMkLst>
            <pc:docMk/>
            <pc:sldMk cId="0" sldId="281"/>
            <ac:spMk id="9" creationId="{8014EE0D-1535-F2C8-7EB6-951C24645AFA}"/>
          </ac:spMkLst>
        </pc:spChg>
      </pc:sldChg>
      <pc:sldChg chg="addSp modSp">
        <pc:chgData name="naveen karnam" userId="ec04f8c5ae1d04e8" providerId="Windows Live" clId="Web-{B706BFBB-DEEF-0C8F-5CD8-52A0D5D53A54}" dt="2025-09-08T03:33:25.761" v="2"/>
        <pc:sldMkLst>
          <pc:docMk/>
          <pc:sldMk cId="0" sldId="282"/>
        </pc:sldMkLst>
        <pc:spChg chg="add mod">
          <ac:chgData name="naveen karnam" userId="ec04f8c5ae1d04e8" providerId="Windows Live" clId="Web-{B706BFBB-DEEF-0C8F-5CD8-52A0D5D53A54}" dt="2025-09-08T03:33:25.761" v="2"/>
          <ac:spMkLst>
            <pc:docMk/>
            <pc:sldMk cId="0" sldId="282"/>
            <ac:spMk id="9" creationId="{56A26321-0F20-71ED-7DE0-AA7B1F6443C8}"/>
          </ac:spMkLst>
        </pc:spChg>
      </pc:sldChg>
      <pc:sldChg chg="addSp modSp">
        <pc:chgData name="naveen karnam" userId="ec04f8c5ae1d04e8" providerId="Windows Live" clId="Web-{B706BFBB-DEEF-0C8F-5CD8-52A0D5D53A54}" dt="2025-09-08T03:33:25.761" v="2"/>
        <pc:sldMkLst>
          <pc:docMk/>
          <pc:sldMk cId="0" sldId="283"/>
        </pc:sldMkLst>
        <pc:spChg chg="add mod">
          <ac:chgData name="naveen karnam" userId="ec04f8c5ae1d04e8" providerId="Windows Live" clId="Web-{B706BFBB-DEEF-0C8F-5CD8-52A0D5D53A54}" dt="2025-09-08T03:33:25.761" v="2"/>
          <ac:spMkLst>
            <pc:docMk/>
            <pc:sldMk cId="0" sldId="283"/>
            <ac:spMk id="8" creationId="{7713F227-A432-9575-6CA7-DDB6801718CF}"/>
          </ac:spMkLst>
        </pc:spChg>
      </pc:sldChg>
      <pc:sldChg chg="addSp modSp">
        <pc:chgData name="naveen karnam" userId="ec04f8c5ae1d04e8" providerId="Windows Live" clId="Web-{B706BFBB-DEEF-0C8F-5CD8-52A0D5D53A54}" dt="2025-09-08T03:33:25.761" v="2"/>
        <pc:sldMkLst>
          <pc:docMk/>
          <pc:sldMk cId="1853494902" sldId="284"/>
        </pc:sldMkLst>
        <pc:spChg chg="add mod">
          <ac:chgData name="naveen karnam" userId="ec04f8c5ae1d04e8" providerId="Windows Live" clId="Web-{B706BFBB-DEEF-0C8F-5CD8-52A0D5D53A54}" dt="2025-09-08T03:33:25.761" v="2"/>
          <ac:spMkLst>
            <pc:docMk/>
            <pc:sldMk cId="1853494902" sldId="284"/>
            <ac:spMk id="7" creationId="{9E2923EC-7F2D-8965-C2F5-54F3145B3BCF}"/>
          </ac:spMkLst>
        </pc:spChg>
      </pc:sldChg>
      <pc:sldChg chg="addSp modSp">
        <pc:chgData name="naveen karnam" userId="ec04f8c5ae1d04e8" providerId="Windows Live" clId="Web-{B706BFBB-DEEF-0C8F-5CD8-52A0D5D53A54}" dt="2025-09-08T03:33:25.761" v="2"/>
        <pc:sldMkLst>
          <pc:docMk/>
          <pc:sldMk cId="4186907510" sldId="285"/>
        </pc:sldMkLst>
        <pc:spChg chg="add mod">
          <ac:chgData name="naveen karnam" userId="ec04f8c5ae1d04e8" providerId="Windows Live" clId="Web-{B706BFBB-DEEF-0C8F-5CD8-52A0D5D53A54}" dt="2025-09-08T03:33:25.761" v="2"/>
          <ac:spMkLst>
            <pc:docMk/>
            <pc:sldMk cId="4186907510" sldId="285"/>
            <ac:spMk id="7" creationId="{5EA0C3DE-1CA9-D4E3-9103-223E8FEEB72F}"/>
          </ac:spMkLst>
        </pc:spChg>
      </pc:sldChg>
      <pc:sldChg chg="addSp modSp">
        <pc:chgData name="naveen karnam" userId="ec04f8c5ae1d04e8" providerId="Windows Live" clId="Web-{B706BFBB-DEEF-0C8F-5CD8-52A0D5D53A54}" dt="2025-09-08T03:33:25.761" v="2"/>
        <pc:sldMkLst>
          <pc:docMk/>
          <pc:sldMk cId="1742051840" sldId="286"/>
        </pc:sldMkLst>
        <pc:spChg chg="add mod">
          <ac:chgData name="naveen karnam" userId="ec04f8c5ae1d04e8" providerId="Windows Live" clId="Web-{B706BFBB-DEEF-0C8F-5CD8-52A0D5D53A54}" dt="2025-09-08T03:33:25.761" v="2"/>
          <ac:spMkLst>
            <pc:docMk/>
            <pc:sldMk cId="1742051840" sldId="286"/>
            <ac:spMk id="7" creationId="{8053C386-0EC3-CBCA-8496-2CE7E9DABF61}"/>
          </ac:spMkLst>
        </pc:spChg>
      </pc:sldChg>
      <pc:sldChg chg="add">
        <pc:chgData name="naveen karnam" userId="ec04f8c5ae1d04e8" providerId="Windows Live" clId="Web-{B706BFBB-DEEF-0C8F-5CD8-52A0D5D53A54}" dt="2025-09-08T03:31:51.492" v="0"/>
        <pc:sldMkLst>
          <pc:docMk/>
          <pc:sldMk cId="3947514723" sldId="287"/>
        </pc:sldMkLst>
      </pc:sldChg>
      <pc:sldMasterChg chg="mod modSldLayout">
        <pc:chgData name="naveen karnam" userId="ec04f8c5ae1d04e8" providerId="Windows Live" clId="Web-{B706BFBB-DEEF-0C8F-5CD8-52A0D5D53A54}" dt="2025-09-08T03:33:25.761" v="2"/>
        <pc:sldMasterMkLst>
          <pc:docMk/>
          <pc:sldMasterMk cId="0" sldId="2147483648"/>
        </pc:sldMasterMkLst>
        <pc:sldLayoutChg chg="mod">
          <pc:chgData name="naveen karnam" userId="ec04f8c5ae1d04e8" providerId="Windows Live" clId="Web-{B706BFBB-DEEF-0C8F-5CD8-52A0D5D53A54}" dt="2025-09-08T03:33:25.761" v="2"/>
          <pc:sldLayoutMkLst>
            <pc:docMk/>
            <pc:sldMasterMk cId="0" sldId="2147483648"/>
            <pc:sldLayoutMk cId="0" sldId="2147483661"/>
          </pc:sldLayoutMkLst>
        </pc:sldLayoutChg>
        <pc:sldLayoutChg chg="mod">
          <pc:chgData name="naveen karnam" userId="ec04f8c5ae1d04e8" providerId="Windows Live" clId="Web-{B706BFBB-DEEF-0C8F-5CD8-52A0D5D53A54}" dt="2025-09-08T03:33:25.761" v="2"/>
          <pc:sldLayoutMkLst>
            <pc:docMk/>
            <pc:sldMasterMk cId="0" sldId="2147483648"/>
            <pc:sldLayoutMk cId="0" sldId="2147483662"/>
          </pc:sldLayoutMkLst>
        </pc:sldLayoutChg>
        <pc:sldLayoutChg chg="mod">
          <pc:chgData name="naveen karnam" userId="ec04f8c5ae1d04e8" providerId="Windows Live" clId="Web-{B706BFBB-DEEF-0C8F-5CD8-52A0D5D53A54}" dt="2025-09-08T03:33:25.761" v="2"/>
          <pc:sldLayoutMkLst>
            <pc:docMk/>
            <pc:sldMasterMk cId="0" sldId="2147483648"/>
            <pc:sldLayoutMk cId="0" sldId="2147483663"/>
          </pc:sldLayoutMkLst>
        </pc:sldLayoutChg>
        <pc:sldLayoutChg chg="mod">
          <pc:chgData name="naveen karnam" userId="ec04f8c5ae1d04e8" providerId="Windows Live" clId="Web-{B706BFBB-DEEF-0C8F-5CD8-52A0D5D53A54}" dt="2025-09-08T03:33:25.761" v="2"/>
          <pc:sldLayoutMkLst>
            <pc:docMk/>
            <pc:sldMasterMk cId="0" sldId="2147483648"/>
            <pc:sldLayoutMk cId="0" sldId="2147483664"/>
          </pc:sldLayoutMkLst>
        </pc:sldLayoutChg>
        <pc:sldLayoutChg chg="mod">
          <pc:chgData name="naveen karnam" userId="ec04f8c5ae1d04e8" providerId="Windows Live" clId="Web-{B706BFBB-DEEF-0C8F-5CD8-52A0D5D53A54}" dt="2025-09-08T03:33:25.761" v="2"/>
          <pc:sldLayoutMkLst>
            <pc:docMk/>
            <pc:sldMasterMk cId="0" sldId="2147483648"/>
            <pc:sldLayoutMk cId="0" sldId="2147483665"/>
          </pc:sldLayoutMkLst>
        </pc:sldLayoutChg>
      </pc:sldMasterChg>
    </pc:docChg>
  </pc:docChgLst>
  <pc:docChgLst>
    <pc:chgData name="naveen karnam" userId="ec04f8c5ae1d04e8" providerId="LiveId" clId="{FD278CA2-A64D-44AC-AF70-1687F7158165}"/>
    <pc:docChg chg="undo custSel addSld delSld modSld sldOrd">
      <pc:chgData name="naveen karnam" userId="ec04f8c5ae1d04e8" providerId="LiveId" clId="{FD278CA2-A64D-44AC-AF70-1687F7158165}" dt="2025-10-05T14:48:33.350" v="1790" actId="20577"/>
      <pc:docMkLst>
        <pc:docMk/>
      </pc:docMkLst>
      <pc:sldChg chg="modSp mod">
        <pc:chgData name="naveen karnam" userId="ec04f8c5ae1d04e8" providerId="LiveId" clId="{FD278CA2-A64D-44AC-AF70-1687F7158165}" dt="2025-10-05T09:19:51.812" v="348" actId="6549"/>
        <pc:sldMkLst>
          <pc:docMk/>
          <pc:sldMk cId="0" sldId="258"/>
        </pc:sldMkLst>
        <pc:spChg chg="mod">
          <ac:chgData name="naveen karnam" userId="ec04f8c5ae1d04e8" providerId="LiveId" clId="{FD278CA2-A64D-44AC-AF70-1687F7158165}" dt="2025-10-05T09:19:51.812" v="348" actId="6549"/>
          <ac:spMkLst>
            <pc:docMk/>
            <pc:sldMk cId="0" sldId="258"/>
            <ac:spMk id="5" creationId="{00000000-0000-0000-0000-000000000000}"/>
          </ac:spMkLst>
        </pc:spChg>
      </pc:sldChg>
      <pc:sldChg chg="modSp mod">
        <pc:chgData name="naveen karnam" userId="ec04f8c5ae1d04e8" providerId="LiveId" clId="{FD278CA2-A64D-44AC-AF70-1687F7158165}" dt="2025-09-02T13:55:39.103" v="5" actId="947"/>
        <pc:sldMkLst>
          <pc:docMk/>
          <pc:sldMk cId="0" sldId="260"/>
        </pc:sldMkLst>
      </pc:sldChg>
      <pc:sldChg chg="ord">
        <pc:chgData name="naveen karnam" userId="ec04f8c5ae1d04e8" providerId="LiveId" clId="{FD278CA2-A64D-44AC-AF70-1687F7158165}" dt="2025-09-05T13:41:52.594" v="262"/>
        <pc:sldMkLst>
          <pc:docMk/>
          <pc:sldMk cId="0" sldId="265"/>
        </pc:sldMkLst>
      </pc:sldChg>
      <pc:sldChg chg="modSp mod ord">
        <pc:chgData name="naveen karnam" userId="ec04f8c5ae1d04e8" providerId="LiveId" clId="{FD278CA2-A64D-44AC-AF70-1687F7158165}" dt="2025-09-05T13:42:10.105" v="264"/>
        <pc:sldMkLst>
          <pc:docMk/>
          <pc:sldMk cId="0" sldId="266"/>
        </pc:sldMkLst>
        <pc:spChg chg="mod">
          <ac:chgData name="naveen karnam" userId="ec04f8c5ae1d04e8" providerId="LiveId" clId="{FD278CA2-A64D-44AC-AF70-1687F7158165}" dt="2025-09-05T09:01:45.593" v="6" actId="1076"/>
          <ac:spMkLst>
            <pc:docMk/>
            <pc:sldMk cId="0" sldId="266"/>
            <ac:spMk id="6" creationId="{00000000-0000-0000-0000-000000000000}"/>
          </ac:spMkLst>
        </pc:spChg>
        <pc:spChg chg="mod">
          <ac:chgData name="naveen karnam" userId="ec04f8c5ae1d04e8" providerId="LiveId" clId="{FD278CA2-A64D-44AC-AF70-1687F7158165}" dt="2025-09-05T09:01:50.432" v="7" actId="1076"/>
          <ac:spMkLst>
            <pc:docMk/>
            <pc:sldMk cId="0" sldId="266"/>
            <ac:spMk id="7" creationId="{00000000-0000-0000-0000-000000000000}"/>
          </ac:spMkLst>
        </pc:spChg>
        <pc:graphicFrameChg chg="mod">
          <ac:chgData name="naveen karnam" userId="ec04f8c5ae1d04e8" providerId="LiveId" clId="{FD278CA2-A64D-44AC-AF70-1687F7158165}" dt="2025-09-05T09:01:55.929" v="8" actId="1076"/>
          <ac:graphicFrameMkLst>
            <pc:docMk/>
            <pc:sldMk cId="0" sldId="266"/>
            <ac:graphicFrameMk id="8" creationId="{00000000-0000-0000-0000-000000000000}"/>
          </ac:graphicFrameMkLst>
        </pc:graphicFrameChg>
      </pc:sldChg>
      <pc:sldChg chg="addSp delSp modSp mod">
        <pc:chgData name="naveen karnam" userId="ec04f8c5ae1d04e8" providerId="LiveId" clId="{FD278CA2-A64D-44AC-AF70-1687F7158165}" dt="2025-10-05T14:43:08.079" v="1696" actId="20577"/>
        <pc:sldMkLst>
          <pc:docMk/>
          <pc:sldMk cId="0" sldId="269"/>
        </pc:sldMkLst>
        <pc:spChg chg="del mod">
          <ac:chgData name="naveen karnam" userId="ec04f8c5ae1d04e8" providerId="LiveId" clId="{FD278CA2-A64D-44AC-AF70-1687F7158165}" dt="2025-10-05T10:34:20.449" v="706" actId="478"/>
          <ac:spMkLst>
            <pc:docMk/>
            <pc:sldMk cId="0" sldId="269"/>
            <ac:spMk id="4" creationId="{00000000-0000-0000-0000-000000000000}"/>
          </ac:spMkLst>
        </pc:spChg>
        <pc:spChg chg="del">
          <ac:chgData name="naveen karnam" userId="ec04f8c5ae1d04e8" providerId="LiveId" clId="{FD278CA2-A64D-44AC-AF70-1687F7158165}" dt="2025-10-05T10:29:05.747" v="545" actId="478"/>
          <ac:spMkLst>
            <pc:docMk/>
            <pc:sldMk cId="0" sldId="269"/>
            <ac:spMk id="9" creationId="{00000000-0000-0000-0000-000000000000}"/>
          </ac:spMkLst>
        </pc:spChg>
        <pc:spChg chg="del">
          <ac:chgData name="naveen karnam" userId="ec04f8c5ae1d04e8" providerId="LiveId" clId="{FD278CA2-A64D-44AC-AF70-1687F7158165}" dt="2025-10-05T10:29:07.465" v="546" actId="478"/>
          <ac:spMkLst>
            <pc:docMk/>
            <pc:sldMk cId="0" sldId="269"/>
            <ac:spMk id="10" creationId="{00000000-0000-0000-0000-000000000000}"/>
          </ac:spMkLst>
        </pc:spChg>
        <pc:graphicFrameChg chg="add mod modGraphic">
          <ac:chgData name="naveen karnam" userId="ec04f8c5ae1d04e8" providerId="LiveId" clId="{FD278CA2-A64D-44AC-AF70-1687F7158165}" dt="2025-10-05T14:43:08.079" v="1696" actId="20577"/>
          <ac:graphicFrameMkLst>
            <pc:docMk/>
            <pc:sldMk cId="0" sldId="269"/>
            <ac:graphicFrameMk id="5" creationId="{3C7354F1-8C17-606C-E437-8EBE4F6E999A}"/>
          </ac:graphicFrameMkLst>
        </pc:graphicFrameChg>
      </pc:sldChg>
      <pc:sldChg chg="modSp mod">
        <pc:chgData name="naveen karnam" userId="ec04f8c5ae1d04e8" providerId="LiveId" clId="{FD278CA2-A64D-44AC-AF70-1687F7158165}" dt="2025-09-05T09:12:36.243" v="89" actId="14734"/>
        <pc:sldMkLst>
          <pc:docMk/>
          <pc:sldMk cId="0" sldId="270"/>
        </pc:sldMkLst>
        <pc:spChg chg="mod">
          <ac:chgData name="naveen karnam" userId="ec04f8c5ae1d04e8" providerId="LiveId" clId="{FD278CA2-A64D-44AC-AF70-1687F7158165}" dt="2025-09-05T09:02:59.921" v="78" actId="20577"/>
          <ac:spMkLst>
            <pc:docMk/>
            <pc:sldMk cId="0" sldId="270"/>
            <ac:spMk id="4" creationId="{00000000-0000-0000-0000-000000000000}"/>
          </ac:spMkLst>
        </pc:spChg>
      </pc:sldChg>
      <pc:sldChg chg="modSp mod">
        <pc:chgData name="naveen karnam" userId="ec04f8c5ae1d04e8" providerId="LiveId" clId="{FD278CA2-A64D-44AC-AF70-1687F7158165}" dt="2025-09-05T09:12:57.290" v="103" actId="20577"/>
        <pc:sldMkLst>
          <pc:docMk/>
          <pc:sldMk cId="0" sldId="271"/>
        </pc:sldMkLst>
        <pc:spChg chg="mod">
          <ac:chgData name="naveen karnam" userId="ec04f8c5ae1d04e8" providerId="LiveId" clId="{FD278CA2-A64D-44AC-AF70-1687F7158165}" dt="2025-09-05T09:12:52.964" v="99" actId="14100"/>
          <ac:spMkLst>
            <pc:docMk/>
            <pc:sldMk cId="0" sldId="271"/>
            <ac:spMk id="5" creationId="{00000000-0000-0000-0000-000000000000}"/>
          </ac:spMkLst>
        </pc:spChg>
        <pc:spChg chg="mod">
          <ac:chgData name="naveen karnam" userId="ec04f8c5ae1d04e8" providerId="LiveId" clId="{FD278CA2-A64D-44AC-AF70-1687F7158165}" dt="2025-09-05T09:12:48.954" v="98" actId="20577"/>
          <ac:spMkLst>
            <pc:docMk/>
            <pc:sldMk cId="0" sldId="271"/>
            <ac:spMk id="6" creationId="{00000000-0000-0000-0000-000000000000}"/>
          </ac:spMkLst>
        </pc:spChg>
        <pc:spChg chg="mod">
          <ac:chgData name="naveen karnam" userId="ec04f8c5ae1d04e8" providerId="LiveId" clId="{FD278CA2-A64D-44AC-AF70-1687F7158165}" dt="2025-09-05T09:12:57.290" v="103" actId="20577"/>
          <ac:spMkLst>
            <pc:docMk/>
            <pc:sldMk cId="0" sldId="271"/>
            <ac:spMk id="8" creationId="{00000000-0000-0000-0000-000000000000}"/>
          </ac:spMkLst>
        </pc:spChg>
      </pc:sldChg>
      <pc:sldChg chg="modSp mod">
        <pc:chgData name="naveen karnam" userId="ec04f8c5ae1d04e8" providerId="LiveId" clId="{FD278CA2-A64D-44AC-AF70-1687F7158165}" dt="2025-10-05T11:17:16.377" v="1245" actId="20577"/>
        <pc:sldMkLst>
          <pc:docMk/>
          <pc:sldMk cId="0" sldId="275"/>
        </pc:sldMkLst>
        <pc:spChg chg="mod">
          <ac:chgData name="naveen karnam" userId="ec04f8c5ae1d04e8" providerId="LiveId" clId="{FD278CA2-A64D-44AC-AF70-1687F7158165}" dt="2025-10-05T11:17:16.377" v="1245" actId="20577"/>
          <ac:spMkLst>
            <pc:docMk/>
            <pc:sldMk cId="0" sldId="275"/>
            <ac:spMk id="4" creationId="{00000000-0000-0000-0000-000000000000}"/>
          </ac:spMkLst>
        </pc:spChg>
        <pc:spChg chg="mod">
          <ac:chgData name="naveen karnam" userId="ec04f8c5ae1d04e8" providerId="LiveId" clId="{FD278CA2-A64D-44AC-AF70-1687F7158165}" dt="2025-10-05T11:16:15.352" v="1233" actId="14100"/>
          <ac:spMkLst>
            <pc:docMk/>
            <pc:sldMk cId="0" sldId="275"/>
            <ac:spMk id="6" creationId="{00000000-0000-0000-0000-000000000000}"/>
          </ac:spMkLst>
        </pc:spChg>
        <pc:spChg chg="mod">
          <ac:chgData name="naveen karnam" userId="ec04f8c5ae1d04e8" providerId="LiveId" clId="{FD278CA2-A64D-44AC-AF70-1687F7158165}" dt="2025-10-05T11:16:02.064" v="1231" actId="1076"/>
          <ac:spMkLst>
            <pc:docMk/>
            <pc:sldMk cId="0" sldId="275"/>
            <ac:spMk id="7" creationId="{00000000-0000-0000-0000-000000000000}"/>
          </ac:spMkLst>
        </pc:spChg>
        <pc:spChg chg="mod">
          <ac:chgData name="naveen karnam" userId="ec04f8c5ae1d04e8" providerId="LiveId" clId="{FD278CA2-A64D-44AC-AF70-1687F7158165}" dt="2025-10-05T11:17:04.299" v="1242" actId="2711"/>
          <ac:spMkLst>
            <pc:docMk/>
            <pc:sldMk cId="0" sldId="275"/>
            <ac:spMk id="8" creationId="{00000000-0000-0000-0000-000000000000}"/>
          </ac:spMkLst>
        </pc:spChg>
      </pc:sldChg>
      <pc:sldChg chg="ord">
        <pc:chgData name="naveen karnam" userId="ec04f8c5ae1d04e8" providerId="LiveId" clId="{FD278CA2-A64D-44AC-AF70-1687F7158165}" dt="2025-09-05T13:36:31.465" v="256"/>
        <pc:sldMkLst>
          <pc:docMk/>
          <pc:sldMk cId="0" sldId="276"/>
        </pc:sldMkLst>
      </pc:sldChg>
      <pc:sldChg chg="del">
        <pc:chgData name="naveen karnam" userId="ec04f8c5ae1d04e8" providerId="LiveId" clId="{FD278CA2-A64D-44AC-AF70-1687F7158165}" dt="2025-09-05T11:46:48.526" v="246" actId="47"/>
        <pc:sldMkLst>
          <pc:docMk/>
          <pc:sldMk cId="784375427" sldId="277"/>
        </pc:sldMkLst>
      </pc:sldChg>
      <pc:sldChg chg="modSp mod">
        <pc:chgData name="naveen karnam" userId="ec04f8c5ae1d04e8" providerId="LiveId" clId="{FD278CA2-A64D-44AC-AF70-1687F7158165}" dt="2025-09-05T13:43:50.078" v="269" actId="20577"/>
        <pc:sldMkLst>
          <pc:docMk/>
          <pc:sldMk cId="0" sldId="281"/>
        </pc:sldMkLst>
        <pc:spChg chg="mod">
          <ac:chgData name="naveen karnam" userId="ec04f8c5ae1d04e8" providerId="LiveId" clId="{FD278CA2-A64D-44AC-AF70-1687F7158165}" dt="2025-09-05T13:43:50.078" v="269" actId="20577"/>
          <ac:spMkLst>
            <pc:docMk/>
            <pc:sldMk cId="0" sldId="281"/>
            <ac:spMk id="7" creationId="{00000000-0000-0000-0000-000000000000}"/>
          </ac:spMkLst>
        </pc:spChg>
        <pc:spChg chg="mod">
          <ac:chgData name="naveen karnam" userId="ec04f8c5ae1d04e8" providerId="LiveId" clId="{FD278CA2-A64D-44AC-AF70-1687F7158165}" dt="2025-09-05T13:43:10.915" v="265" actId="1076"/>
          <ac:spMkLst>
            <pc:docMk/>
            <pc:sldMk cId="0" sldId="281"/>
            <ac:spMk id="8" creationId="{00000000-0000-0000-0000-000000000000}"/>
          </ac:spMkLst>
        </pc:spChg>
      </pc:sldChg>
      <pc:sldChg chg="modSp mod">
        <pc:chgData name="naveen karnam" userId="ec04f8c5ae1d04e8" providerId="LiveId" clId="{FD278CA2-A64D-44AC-AF70-1687F7158165}" dt="2025-09-05T13:43:17.289" v="266" actId="1076"/>
        <pc:sldMkLst>
          <pc:docMk/>
          <pc:sldMk cId="0" sldId="282"/>
        </pc:sldMkLst>
        <pc:spChg chg="mod">
          <ac:chgData name="naveen karnam" userId="ec04f8c5ae1d04e8" providerId="LiveId" clId="{FD278CA2-A64D-44AC-AF70-1687F7158165}" dt="2025-09-05T13:43:17.289" v="266" actId="1076"/>
          <ac:spMkLst>
            <pc:docMk/>
            <pc:sldMk cId="0" sldId="282"/>
            <ac:spMk id="8" creationId="{00000000-0000-0000-0000-000000000000}"/>
          </ac:spMkLst>
        </pc:spChg>
      </pc:sldChg>
      <pc:sldChg chg="modSp mod">
        <pc:chgData name="naveen karnam" userId="ec04f8c5ae1d04e8" providerId="LiveId" clId="{FD278CA2-A64D-44AC-AF70-1687F7158165}" dt="2025-09-05T13:43:25.178" v="267" actId="1076"/>
        <pc:sldMkLst>
          <pc:docMk/>
          <pc:sldMk cId="0" sldId="283"/>
        </pc:sldMkLst>
        <pc:spChg chg="mod">
          <ac:chgData name="naveen karnam" userId="ec04f8c5ae1d04e8" providerId="LiveId" clId="{FD278CA2-A64D-44AC-AF70-1687F7158165}" dt="2025-09-05T13:43:25.178" v="267" actId="1076"/>
          <ac:spMkLst>
            <pc:docMk/>
            <pc:sldMk cId="0" sldId="283"/>
            <ac:spMk id="7" creationId="{00000000-0000-0000-0000-000000000000}"/>
          </ac:spMkLst>
        </pc:spChg>
      </pc:sldChg>
      <pc:sldChg chg="addSp delSp modSp add mod">
        <pc:chgData name="naveen karnam" userId="ec04f8c5ae1d04e8" providerId="LiveId" clId="{FD278CA2-A64D-44AC-AF70-1687F7158165}" dt="2025-09-05T11:44:20.588" v="236" actId="108"/>
        <pc:sldMkLst>
          <pc:docMk/>
          <pc:sldMk cId="1853494902" sldId="284"/>
        </pc:sldMkLst>
        <pc:spChg chg="add mod">
          <ac:chgData name="naveen karnam" userId="ec04f8c5ae1d04e8" providerId="LiveId" clId="{FD278CA2-A64D-44AC-AF70-1687F7158165}" dt="2025-09-05T11:43:55.143" v="233" actId="108"/>
          <ac:spMkLst>
            <pc:docMk/>
            <pc:sldMk cId="1853494902" sldId="284"/>
            <ac:spMk id="5" creationId="{88F70112-65EA-764E-7821-F7333B5BF845}"/>
          </ac:spMkLst>
        </pc:spChg>
        <pc:spChg chg="mod">
          <ac:chgData name="naveen karnam" userId="ec04f8c5ae1d04e8" providerId="LiveId" clId="{FD278CA2-A64D-44AC-AF70-1687F7158165}" dt="2025-09-05T11:31:05.213" v="195" actId="20577"/>
          <ac:spMkLst>
            <pc:docMk/>
            <pc:sldMk cId="1853494902" sldId="284"/>
            <ac:spMk id="6" creationId="{1E55713B-CF76-1F7A-014B-15468867A81B}"/>
          </ac:spMkLst>
        </pc:spChg>
        <pc:spChg chg="add mod">
          <ac:chgData name="naveen karnam" userId="ec04f8c5ae1d04e8" providerId="LiveId" clId="{FD278CA2-A64D-44AC-AF70-1687F7158165}" dt="2025-09-05T11:44:20.588" v="236" actId="108"/>
          <ac:spMkLst>
            <pc:docMk/>
            <pc:sldMk cId="1853494902" sldId="284"/>
            <ac:spMk id="8" creationId="{BA2595D9-BF21-B83C-3DC5-A42871AE594F}"/>
          </ac:spMkLst>
        </pc:spChg>
      </pc:sldChg>
      <pc:sldChg chg="modSp add mod">
        <pc:chgData name="naveen karnam" userId="ec04f8c5ae1d04e8" providerId="LiveId" clId="{FD278CA2-A64D-44AC-AF70-1687F7158165}" dt="2025-09-05T11:46:04.013" v="245" actId="108"/>
        <pc:sldMkLst>
          <pc:docMk/>
          <pc:sldMk cId="4186907510" sldId="285"/>
        </pc:sldMkLst>
        <pc:spChg chg="mod">
          <ac:chgData name="naveen karnam" userId="ec04f8c5ae1d04e8" providerId="LiveId" clId="{FD278CA2-A64D-44AC-AF70-1687F7158165}" dt="2025-09-05T11:45:33.936" v="241"/>
          <ac:spMkLst>
            <pc:docMk/>
            <pc:sldMk cId="4186907510" sldId="285"/>
            <ac:spMk id="5" creationId="{91BE91A4-CB76-4E28-C4FA-CCDFD48DC885}"/>
          </ac:spMkLst>
        </pc:spChg>
        <pc:spChg chg="mod">
          <ac:chgData name="naveen karnam" userId="ec04f8c5ae1d04e8" providerId="LiveId" clId="{FD278CA2-A64D-44AC-AF70-1687F7158165}" dt="2025-09-05T11:46:04.013" v="245" actId="108"/>
          <ac:spMkLst>
            <pc:docMk/>
            <pc:sldMk cId="4186907510" sldId="285"/>
            <ac:spMk id="8" creationId="{0E2A706D-706D-38CA-FA81-63EC54306DFA}"/>
          </ac:spMkLst>
        </pc:spChg>
      </pc:sldChg>
      <pc:sldChg chg="addSp delSp modSp new mod">
        <pc:chgData name="naveen karnam" userId="ec04f8c5ae1d04e8" providerId="LiveId" clId="{FD278CA2-A64D-44AC-AF70-1687F7158165}" dt="2025-10-05T09:19:21.043" v="320" actId="207"/>
        <pc:sldMkLst>
          <pc:docMk/>
          <pc:sldMk cId="3562724220" sldId="289"/>
        </pc:sldMkLst>
        <pc:spChg chg="mod">
          <ac:chgData name="naveen karnam" userId="ec04f8c5ae1d04e8" providerId="LiveId" clId="{FD278CA2-A64D-44AC-AF70-1687F7158165}" dt="2025-10-05T09:16:43.608" v="297" actId="122"/>
          <ac:spMkLst>
            <pc:docMk/>
            <pc:sldMk cId="3562724220" sldId="289"/>
            <ac:spMk id="2" creationId="{5FE3AEBE-76C4-1CE2-9A4E-F4F9F61558F8}"/>
          </ac:spMkLst>
        </pc:spChg>
        <pc:spChg chg="mod">
          <ac:chgData name="naveen karnam" userId="ec04f8c5ae1d04e8" providerId="LiveId" clId="{FD278CA2-A64D-44AC-AF70-1687F7158165}" dt="2025-10-05T09:16:58.567" v="299" actId="1076"/>
          <ac:spMkLst>
            <pc:docMk/>
            <pc:sldMk cId="3562724220" sldId="289"/>
            <ac:spMk id="3" creationId="{5349284E-A8A0-98A2-7E9C-C2FB188FBC0F}"/>
          </ac:spMkLst>
        </pc:spChg>
        <pc:spChg chg="add del mod">
          <ac:chgData name="naveen karnam" userId="ec04f8c5ae1d04e8" providerId="LiveId" clId="{FD278CA2-A64D-44AC-AF70-1687F7158165}" dt="2025-10-05T09:16:59.247" v="301"/>
          <ac:spMkLst>
            <pc:docMk/>
            <pc:sldMk cId="3562724220" sldId="289"/>
            <ac:spMk id="4" creationId="{EE79CF4A-79DB-8741-3482-BFF918572A65}"/>
          </ac:spMkLst>
        </pc:spChg>
        <pc:spChg chg="add mod">
          <ac:chgData name="naveen karnam" userId="ec04f8c5ae1d04e8" providerId="LiveId" clId="{FD278CA2-A64D-44AC-AF70-1687F7158165}" dt="2025-10-05T09:19:21.043" v="320" actId="207"/>
          <ac:spMkLst>
            <pc:docMk/>
            <pc:sldMk cId="3562724220" sldId="289"/>
            <ac:spMk id="5" creationId="{CDC89CCA-4CFE-C285-CFBF-EEA1D86A8369}"/>
          </ac:spMkLst>
        </pc:spChg>
      </pc:sldChg>
      <pc:sldChg chg="addSp delSp modSp add del mod">
        <pc:chgData name="naveen karnam" userId="ec04f8c5ae1d04e8" providerId="LiveId" clId="{FD278CA2-A64D-44AC-AF70-1687F7158165}" dt="2025-10-05T10:43:42.641" v="918" actId="47"/>
        <pc:sldMkLst>
          <pc:docMk/>
          <pc:sldMk cId="64945939" sldId="290"/>
        </pc:sldMkLst>
        <pc:spChg chg="del">
          <ac:chgData name="naveen karnam" userId="ec04f8c5ae1d04e8" providerId="LiveId" clId="{FD278CA2-A64D-44AC-AF70-1687F7158165}" dt="2025-10-05T09:20:56.649" v="350" actId="478"/>
          <ac:spMkLst>
            <pc:docMk/>
            <pc:sldMk cId="64945939" sldId="290"/>
            <ac:spMk id="3" creationId="{FDACD3F3-6614-046B-D8B4-64F0FCC15CF5}"/>
          </ac:spMkLst>
        </pc:spChg>
        <pc:spChg chg="del mod">
          <ac:chgData name="naveen karnam" userId="ec04f8c5ae1d04e8" providerId="LiveId" clId="{FD278CA2-A64D-44AC-AF70-1687F7158165}" dt="2025-10-05T10:38:37.912" v="865" actId="478"/>
          <ac:spMkLst>
            <pc:docMk/>
            <pc:sldMk cId="64945939" sldId="290"/>
            <ac:spMk id="4" creationId="{42DE2183-2A5C-F9ED-36C7-5FC860E806AA}"/>
          </ac:spMkLst>
        </pc:spChg>
        <pc:spChg chg="add mod">
          <ac:chgData name="naveen karnam" userId="ec04f8c5ae1d04e8" providerId="LiveId" clId="{FD278CA2-A64D-44AC-AF70-1687F7158165}" dt="2025-10-05T09:21:10.330" v="355"/>
          <ac:spMkLst>
            <pc:docMk/>
            <pc:sldMk cId="64945939" sldId="290"/>
            <ac:spMk id="7" creationId="{5299A3D7-0D99-6D0E-3517-093B9002639A}"/>
          </ac:spMkLst>
        </pc:spChg>
        <pc:spChg chg="del mod">
          <ac:chgData name="naveen karnam" userId="ec04f8c5ae1d04e8" providerId="LiveId" clId="{FD278CA2-A64D-44AC-AF70-1687F7158165}" dt="2025-10-05T10:26:59.763" v="518" actId="478"/>
          <ac:spMkLst>
            <pc:docMk/>
            <pc:sldMk cId="64945939" sldId="290"/>
            <ac:spMk id="9" creationId="{1E0FB22B-E71B-125E-E28B-9612F60A130A}"/>
          </ac:spMkLst>
        </pc:spChg>
        <pc:spChg chg="del mod">
          <ac:chgData name="naveen karnam" userId="ec04f8c5ae1d04e8" providerId="LiveId" clId="{FD278CA2-A64D-44AC-AF70-1687F7158165}" dt="2025-10-05T10:26:51.714" v="517" actId="478"/>
          <ac:spMkLst>
            <pc:docMk/>
            <pc:sldMk cId="64945939" sldId="290"/>
            <ac:spMk id="10" creationId="{64C66F75-0B5E-8F0E-3821-3D83F4B0CE31}"/>
          </ac:spMkLst>
        </pc:spChg>
        <pc:spChg chg="mod">
          <ac:chgData name="naveen karnam" userId="ec04f8c5ae1d04e8" providerId="LiveId" clId="{FD278CA2-A64D-44AC-AF70-1687F7158165}" dt="2025-10-05T10:27:32.146" v="522" actId="1076"/>
          <ac:spMkLst>
            <pc:docMk/>
            <pc:sldMk cId="64945939" sldId="290"/>
            <ac:spMk id="11" creationId="{F4FD915A-03D1-B9D2-5AC6-C122C10F5B6D}"/>
          </ac:spMkLst>
        </pc:spChg>
        <pc:spChg chg="add del mod">
          <ac:chgData name="naveen karnam" userId="ec04f8c5ae1d04e8" providerId="LiveId" clId="{FD278CA2-A64D-44AC-AF70-1687F7158165}" dt="2025-10-05T09:21:33.271" v="359" actId="478"/>
          <ac:spMkLst>
            <pc:docMk/>
            <pc:sldMk cId="64945939" sldId="290"/>
            <ac:spMk id="12" creationId="{1E0A403A-2761-BF0B-A3CD-476C49E07961}"/>
          </ac:spMkLst>
        </pc:spChg>
        <pc:graphicFrameChg chg="add mod">
          <ac:chgData name="naveen karnam" userId="ec04f8c5ae1d04e8" providerId="LiveId" clId="{FD278CA2-A64D-44AC-AF70-1687F7158165}" dt="2025-10-05T09:21:07.830" v="354"/>
          <ac:graphicFrameMkLst>
            <pc:docMk/>
            <pc:sldMk cId="64945939" sldId="290"/>
            <ac:graphicFrameMk id="5" creationId="{D86D3330-CBB8-2622-C51F-30C74304DB7E}"/>
          </ac:graphicFrameMkLst>
        </pc:graphicFrameChg>
        <pc:graphicFrameChg chg="add mod modGraphic">
          <ac:chgData name="naveen karnam" userId="ec04f8c5ae1d04e8" providerId="LiveId" clId="{FD278CA2-A64D-44AC-AF70-1687F7158165}" dt="2025-10-05T10:38:50.911" v="868" actId="14100"/>
          <ac:graphicFrameMkLst>
            <pc:docMk/>
            <pc:sldMk cId="64945939" sldId="290"/>
            <ac:graphicFrameMk id="8" creationId="{1D5082F4-50AE-0506-C36F-7C0EC0CCC708}"/>
          </ac:graphicFrameMkLst>
        </pc:graphicFrameChg>
      </pc:sldChg>
      <pc:sldChg chg="addSp delSp modSp add mod">
        <pc:chgData name="naveen karnam" userId="ec04f8c5ae1d04e8" providerId="LiveId" clId="{FD278CA2-A64D-44AC-AF70-1687F7158165}" dt="2025-10-05T14:48:33.350" v="1790" actId="20577"/>
        <pc:sldMkLst>
          <pc:docMk/>
          <pc:sldMk cId="219970087" sldId="291"/>
        </pc:sldMkLst>
        <pc:spChg chg="del">
          <ac:chgData name="naveen karnam" userId="ec04f8c5ae1d04e8" providerId="LiveId" clId="{FD278CA2-A64D-44AC-AF70-1687F7158165}" dt="2025-10-05T10:41:49.584" v="901" actId="478"/>
          <ac:spMkLst>
            <pc:docMk/>
            <pc:sldMk cId="219970087" sldId="291"/>
            <ac:spMk id="3" creationId="{D334DE6D-4F31-D702-D6A0-B20C824248F6}"/>
          </ac:spMkLst>
        </pc:spChg>
        <pc:spChg chg="add mod">
          <ac:chgData name="naveen karnam" userId="ec04f8c5ae1d04e8" providerId="LiveId" clId="{FD278CA2-A64D-44AC-AF70-1687F7158165}" dt="2025-10-05T10:43:55.943" v="920" actId="1076"/>
          <ac:spMkLst>
            <pc:docMk/>
            <pc:sldMk cId="219970087" sldId="291"/>
            <ac:spMk id="4" creationId="{E54857E4-E0D0-54CF-468F-507A82CE171A}"/>
          </ac:spMkLst>
        </pc:spChg>
        <pc:graphicFrameChg chg="mod modGraphic">
          <ac:chgData name="naveen karnam" userId="ec04f8c5ae1d04e8" providerId="LiveId" clId="{FD278CA2-A64D-44AC-AF70-1687F7158165}" dt="2025-10-05T14:48:33.350" v="1790" actId="20577"/>
          <ac:graphicFrameMkLst>
            <pc:docMk/>
            <pc:sldMk cId="219970087" sldId="291"/>
            <ac:graphicFrameMk id="5" creationId="{E7287206-9B61-CE6A-AFEA-7A8C7DE22187}"/>
          </ac:graphicFrameMkLst>
        </pc:graphicFrameChg>
      </pc:sldChg>
      <pc:sldChg chg="addSp modSp add mod">
        <pc:chgData name="naveen karnam" userId="ec04f8c5ae1d04e8" providerId="LiveId" clId="{FD278CA2-A64D-44AC-AF70-1687F7158165}" dt="2025-10-05T10:58:56.875" v="1086" actId="1076"/>
        <pc:sldMkLst>
          <pc:docMk/>
          <pc:sldMk cId="2099545540" sldId="292"/>
        </pc:sldMkLst>
        <pc:spChg chg="mod">
          <ac:chgData name="naveen karnam" userId="ec04f8c5ae1d04e8" providerId="LiveId" clId="{FD278CA2-A64D-44AC-AF70-1687F7158165}" dt="2025-10-05T10:51:17.006" v="1023" actId="123"/>
          <ac:spMkLst>
            <pc:docMk/>
            <pc:sldMk cId="2099545540" sldId="292"/>
            <ac:spMk id="4" creationId="{F7F43074-68A1-8571-F45B-12EEFF80089E}"/>
          </ac:spMkLst>
        </pc:spChg>
        <pc:spChg chg="mod">
          <ac:chgData name="naveen karnam" userId="ec04f8c5ae1d04e8" providerId="LiveId" clId="{FD278CA2-A64D-44AC-AF70-1687F7158165}" dt="2025-10-05T10:58:43.043" v="1084" actId="14100"/>
          <ac:spMkLst>
            <pc:docMk/>
            <pc:sldMk cId="2099545540" sldId="292"/>
            <ac:spMk id="6" creationId="{FBE03ED9-1C5A-0E6F-8A87-6747517F7744}"/>
          </ac:spMkLst>
        </pc:spChg>
        <pc:spChg chg="mod">
          <ac:chgData name="naveen karnam" userId="ec04f8c5ae1d04e8" providerId="LiveId" clId="{FD278CA2-A64D-44AC-AF70-1687F7158165}" dt="2025-10-05T10:58:18.028" v="1083" actId="1076"/>
          <ac:spMkLst>
            <pc:docMk/>
            <pc:sldMk cId="2099545540" sldId="292"/>
            <ac:spMk id="7" creationId="{EC43320D-1F30-D0C3-4768-4A6F74E4CE02}"/>
          </ac:spMkLst>
        </pc:spChg>
        <pc:spChg chg="mod">
          <ac:chgData name="naveen karnam" userId="ec04f8c5ae1d04e8" providerId="LiveId" clId="{FD278CA2-A64D-44AC-AF70-1687F7158165}" dt="2025-10-05T10:57:50.684" v="1081" actId="1076"/>
          <ac:spMkLst>
            <pc:docMk/>
            <pc:sldMk cId="2099545540" sldId="292"/>
            <ac:spMk id="8" creationId="{15A9BF3B-2E58-A317-3850-DB7F71165789}"/>
          </ac:spMkLst>
        </pc:spChg>
        <pc:spChg chg="mod">
          <ac:chgData name="naveen karnam" userId="ec04f8c5ae1d04e8" providerId="LiveId" clId="{FD278CA2-A64D-44AC-AF70-1687F7158165}" dt="2025-10-05T10:47:55.678" v="958" actId="1076"/>
          <ac:spMkLst>
            <pc:docMk/>
            <pc:sldMk cId="2099545540" sldId="292"/>
            <ac:spMk id="9" creationId="{EA55F58F-6F69-28F8-955C-4EBD8576C354}"/>
          </ac:spMkLst>
        </pc:spChg>
        <pc:spChg chg="add mod">
          <ac:chgData name="naveen karnam" userId="ec04f8c5ae1d04e8" providerId="LiveId" clId="{FD278CA2-A64D-44AC-AF70-1687F7158165}" dt="2025-10-05T10:58:56.875" v="1086" actId="1076"/>
          <ac:spMkLst>
            <pc:docMk/>
            <pc:sldMk cId="2099545540" sldId="292"/>
            <ac:spMk id="10" creationId="{D60226B1-5E82-7170-F0E8-47C4495C04DC}"/>
          </ac:spMkLst>
        </pc:spChg>
      </pc:sldChg>
      <pc:sldChg chg="delSp modSp add mod">
        <pc:chgData name="naveen karnam" userId="ec04f8c5ae1d04e8" providerId="LiveId" clId="{FD278CA2-A64D-44AC-AF70-1687F7158165}" dt="2025-10-05T12:09:21.934" v="1549" actId="1076"/>
        <pc:sldMkLst>
          <pc:docMk/>
          <pc:sldMk cId="2615181163" sldId="293"/>
        </pc:sldMkLst>
        <pc:spChg chg="mod">
          <ac:chgData name="naveen karnam" userId="ec04f8c5ae1d04e8" providerId="LiveId" clId="{FD278CA2-A64D-44AC-AF70-1687F7158165}" dt="2025-10-05T11:58:18.442" v="1349" actId="113"/>
          <ac:spMkLst>
            <pc:docMk/>
            <pc:sldMk cId="2615181163" sldId="293"/>
            <ac:spMk id="4" creationId="{B8DAC942-39F9-8DA6-E7A2-612A2139E7AB}"/>
          </ac:spMkLst>
        </pc:spChg>
        <pc:spChg chg="del mod">
          <ac:chgData name="naveen karnam" userId="ec04f8c5ae1d04e8" providerId="LiveId" clId="{FD278CA2-A64D-44AC-AF70-1687F7158165}" dt="2025-10-05T11:57:14.501" v="1343" actId="478"/>
          <ac:spMkLst>
            <pc:docMk/>
            <pc:sldMk cId="2615181163" sldId="293"/>
            <ac:spMk id="6" creationId="{E572D0FC-7091-F86A-ADD8-4516E2D68F73}"/>
          </ac:spMkLst>
        </pc:spChg>
        <pc:spChg chg="mod">
          <ac:chgData name="naveen karnam" userId="ec04f8c5ae1d04e8" providerId="LiveId" clId="{FD278CA2-A64D-44AC-AF70-1687F7158165}" dt="2025-10-05T11:57:28.816" v="1344" actId="1076"/>
          <ac:spMkLst>
            <pc:docMk/>
            <pc:sldMk cId="2615181163" sldId="293"/>
            <ac:spMk id="7" creationId="{E01F94EF-6E80-3D4C-CEBF-DB8843099EC4}"/>
          </ac:spMkLst>
        </pc:spChg>
        <pc:spChg chg="mod">
          <ac:chgData name="naveen karnam" userId="ec04f8c5ae1d04e8" providerId="LiveId" clId="{FD278CA2-A64D-44AC-AF70-1687F7158165}" dt="2025-10-05T11:54:52.796" v="1328" actId="207"/>
          <ac:spMkLst>
            <pc:docMk/>
            <pc:sldMk cId="2615181163" sldId="293"/>
            <ac:spMk id="8" creationId="{91E59D6E-19EF-303E-C2D7-B4D1C415DCDB}"/>
          </ac:spMkLst>
        </pc:spChg>
        <pc:spChg chg="mod">
          <ac:chgData name="naveen karnam" userId="ec04f8c5ae1d04e8" providerId="LiveId" clId="{FD278CA2-A64D-44AC-AF70-1687F7158165}" dt="2025-10-05T11:54:46.145" v="1327" actId="14100"/>
          <ac:spMkLst>
            <pc:docMk/>
            <pc:sldMk cId="2615181163" sldId="293"/>
            <ac:spMk id="9" creationId="{82BB4238-5454-4F35-130C-AE42AB5654F7}"/>
          </ac:spMkLst>
        </pc:spChg>
        <pc:spChg chg="mod">
          <ac:chgData name="naveen karnam" userId="ec04f8c5ae1d04e8" providerId="LiveId" clId="{FD278CA2-A64D-44AC-AF70-1687F7158165}" dt="2025-10-05T12:09:21.934" v="1549" actId="1076"/>
          <ac:spMkLst>
            <pc:docMk/>
            <pc:sldMk cId="2615181163" sldId="293"/>
            <ac:spMk id="10" creationId="{B498E217-7357-E878-E7FE-CDC2F1CD77F0}"/>
          </ac:spMkLst>
        </pc:spChg>
      </pc:sldChg>
      <pc:sldChg chg="modSp add mod ord">
        <pc:chgData name="naveen karnam" userId="ec04f8c5ae1d04e8" providerId="LiveId" clId="{FD278CA2-A64D-44AC-AF70-1687F7158165}" dt="2025-10-05T12:09:12.548" v="1548"/>
        <pc:sldMkLst>
          <pc:docMk/>
          <pc:sldMk cId="1294785955" sldId="294"/>
        </pc:sldMkLst>
        <pc:spChg chg="mod">
          <ac:chgData name="naveen karnam" userId="ec04f8c5ae1d04e8" providerId="LiveId" clId="{FD278CA2-A64D-44AC-AF70-1687F7158165}" dt="2025-10-05T12:05:59.846" v="1469" actId="1076"/>
          <ac:spMkLst>
            <pc:docMk/>
            <pc:sldMk cId="1294785955" sldId="294"/>
            <ac:spMk id="7" creationId="{B6E64CAB-748B-C9BD-E004-2769DBCA11BE}"/>
          </ac:spMkLst>
        </pc:spChg>
        <pc:spChg chg="mod">
          <ac:chgData name="naveen karnam" userId="ec04f8c5ae1d04e8" providerId="LiveId" clId="{FD278CA2-A64D-44AC-AF70-1687F7158165}" dt="2025-10-05T12:09:04.662" v="1546" actId="1076"/>
          <ac:spMkLst>
            <pc:docMk/>
            <pc:sldMk cId="1294785955" sldId="294"/>
            <ac:spMk id="8" creationId="{3A019520-8EB9-31DF-3661-5A57C388DF3D}"/>
          </ac:spMkLst>
        </pc:spChg>
        <pc:spChg chg="mod">
          <ac:chgData name="naveen karnam" userId="ec04f8c5ae1d04e8" providerId="LiveId" clId="{FD278CA2-A64D-44AC-AF70-1687F7158165}" dt="2025-10-05T12:09:00.711" v="1545" actId="1076"/>
          <ac:spMkLst>
            <pc:docMk/>
            <pc:sldMk cId="1294785955" sldId="294"/>
            <ac:spMk id="10" creationId="{73CB9EA1-F6ED-0797-7585-AD8EB575E880}"/>
          </ac:spMkLst>
        </pc:spChg>
      </pc:sldChg>
      <pc:sldChg chg="addSp modSp add mod">
        <pc:chgData name="naveen karnam" userId="ec04f8c5ae1d04e8" providerId="LiveId" clId="{FD278CA2-A64D-44AC-AF70-1687F7158165}" dt="2025-10-05T14:38:46.823" v="1636" actId="1076"/>
        <pc:sldMkLst>
          <pc:docMk/>
          <pc:sldMk cId="1485807966" sldId="295"/>
        </pc:sldMkLst>
        <pc:spChg chg="mod">
          <ac:chgData name="naveen karnam" userId="ec04f8c5ae1d04e8" providerId="LiveId" clId="{FD278CA2-A64D-44AC-AF70-1687F7158165}" dt="2025-10-05T14:38:46.823" v="1636" actId="1076"/>
          <ac:spMkLst>
            <pc:docMk/>
            <pc:sldMk cId="1485807966" sldId="295"/>
            <ac:spMk id="4" creationId="{BE09C1A7-9C6D-BC13-3C12-4067449F6C5D}"/>
          </ac:spMkLst>
        </pc:spChg>
        <pc:spChg chg="add">
          <ac:chgData name="naveen karnam" userId="ec04f8c5ae1d04e8" providerId="LiveId" clId="{FD278CA2-A64D-44AC-AF70-1687F7158165}" dt="2025-10-05T12:10:07.074" v="1551"/>
          <ac:spMkLst>
            <pc:docMk/>
            <pc:sldMk cId="1485807966" sldId="295"/>
            <ac:spMk id="6" creationId="{E6091294-7213-A798-76B6-4AC9801A933F}"/>
          </ac:spMkLst>
        </pc:spChg>
        <pc:spChg chg="mod">
          <ac:chgData name="naveen karnam" userId="ec04f8c5ae1d04e8" providerId="LiveId" clId="{FD278CA2-A64D-44AC-AF70-1687F7158165}" dt="2025-10-05T12:15:28.372" v="1612" actId="207"/>
          <ac:spMkLst>
            <pc:docMk/>
            <pc:sldMk cId="1485807966" sldId="295"/>
            <ac:spMk id="7" creationId="{CB942024-2352-171A-582B-F7B0D08FE7ED}"/>
          </ac:spMkLst>
        </pc:spChg>
        <pc:spChg chg="mod">
          <ac:chgData name="naveen karnam" userId="ec04f8c5ae1d04e8" providerId="LiveId" clId="{FD278CA2-A64D-44AC-AF70-1687F7158165}" dt="2025-10-05T14:36:38.365" v="1629" actId="1076"/>
          <ac:spMkLst>
            <pc:docMk/>
            <pc:sldMk cId="1485807966" sldId="295"/>
            <ac:spMk id="8" creationId="{D1BD0366-3D96-A9F5-B7C8-806C763DD7BB}"/>
          </ac:spMkLst>
        </pc:spChg>
        <pc:spChg chg="mod">
          <ac:chgData name="naveen karnam" userId="ec04f8c5ae1d04e8" providerId="LiveId" clId="{FD278CA2-A64D-44AC-AF70-1687F7158165}" dt="2025-10-05T14:37:52.616" v="1632" actId="1076"/>
          <ac:spMkLst>
            <pc:docMk/>
            <pc:sldMk cId="1485807966" sldId="295"/>
            <ac:spMk id="10" creationId="{7BB2DCAB-D091-57D7-C6C8-C9361BD2D131}"/>
          </ac:spMkLst>
        </pc:spChg>
        <pc:spChg chg="add mod">
          <ac:chgData name="naveen karnam" userId="ec04f8c5ae1d04e8" providerId="LiveId" clId="{FD278CA2-A64D-44AC-AF70-1687F7158165}" dt="2025-10-05T12:10:32.023" v="1555"/>
          <ac:spMkLst>
            <pc:docMk/>
            <pc:sldMk cId="1485807966" sldId="295"/>
            <ac:spMk id="11" creationId="{BB310839-8877-FAB4-AE1A-B95BE092983F}"/>
          </ac:spMkLst>
        </pc:spChg>
        <pc:spChg chg="add mod">
          <ac:chgData name="naveen karnam" userId="ec04f8c5ae1d04e8" providerId="LiveId" clId="{FD278CA2-A64D-44AC-AF70-1687F7158165}" dt="2025-10-05T12:11:04.731" v="1564" actId="1076"/>
          <ac:spMkLst>
            <pc:docMk/>
            <pc:sldMk cId="1485807966" sldId="295"/>
            <ac:spMk id="12" creationId="{A6AA34B8-414C-4AC2-B55D-C83F15D8E2CB}"/>
          </ac:spMkLst>
        </pc:spChg>
      </pc:sldChg>
    </pc:docChg>
  </pc:docChgLst>
  <pc:docChgLst>
    <pc:chgData name="naveen karnam" userId="ec04f8c5ae1d04e8" providerId="Windows Live" clId="Web-{9CEC39FF-ABE8-CBEC-2A7D-3092037FA466}"/>
    <pc:docChg chg="modSld">
      <pc:chgData name="naveen karnam" userId="ec04f8c5ae1d04e8" providerId="Windows Live" clId="Web-{9CEC39FF-ABE8-CBEC-2A7D-3092037FA466}" dt="2025-09-27T08:05:10.457" v="112" actId="14100"/>
      <pc:docMkLst>
        <pc:docMk/>
      </pc:docMkLst>
      <pc:sldChg chg="addSp modSp">
        <pc:chgData name="naveen karnam" userId="ec04f8c5ae1d04e8" providerId="Windows Live" clId="Web-{9CEC39FF-ABE8-CBEC-2A7D-3092037FA466}" dt="2025-09-27T08:05:10.457" v="112" actId="14100"/>
        <pc:sldMkLst>
          <pc:docMk/>
          <pc:sldMk cId="0" sldId="258"/>
        </pc:sldMkLst>
        <pc:spChg chg="mod">
          <ac:chgData name="naveen karnam" userId="ec04f8c5ae1d04e8" providerId="Windows Live" clId="Web-{9CEC39FF-ABE8-CBEC-2A7D-3092037FA466}" dt="2025-09-27T08:05:10.457" v="112" actId="14100"/>
          <ac:spMkLst>
            <pc:docMk/>
            <pc:sldMk cId="0" sldId="258"/>
            <ac:spMk id="4" creationId="{00000000-0000-0000-0000-000000000000}"/>
          </ac:spMkLst>
        </pc:spChg>
        <pc:spChg chg="mod">
          <ac:chgData name="naveen karnam" userId="ec04f8c5ae1d04e8" providerId="Windows Live" clId="Web-{9CEC39FF-ABE8-CBEC-2A7D-3092037FA466}" dt="2025-09-27T08:02:56.169" v="98" actId="20577"/>
          <ac:spMkLst>
            <pc:docMk/>
            <pc:sldMk cId="0" sldId="258"/>
            <ac:spMk id="5" creationId="{00000000-0000-0000-0000-000000000000}"/>
          </ac:spMkLst>
        </pc:spChg>
        <pc:spChg chg="mod">
          <ac:chgData name="naveen karnam" userId="ec04f8c5ae1d04e8" providerId="Windows Live" clId="Web-{9CEC39FF-ABE8-CBEC-2A7D-3092037FA466}" dt="2025-09-27T08:04:58.738" v="111" actId="1076"/>
          <ac:spMkLst>
            <pc:docMk/>
            <pc:sldMk cId="0" sldId="258"/>
            <ac:spMk id="7" creationId="{00000000-0000-0000-0000-000000000000}"/>
          </ac:spMkLst>
        </pc:spChg>
        <pc:spChg chg="mod">
          <ac:chgData name="naveen karnam" userId="ec04f8c5ae1d04e8" providerId="Windows Live" clId="Web-{9CEC39FF-ABE8-CBEC-2A7D-3092037FA466}" dt="2025-09-27T07:59:52.154" v="42" actId="14100"/>
          <ac:spMkLst>
            <pc:docMk/>
            <pc:sldMk cId="0" sldId="258"/>
            <ac:spMk id="8" creationId="{00000000-0000-0000-0000-000000000000}"/>
          </ac:spMkLst>
        </pc:spChg>
        <pc:spChg chg="add mod">
          <ac:chgData name="naveen karnam" userId="ec04f8c5ae1d04e8" providerId="Windows Live" clId="Web-{9CEC39FF-ABE8-CBEC-2A7D-3092037FA466}" dt="2025-09-27T08:04:50.487" v="110" actId="1076"/>
          <ac:spMkLst>
            <pc:docMk/>
            <pc:sldMk cId="0" sldId="258"/>
            <ac:spMk id="9" creationId="{92D183E1-FE77-11C1-7726-FDB0A98FEF54}"/>
          </ac:spMkLst>
        </pc:spChg>
        <pc:spChg chg="mod">
          <ac:chgData name="naveen karnam" userId="ec04f8c5ae1d04e8" providerId="Windows Live" clId="Web-{9CEC39FF-ABE8-CBEC-2A7D-3092037FA466}" dt="2025-09-27T07:59:42.842" v="40" actId="1076"/>
          <ac:spMkLst>
            <pc:docMk/>
            <pc:sldMk cId="0" sldId="258"/>
            <ac:spMk id="16" creationId="{F1334C69-E1DD-3C62-58B8-B7F370C9F346}"/>
          </ac:spMkLst>
        </pc:spChg>
        <pc:spChg chg="mod">
          <ac:chgData name="naveen karnam" userId="ec04f8c5ae1d04e8" providerId="Windows Live" clId="Web-{9CEC39FF-ABE8-CBEC-2A7D-3092037FA466}" dt="2025-09-27T07:59:31.560" v="39" actId="1076"/>
          <ac:spMkLst>
            <pc:docMk/>
            <pc:sldMk cId="0" sldId="258"/>
            <ac:spMk id="17" creationId="{306190BD-378D-B71A-4E1D-A088FC77B500}"/>
          </ac:spMkLst>
        </pc:spChg>
        <pc:graphicFrameChg chg="mod modGraphic">
          <ac:chgData name="naveen karnam" userId="ec04f8c5ae1d04e8" providerId="Windows Live" clId="Web-{9CEC39FF-ABE8-CBEC-2A7D-3092037FA466}" dt="2025-09-27T08:04:42.659" v="109" actId="1076"/>
          <ac:graphicFrameMkLst>
            <pc:docMk/>
            <pc:sldMk cId="0" sldId="258"/>
            <ac:graphicFrameMk id="6" creationId="{00000000-0000-0000-0000-000000000000}"/>
          </ac:graphicFrameMkLst>
        </pc:graphicFrameChg>
      </pc:sldChg>
    </pc:docChg>
  </pc:docChgLst>
  <pc:docChgLst>
    <pc:chgData name="naveen karnam" userId="ec04f8c5ae1d04e8" providerId="Windows Live" clId="Web-{CDE764BD-12ED-2734-18EE-7D02C70F84F6}"/>
    <pc:docChg chg="modSld">
      <pc:chgData name="naveen karnam" userId="ec04f8c5ae1d04e8" providerId="Windows Live" clId="Web-{CDE764BD-12ED-2734-18EE-7D02C70F84F6}" dt="2025-09-11T06:18:50.590" v="121" actId="20577"/>
      <pc:docMkLst>
        <pc:docMk/>
      </pc:docMkLst>
      <pc:sldChg chg="modSp">
        <pc:chgData name="naveen karnam" userId="ec04f8c5ae1d04e8" providerId="Windows Live" clId="Web-{CDE764BD-12ED-2734-18EE-7D02C70F84F6}" dt="2025-09-11T05:11:32.563" v="26" actId="1076"/>
        <pc:sldMkLst>
          <pc:docMk/>
          <pc:sldMk cId="0" sldId="261"/>
        </pc:sldMkLst>
        <pc:spChg chg="mod">
          <ac:chgData name="naveen karnam" userId="ec04f8c5ae1d04e8" providerId="Windows Live" clId="Web-{CDE764BD-12ED-2734-18EE-7D02C70F84F6}" dt="2025-09-11T05:11:32.563" v="26" actId="1076"/>
          <ac:spMkLst>
            <pc:docMk/>
            <pc:sldMk cId="0" sldId="261"/>
            <ac:spMk id="5" creationId="{00000000-0000-0000-0000-000000000000}"/>
          </ac:spMkLst>
        </pc:spChg>
      </pc:sldChg>
      <pc:sldChg chg="modSp">
        <pc:chgData name="naveen karnam" userId="ec04f8c5ae1d04e8" providerId="Windows Live" clId="Web-{CDE764BD-12ED-2734-18EE-7D02C70F84F6}" dt="2025-09-11T06:16:54.105" v="106" actId="1076"/>
        <pc:sldMkLst>
          <pc:docMk/>
          <pc:sldMk cId="0" sldId="266"/>
        </pc:sldMkLst>
        <pc:spChg chg="mod">
          <ac:chgData name="naveen karnam" userId="ec04f8c5ae1d04e8" providerId="Windows Live" clId="Web-{CDE764BD-12ED-2734-18EE-7D02C70F84F6}" dt="2025-09-11T06:16:48.886" v="105" actId="20577"/>
          <ac:spMkLst>
            <pc:docMk/>
            <pc:sldMk cId="0" sldId="266"/>
            <ac:spMk id="3" creationId="{00000000-0000-0000-0000-000000000000}"/>
          </ac:spMkLst>
        </pc:spChg>
        <pc:spChg chg="mod">
          <ac:chgData name="naveen karnam" userId="ec04f8c5ae1d04e8" providerId="Windows Live" clId="Web-{CDE764BD-12ED-2734-18EE-7D02C70F84F6}" dt="2025-09-11T06:16:54.105" v="106" actId="1076"/>
          <ac:spMkLst>
            <pc:docMk/>
            <pc:sldMk cId="0" sldId="266"/>
            <ac:spMk id="5" creationId="{00000000-0000-0000-0000-000000000000}"/>
          </ac:spMkLst>
        </pc:spChg>
      </pc:sldChg>
      <pc:sldChg chg="modSp">
        <pc:chgData name="naveen karnam" userId="ec04f8c5ae1d04e8" providerId="Windows Live" clId="Web-{CDE764BD-12ED-2734-18EE-7D02C70F84F6}" dt="2025-09-11T06:18:50.590" v="121" actId="20577"/>
        <pc:sldMkLst>
          <pc:docMk/>
          <pc:sldMk cId="0" sldId="276"/>
        </pc:sldMkLst>
        <pc:spChg chg="mod">
          <ac:chgData name="naveen karnam" userId="ec04f8c5ae1d04e8" providerId="Windows Live" clId="Web-{CDE764BD-12ED-2734-18EE-7D02C70F84F6}" dt="2025-09-11T06:18:27.965" v="115" actId="1076"/>
          <ac:spMkLst>
            <pc:docMk/>
            <pc:sldMk cId="0" sldId="276"/>
            <ac:spMk id="5" creationId="{00000000-0000-0000-0000-000000000000}"/>
          </ac:spMkLst>
        </pc:spChg>
        <pc:spChg chg="mod">
          <ac:chgData name="naveen karnam" userId="ec04f8c5ae1d04e8" providerId="Windows Live" clId="Web-{CDE764BD-12ED-2734-18EE-7D02C70F84F6}" dt="2025-09-11T06:18:50.590" v="121" actId="20577"/>
          <ac:spMkLst>
            <pc:docMk/>
            <pc:sldMk cId="0" sldId="276"/>
            <ac:spMk id="6" creationId="{00000000-0000-0000-0000-000000000000}"/>
          </ac:spMkLst>
        </pc:spChg>
        <pc:spChg chg="mod">
          <ac:chgData name="naveen karnam" userId="ec04f8c5ae1d04e8" providerId="Windows Live" clId="Web-{CDE764BD-12ED-2734-18EE-7D02C70F84F6}" dt="2025-09-11T06:18:32.871" v="116" actId="1076"/>
          <ac:spMkLst>
            <pc:docMk/>
            <pc:sldMk cId="0" sldId="276"/>
            <ac:spMk id="7" creationId="{00000000-0000-0000-0000-000000000000}"/>
          </ac:spMkLst>
        </pc:spChg>
      </pc:sldChg>
      <pc:sldChg chg="modSp">
        <pc:chgData name="naveen karnam" userId="ec04f8c5ae1d04e8" providerId="Windows Live" clId="Web-{CDE764BD-12ED-2734-18EE-7D02C70F84F6}" dt="2025-09-11T06:11:27.322" v="81" actId="20577"/>
        <pc:sldMkLst>
          <pc:docMk/>
          <pc:sldMk cId="0" sldId="281"/>
        </pc:sldMkLst>
        <pc:spChg chg="mod">
          <ac:chgData name="naveen karnam" userId="ec04f8c5ae1d04e8" providerId="Windows Live" clId="Web-{CDE764BD-12ED-2734-18EE-7D02C70F84F6}" dt="2025-09-11T06:11:27.322" v="81" actId="20577"/>
          <ac:spMkLst>
            <pc:docMk/>
            <pc:sldMk cId="0" sldId="281"/>
            <ac:spMk id="8" creationId="{00000000-0000-0000-0000-000000000000}"/>
          </ac:spMkLst>
        </pc:spChg>
      </pc:sldChg>
      <pc:sldChg chg="modSp">
        <pc:chgData name="naveen karnam" userId="ec04f8c5ae1d04e8" providerId="Windows Live" clId="Web-{CDE764BD-12ED-2734-18EE-7D02C70F84F6}" dt="2025-09-11T06:15:37.323" v="103" actId="20577"/>
        <pc:sldMkLst>
          <pc:docMk/>
          <pc:sldMk cId="0" sldId="282"/>
        </pc:sldMkLst>
        <pc:spChg chg="mod">
          <ac:chgData name="naveen karnam" userId="ec04f8c5ae1d04e8" providerId="Windows Live" clId="Web-{CDE764BD-12ED-2734-18EE-7D02C70F84F6}" dt="2025-09-11T06:14:51.620" v="93" actId="14100"/>
          <ac:spMkLst>
            <pc:docMk/>
            <pc:sldMk cId="0" sldId="282"/>
            <ac:spMk id="5" creationId="{00000000-0000-0000-0000-000000000000}"/>
          </ac:spMkLst>
        </pc:spChg>
        <pc:spChg chg="mod">
          <ac:chgData name="naveen karnam" userId="ec04f8c5ae1d04e8" providerId="Windows Live" clId="Web-{CDE764BD-12ED-2734-18EE-7D02C70F84F6}" dt="2025-09-11T06:14:16.588" v="85" actId="20577"/>
          <ac:spMkLst>
            <pc:docMk/>
            <pc:sldMk cId="0" sldId="282"/>
            <ac:spMk id="7" creationId="{00000000-0000-0000-0000-000000000000}"/>
          </ac:spMkLst>
        </pc:spChg>
        <pc:spChg chg="mod">
          <ac:chgData name="naveen karnam" userId="ec04f8c5ae1d04e8" providerId="Windows Live" clId="Web-{CDE764BD-12ED-2734-18EE-7D02C70F84F6}" dt="2025-09-11T06:15:37.323" v="103" actId="20577"/>
          <ac:spMkLst>
            <pc:docMk/>
            <pc:sldMk cId="0" sldId="282"/>
            <ac:spMk id="8" creationId="{00000000-0000-0000-0000-000000000000}"/>
          </ac:spMkLst>
        </pc:spChg>
      </pc:sldChg>
      <pc:sldChg chg="modSp">
        <pc:chgData name="naveen karnam" userId="ec04f8c5ae1d04e8" providerId="Windows Live" clId="Web-{CDE764BD-12ED-2734-18EE-7D02C70F84F6}" dt="2025-09-11T06:03:43.461" v="72" actId="14100"/>
        <pc:sldMkLst>
          <pc:docMk/>
          <pc:sldMk cId="1853494902" sldId="284"/>
        </pc:sldMkLst>
        <pc:spChg chg="mod">
          <ac:chgData name="naveen karnam" userId="ec04f8c5ae1d04e8" providerId="Windows Live" clId="Web-{CDE764BD-12ED-2734-18EE-7D02C70F84F6}" dt="2025-09-11T06:03:43.461" v="72" actId="14100"/>
          <ac:spMkLst>
            <pc:docMk/>
            <pc:sldMk cId="1853494902" sldId="284"/>
            <ac:spMk id="8" creationId="{BA2595D9-BF21-B83C-3DC5-A42871AE594F}"/>
          </ac:spMkLst>
        </pc:spChg>
      </pc:sldChg>
      <pc:sldChg chg="modSp">
        <pc:chgData name="naveen karnam" userId="ec04f8c5ae1d04e8" providerId="Windows Live" clId="Web-{CDE764BD-12ED-2734-18EE-7D02C70F84F6}" dt="2025-09-11T06:02:58.617" v="63" actId="1076"/>
        <pc:sldMkLst>
          <pc:docMk/>
          <pc:sldMk cId="4186907510" sldId="285"/>
        </pc:sldMkLst>
        <pc:spChg chg="mod">
          <ac:chgData name="naveen karnam" userId="ec04f8c5ae1d04e8" providerId="Windows Live" clId="Web-{CDE764BD-12ED-2734-18EE-7D02C70F84F6}" dt="2025-09-11T06:02:58.617" v="63" actId="1076"/>
          <ac:spMkLst>
            <pc:docMk/>
            <pc:sldMk cId="4186907510" sldId="285"/>
            <ac:spMk id="8" creationId="{0E2A706D-706D-38CA-FA81-63EC54306DFA}"/>
          </ac:spMkLst>
        </pc:spChg>
      </pc:sldChg>
      <pc:sldChg chg="modSp">
        <pc:chgData name="naveen karnam" userId="ec04f8c5ae1d04e8" providerId="Windows Live" clId="Web-{CDE764BD-12ED-2734-18EE-7D02C70F84F6}" dt="2025-09-11T06:01:39.429" v="55" actId="1076"/>
        <pc:sldMkLst>
          <pc:docMk/>
          <pc:sldMk cId="1742051840" sldId="286"/>
        </pc:sldMkLst>
        <pc:spChg chg="mod">
          <ac:chgData name="naveen karnam" userId="ec04f8c5ae1d04e8" providerId="Windows Live" clId="Web-{CDE764BD-12ED-2734-18EE-7D02C70F84F6}" dt="2025-09-11T05:59:49.960" v="36" actId="20577"/>
          <ac:spMkLst>
            <pc:docMk/>
            <pc:sldMk cId="1742051840" sldId="286"/>
            <ac:spMk id="5" creationId="{18313E29-6702-42DA-AA5E-ED6DE2CB0BCD}"/>
          </ac:spMkLst>
        </pc:spChg>
        <pc:spChg chg="mod">
          <ac:chgData name="naveen karnam" userId="ec04f8c5ae1d04e8" providerId="Windows Live" clId="Web-{CDE764BD-12ED-2734-18EE-7D02C70F84F6}" dt="2025-09-11T06:01:39.429" v="55" actId="1076"/>
          <ac:spMkLst>
            <pc:docMk/>
            <pc:sldMk cId="1742051840" sldId="286"/>
            <ac:spMk id="8" creationId="{051F0199-A6EA-F525-66B2-E6A85C59967B}"/>
          </ac:spMkLst>
        </pc:spChg>
      </pc:sldChg>
    </pc:docChg>
  </pc:docChgLst>
  <pc:docChgLst>
    <pc:chgData name="naveen karnam" userId="ec04f8c5ae1d04e8" providerId="Windows Live" clId="Web-{7698C6B0-A55A-1149-855B-E199EB0E3C3B}"/>
    <pc:docChg chg="addSld modSld">
      <pc:chgData name="naveen karnam" userId="ec04f8c5ae1d04e8" providerId="Windows Live" clId="Web-{7698C6B0-A55A-1149-855B-E199EB0E3C3B}" dt="2025-09-12T06:22:46.793" v="167" actId="1076"/>
      <pc:docMkLst>
        <pc:docMk/>
      </pc:docMkLst>
      <pc:sldChg chg="delSp modSp">
        <pc:chgData name="naveen karnam" userId="ec04f8c5ae1d04e8" providerId="Windows Live" clId="Web-{7698C6B0-A55A-1149-855B-E199EB0E3C3B}" dt="2025-09-12T06:16:34.121" v="144" actId="14100"/>
        <pc:sldMkLst>
          <pc:docMk/>
          <pc:sldMk cId="0" sldId="269"/>
        </pc:sldMkLst>
        <pc:spChg chg="mod">
          <ac:chgData name="naveen karnam" userId="ec04f8c5ae1d04e8" providerId="Windows Live" clId="Web-{7698C6B0-A55A-1149-855B-E199EB0E3C3B}" dt="2025-09-12T06:16:34.121" v="144" actId="14100"/>
          <ac:spMkLst>
            <pc:docMk/>
            <pc:sldMk cId="0" sldId="269"/>
            <ac:spMk id="3" creationId="{00000000-0000-0000-0000-000000000000}"/>
          </ac:spMkLst>
        </pc:spChg>
      </pc:sldChg>
      <pc:sldChg chg="addSp delSp modSp">
        <pc:chgData name="naveen karnam" userId="ec04f8c5ae1d04e8" providerId="Windows Live" clId="Web-{7698C6B0-A55A-1149-855B-E199EB0E3C3B}" dt="2025-09-12T06:14:21.027" v="139" actId="20577"/>
        <pc:sldMkLst>
          <pc:docMk/>
          <pc:sldMk cId="0" sldId="270"/>
        </pc:sldMkLst>
        <pc:spChg chg="mod">
          <ac:chgData name="naveen karnam" userId="ec04f8c5ae1d04e8" providerId="Windows Live" clId="Web-{7698C6B0-A55A-1149-855B-E199EB0E3C3B}" dt="2025-09-12T06:14:21.027" v="139" actId="20577"/>
          <ac:spMkLst>
            <pc:docMk/>
            <pc:sldMk cId="0" sldId="270"/>
            <ac:spMk id="4" creationId="{00000000-0000-0000-0000-000000000000}"/>
          </ac:spMkLst>
        </pc:spChg>
        <pc:spChg chg="add mod">
          <ac:chgData name="naveen karnam" userId="ec04f8c5ae1d04e8" providerId="Windows Live" clId="Web-{7698C6B0-A55A-1149-855B-E199EB0E3C3B}" dt="2025-09-12T05:53:53.633" v="74" actId="1076"/>
          <ac:spMkLst>
            <pc:docMk/>
            <pc:sldMk cId="0" sldId="270"/>
            <ac:spMk id="10" creationId="{FEF8BEDC-101F-C675-ACEF-BD90716993A2}"/>
          </ac:spMkLst>
        </pc:spChg>
        <pc:spChg chg="add mod">
          <ac:chgData name="naveen karnam" userId="ec04f8c5ae1d04e8" providerId="Windows Live" clId="Web-{7698C6B0-A55A-1149-855B-E199EB0E3C3B}" dt="2025-09-12T05:54:03.242" v="76" actId="1076"/>
          <ac:spMkLst>
            <pc:docMk/>
            <pc:sldMk cId="0" sldId="270"/>
            <ac:spMk id="12" creationId="{D08C4958-F8E2-5307-074F-4D305CA0AB65}"/>
          </ac:spMkLst>
        </pc:spChg>
      </pc:sldChg>
      <pc:sldChg chg="modSp">
        <pc:chgData name="naveen karnam" userId="ec04f8c5ae1d04e8" providerId="Windows Live" clId="Web-{7698C6B0-A55A-1149-855B-E199EB0E3C3B}" dt="2025-09-12T06:22:46.793" v="167" actId="1076"/>
        <pc:sldMkLst>
          <pc:docMk/>
          <pc:sldMk cId="4186907510" sldId="285"/>
        </pc:sldMkLst>
        <pc:spChg chg="mod">
          <ac:chgData name="naveen karnam" userId="ec04f8c5ae1d04e8" providerId="Windows Live" clId="Web-{7698C6B0-A55A-1149-855B-E199EB0E3C3B}" dt="2025-09-12T06:21:18.903" v="156" actId="20577"/>
          <ac:spMkLst>
            <pc:docMk/>
            <pc:sldMk cId="4186907510" sldId="285"/>
            <ac:spMk id="5" creationId="{91BE91A4-CB76-4E28-C4FA-CCDFD48DC885}"/>
          </ac:spMkLst>
        </pc:spChg>
        <pc:spChg chg="mod">
          <ac:chgData name="naveen karnam" userId="ec04f8c5ae1d04e8" providerId="Windows Live" clId="Web-{7698C6B0-A55A-1149-855B-E199EB0E3C3B}" dt="2025-09-12T06:22:46.793" v="167" actId="1076"/>
          <ac:spMkLst>
            <pc:docMk/>
            <pc:sldMk cId="4186907510" sldId="285"/>
            <ac:spMk id="8" creationId="{0E2A706D-706D-38CA-FA81-63EC54306DFA}"/>
          </ac:spMkLst>
        </pc:spChg>
      </pc:sldChg>
      <pc:sldChg chg="add replId">
        <pc:chgData name="naveen karnam" userId="ec04f8c5ae1d04e8" providerId="Windows Live" clId="Web-{7698C6B0-A55A-1149-855B-E199EB0E3C3B}" dt="2025-09-12T05:52:41.211" v="60"/>
        <pc:sldMkLst>
          <pc:docMk/>
          <pc:sldMk cId="368388849" sldId="288"/>
        </pc:sldMkLst>
      </pc:sldChg>
    </pc:docChg>
  </pc:docChgLst>
  <pc:docChgLst>
    <pc:chgData name="naveen karnam" userId="ec04f8c5ae1d04e8" providerId="Windows Live" clId="Web-{0453BCC1-DA5B-A692-E54E-34AD584D8703}"/>
    <pc:docChg chg="modSld">
      <pc:chgData name="naveen karnam" userId="ec04f8c5ae1d04e8" providerId="Windows Live" clId="Web-{0453BCC1-DA5B-A692-E54E-34AD584D8703}" dt="2025-09-08T04:28:52.177" v="84" actId="20577"/>
      <pc:docMkLst>
        <pc:docMk/>
      </pc:docMkLst>
      <pc:sldChg chg="addSp delSp modSp">
        <pc:chgData name="naveen karnam" userId="ec04f8c5ae1d04e8" providerId="Windows Live" clId="Web-{0453BCC1-DA5B-A692-E54E-34AD584D8703}" dt="2025-09-08T04:28:52.177" v="84" actId="20577"/>
        <pc:sldMkLst>
          <pc:docMk/>
          <pc:sldMk cId="0" sldId="271"/>
        </pc:sldMkLst>
        <pc:spChg chg="mod">
          <ac:chgData name="naveen karnam" userId="ec04f8c5ae1d04e8" providerId="Windows Live" clId="Web-{0453BCC1-DA5B-A692-E54E-34AD584D8703}" dt="2025-09-08T04:16:14.829" v="17" actId="14100"/>
          <ac:spMkLst>
            <pc:docMk/>
            <pc:sldMk cId="0" sldId="271"/>
            <ac:spMk id="5" creationId="{00000000-0000-0000-0000-000000000000}"/>
          </ac:spMkLst>
        </pc:spChg>
        <pc:spChg chg="mod">
          <ac:chgData name="naveen karnam" userId="ec04f8c5ae1d04e8" providerId="Windows Live" clId="Web-{0453BCC1-DA5B-A692-E54E-34AD584D8703}" dt="2025-09-08T04:28:52.177" v="84" actId="20577"/>
          <ac:spMkLst>
            <pc:docMk/>
            <pc:sldMk cId="0" sldId="271"/>
            <ac:spMk id="6" creationId="{00000000-0000-0000-0000-000000000000}"/>
          </ac:spMkLst>
        </pc:spChg>
        <pc:spChg chg="mod">
          <ac:chgData name="naveen karnam" userId="ec04f8c5ae1d04e8" providerId="Windows Live" clId="Web-{0453BCC1-DA5B-A692-E54E-34AD584D8703}" dt="2025-09-08T04:26:15.217" v="76" actId="20577"/>
          <ac:spMkLst>
            <pc:docMk/>
            <pc:sldMk cId="0" sldId="271"/>
            <ac:spMk id="8" creationId="{00000000-0000-0000-0000-000000000000}"/>
          </ac:spMkLst>
        </pc:spChg>
      </pc:sldChg>
      <pc:sldChg chg="modSp">
        <pc:chgData name="naveen karnam" userId="ec04f8c5ae1d04e8" providerId="Windows Live" clId="Web-{0453BCC1-DA5B-A692-E54E-34AD584D8703}" dt="2025-09-08T04:27:13.751" v="79" actId="20577"/>
        <pc:sldMkLst>
          <pc:docMk/>
          <pc:sldMk cId="0" sldId="272"/>
        </pc:sldMkLst>
        <pc:spChg chg="mod">
          <ac:chgData name="naveen karnam" userId="ec04f8c5ae1d04e8" providerId="Windows Live" clId="Web-{0453BCC1-DA5B-A692-E54E-34AD584D8703}" dt="2025-09-08T04:27:13.751" v="79" actId="20577"/>
          <ac:spMkLst>
            <pc:docMk/>
            <pc:sldMk cId="0" sldId="272"/>
            <ac:spMk id="6" creationId="{00000000-0000-0000-0000-000000000000}"/>
          </ac:spMkLst>
        </pc:spChg>
      </pc:sldChg>
    </pc:docChg>
  </pc:docChgLst>
  <pc:docChgLst>
    <pc:chgData name="naveen karnam" userId="ec04f8c5ae1d04e8" providerId="Windows Live" clId="Web-{2DA7FA3D-04EE-486D-8186-22F02569CC7B}"/>
    <pc:docChg chg="modSld">
      <pc:chgData name="naveen karnam" userId="ec04f8c5ae1d04e8" providerId="Windows Live" clId="Web-{2DA7FA3D-04EE-486D-8186-22F02569CC7B}" dt="2025-09-05T08:59:46.170" v="56" actId="20577"/>
      <pc:docMkLst>
        <pc:docMk/>
      </pc:docMkLst>
      <pc:sldChg chg="modSp">
        <pc:chgData name="naveen karnam" userId="ec04f8c5ae1d04e8" providerId="Windows Live" clId="Web-{2DA7FA3D-04EE-486D-8186-22F02569CC7B}" dt="2025-09-05T08:56:22.740" v="18"/>
        <pc:sldMkLst>
          <pc:docMk/>
          <pc:sldMk cId="0" sldId="270"/>
        </pc:sldMkLst>
      </pc:sldChg>
      <pc:sldChg chg="modSp">
        <pc:chgData name="naveen karnam" userId="ec04f8c5ae1d04e8" providerId="Windows Live" clId="Web-{2DA7FA3D-04EE-486D-8186-22F02569CC7B}" dt="2025-09-05T08:56:48.694" v="22" actId="20577"/>
        <pc:sldMkLst>
          <pc:docMk/>
          <pc:sldMk cId="0" sldId="271"/>
        </pc:sldMkLst>
        <pc:spChg chg="mod">
          <ac:chgData name="naveen karnam" userId="ec04f8c5ae1d04e8" providerId="Windows Live" clId="Web-{2DA7FA3D-04EE-486D-8186-22F02569CC7B}" dt="2025-09-05T08:56:48.694" v="22" actId="20577"/>
          <ac:spMkLst>
            <pc:docMk/>
            <pc:sldMk cId="0" sldId="271"/>
            <ac:spMk id="6" creationId="{00000000-0000-0000-0000-000000000000}"/>
          </ac:spMkLst>
        </pc:spChg>
      </pc:sldChg>
    </pc:docChg>
  </pc:docChgLst>
  <pc:docChgLst>
    <pc:chgData name="naveen karnam" userId="ec04f8c5ae1d04e8" providerId="Windows Live" clId="Web-{3FAC0533-58F6-4426-AB7E-AA3B1056A8AA}"/>
    <pc:docChg chg="modSld">
      <pc:chgData name="naveen karnam" userId="ec04f8c5ae1d04e8" providerId="Windows Live" clId="Web-{3FAC0533-58F6-4426-AB7E-AA3B1056A8AA}" dt="2025-09-04T06:07:08.394" v="144"/>
      <pc:docMkLst>
        <pc:docMk/>
      </pc:docMkLst>
      <pc:sldChg chg="modSp">
        <pc:chgData name="naveen karnam" userId="ec04f8c5ae1d04e8" providerId="Windows Live" clId="Web-{3FAC0533-58F6-4426-AB7E-AA3B1056A8AA}" dt="2025-09-04T05:50:14.123" v="142" actId="20577"/>
        <pc:sldMkLst>
          <pc:docMk/>
          <pc:sldMk cId="0" sldId="266"/>
        </pc:sldMkLst>
      </pc:sldChg>
      <pc:sldChg chg="modNotes">
        <pc:chgData name="naveen karnam" userId="ec04f8c5ae1d04e8" providerId="Windows Live" clId="Web-{3FAC0533-58F6-4426-AB7E-AA3B1056A8AA}" dt="2025-09-04T06:07:08.394" v="144"/>
        <pc:sldMkLst>
          <pc:docMk/>
          <pc:sldMk cId="0" sldId="282"/>
        </pc:sldMkLst>
      </pc:sldChg>
    </pc:docChg>
  </pc:docChgLst>
  <pc:docChgLst>
    <pc:chgData name="naveen karnam" userId="ec04f8c5ae1d04e8" providerId="Windows Live" clId="Web-{F737F45F-0D06-4003-8D90-912A1CEEBFCA}"/>
    <pc:docChg chg="modSld">
      <pc:chgData name="naveen karnam" userId="ec04f8c5ae1d04e8" providerId="Windows Live" clId="Web-{F737F45F-0D06-4003-8D90-912A1CEEBFCA}" dt="2025-09-03T06:52:47.647" v="1" actId="1076"/>
      <pc:docMkLst>
        <pc:docMk/>
      </pc:docMkLst>
      <pc:sldChg chg="modSp">
        <pc:chgData name="naveen karnam" userId="ec04f8c5ae1d04e8" providerId="Windows Live" clId="Web-{F737F45F-0D06-4003-8D90-912A1CEEBFCA}" dt="2025-09-03T06:52:47.647" v="1" actId="1076"/>
        <pc:sldMkLst>
          <pc:docMk/>
          <pc:sldMk cId="0" sldId="261"/>
        </pc:sldMkLst>
      </pc:sldChg>
    </pc:docChg>
  </pc:docChgLst>
  <pc:docChgLst>
    <pc:chgData name="naveen karnam" userId="ec04f8c5ae1d04e8" providerId="Windows Live" clId="Web-{AA1BD5E5-8C1F-D084-3F25-7A597467C66F}"/>
    <pc:docChg chg="modSld">
      <pc:chgData name="naveen karnam" userId="ec04f8c5ae1d04e8" providerId="Windows Live" clId="Web-{AA1BD5E5-8C1F-D084-3F25-7A597467C66F}" dt="2025-09-16T01:25:21.138" v="291" actId="20577"/>
      <pc:docMkLst>
        <pc:docMk/>
      </pc:docMkLst>
      <pc:sldChg chg="addSp modSp">
        <pc:chgData name="naveen karnam" userId="ec04f8c5ae1d04e8" providerId="Windows Live" clId="Web-{AA1BD5E5-8C1F-D084-3F25-7A597467C66F}" dt="2025-09-16T01:25:21.138" v="291" actId="20577"/>
        <pc:sldMkLst>
          <pc:docMk/>
          <pc:sldMk cId="0" sldId="266"/>
        </pc:sldMkLst>
        <pc:spChg chg="mod">
          <ac:chgData name="naveen karnam" userId="ec04f8c5ae1d04e8" providerId="Windows Live" clId="Web-{AA1BD5E5-8C1F-D084-3F25-7A597467C66F}" dt="2025-09-16T01:25:21.138" v="291" actId="20577"/>
          <ac:spMkLst>
            <pc:docMk/>
            <pc:sldMk cId="0" sldId="266"/>
            <ac:spMk id="3" creationId="{00000000-0000-0000-0000-000000000000}"/>
          </ac:spMkLst>
        </pc:spChg>
        <pc:spChg chg="mod">
          <ac:chgData name="naveen karnam" userId="ec04f8c5ae1d04e8" providerId="Windows Live" clId="Web-{AA1BD5E5-8C1F-D084-3F25-7A597467C66F}" dt="2025-09-16T01:23:04.263" v="248" actId="20577"/>
          <ac:spMkLst>
            <pc:docMk/>
            <pc:sldMk cId="0" sldId="266"/>
            <ac:spMk id="5" creationId="{00000000-0000-0000-0000-000000000000}"/>
          </ac:spMkLst>
        </pc:spChg>
        <pc:spChg chg="mod">
          <ac:chgData name="naveen karnam" userId="ec04f8c5ae1d04e8" providerId="Windows Live" clId="Web-{AA1BD5E5-8C1F-D084-3F25-7A597467C66F}" dt="2025-09-16T01:23:46.638" v="259" actId="14100"/>
          <ac:spMkLst>
            <pc:docMk/>
            <pc:sldMk cId="0" sldId="266"/>
            <ac:spMk id="6" creationId="{00000000-0000-0000-0000-000000000000}"/>
          </ac:spMkLst>
        </pc:spChg>
        <pc:spChg chg="add mod">
          <ac:chgData name="naveen karnam" userId="ec04f8c5ae1d04e8" providerId="Windows Live" clId="Web-{AA1BD5E5-8C1F-D084-3F25-7A597467C66F}" dt="2025-09-16T01:24:44.263" v="274" actId="14100"/>
          <ac:spMkLst>
            <pc:docMk/>
            <pc:sldMk cId="0" sldId="266"/>
            <ac:spMk id="10" creationId="{0D03E9F8-038D-C518-A113-54A3E199D92B}"/>
          </ac:spMkLst>
        </pc:spChg>
        <pc:graphicFrameChg chg="mod modGraphic">
          <ac:chgData name="naveen karnam" userId="ec04f8c5ae1d04e8" providerId="Windows Live" clId="Web-{AA1BD5E5-8C1F-D084-3F25-7A597467C66F}" dt="2025-09-16T01:23:32.513" v="258"/>
          <ac:graphicFrameMkLst>
            <pc:docMk/>
            <pc:sldMk cId="0" sldId="266"/>
            <ac:graphicFrameMk id="8" creationId="{00000000-0000-0000-0000-000000000000}"/>
          </ac:graphicFrameMkLst>
        </pc:graphicFrameChg>
      </pc:sldChg>
      <pc:sldChg chg="modSp">
        <pc:chgData name="naveen karnam" userId="ec04f8c5ae1d04e8" providerId="Windows Live" clId="Web-{AA1BD5E5-8C1F-D084-3F25-7A597467C66F}" dt="2025-09-16T01:09:44.179" v="36" actId="20577"/>
        <pc:sldMkLst>
          <pc:docMk/>
          <pc:sldMk cId="0" sldId="269"/>
        </pc:sldMkLst>
      </pc:sldChg>
      <pc:sldChg chg="modSp">
        <pc:chgData name="naveen karnam" userId="ec04f8c5ae1d04e8" providerId="Windows Live" clId="Web-{AA1BD5E5-8C1F-D084-3F25-7A597467C66F}" dt="2025-09-16T01:10:00.601" v="40" actId="20577"/>
        <pc:sldMkLst>
          <pc:docMk/>
          <pc:sldMk cId="0" sldId="270"/>
        </pc:sldMkLst>
        <pc:spChg chg="mod">
          <ac:chgData name="naveen karnam" userId="ec04f8c5ae1d04e8" providerId="Windows Live" clId="Web-{AA1BD5E5-8C1F-D084-3F25-7A597467C66F}" dt="2025-09-16T01:10:00.601" v="40" actId="20577"/>
          <ac:spMkLst>
            <pc:docMk/>
            <pc:sldMk cId="0" sldId="270"/>
            <ac:spMk id="4" creationId="{00000000-0000-0000-0000-000000000000}"/>
          </ac:spMkLst>
        </pc:spChg>
      </pc:sldChg>
      <pc:sldChg chg="modSp">
        <pc:chgData name="naveen karnam" userId="ec04f8c5ae1d04e8" providerId="Windows Live" clId="Web-{AA1BD5E5-8C1F-D084-3F25-7A597467C66F}" dt="2025-09-16T01:11:19.617" v="67" actId="20577"/>
        <pc:sldMkLst>
          <pc:docMk/>
          <pc:sldMk cId="0" sldId="271"/>
        </pc:sldMkLst>
        <pc:spChg chg="mod">
          <ac:chgData name="naveen karnam" userId="ec04f8c5ae1d04e8" providerId="Windows Live" clId="Web-{AA1BD5E5-8C1F-D084-3F25-7A597467C66F}" dt="2025-09-16T01:11:19.617" v="67" actId="20577"/>
          <ac:spMkLst>
            <pc:docMk/>
            <pc:sldMk cId="0" sldId="271"/>
            <ac:spMk id="6" creationId="{00000000-0000-0000-0000-000000000000}"/>
          </ac:spMkLst>
        </pc:spChg>
      </pc:sldChg>
      <pc:sldChg chg="modSp">
        <pc:chgData name="naveen karnam" userId="ec04f8c5ae1d04e8" providerId="Windows Live" clId="Web-{AA1BD5E5-8C1F-D084-3F25-7A597467C66F}" dt="2025-09-16T01:12:02.476" v="77" actId="20577"/>
        <pc:sldMkLst>
          <pc:docMk/>
          <pc:sldMk cId="0" sldId="272"/>
        </pc:sldMkLst>
        <pc:spChg chg="mod">
          <ac:chgData name="naveen karnam" userId="ec04f8c5ae1d04e8" providerId="Windows Live" clId="Web-{AA1BD5E5-8C1F-D084-3F25-7A597467C66F}" dt="2025-09-16T01:12:02.476" v="77" actId="20577"/>
          <ac:spMkLst>
            <pc:docMk/>
            <pc:sldMk cId="0" sldId="272"/>
            <ac:spMk id="6" creationId="{00000000-0000-0000-0000-000000000000}"/>
          </ac:spMkLst>
        </pc:spChg>
      </pc:sldChg>
      <pc:sldChg chg="modSp">
        <pc:chgData name="naveen karnam" userId="ec04f8c5ae1d04e8" providerId="Windows Live" clId="Web-{AA1BD5E5-8C1F-D084-3F25-7A597467C66F}" dt="2025-09-16T01:13:23.524" v="132"/>
        <pc:sldMkLst>
          <pc:docMk/>
          <pc:sldMk cId="0" sldId="273"/>
        </pc:sldMkLst>
        <pc:spChg chg="mod">
          <ac:chgData name="naveen karnam" userId="ec04f8c5ae1d04e8" providerId="Windows Live" clId="Web-{AA1BD5E5-8C1F-D084-3F25-7A597467C66F}" dt="2025-09-16T01:12:47.742" v="108" actId="1076"/>
          <ac:spMkLst>
            <pc:docMk/>
            <pc:sldMk cId="0" sldId="273"/>
            <ac:spMk id="3" creationId="{00000000-0000-0000-0000-000000000000}"/>
          </ac:spMkLst>
        </pc:spChg>
        <pc:spChg chg="mod">
          <ac:chgData name="naveen karnam" userId="ec04f8c5ae1d04e8" providerId="Windows Live" clId="Web-{AA1BD5E5-8C1F-D084-3F25-7A597467C66F}" dt="2025-09-16T01:12:53.602" v="110" actId="1076"/>
          <ac:spMkLst>
            <pc:docMk/>
            <pc:sldMk cId="0" sldId="273"/>
            <ac:spMk id="4" creationId="{00000000-0000-0000-0000-000000000000}"/>
          </ac:spMkLst>
        </pc:spChg>
        <pc:graphicFrameChg chg="mod modGraphic">
          <ac:chgData name="naveen karnam" userId="ec04f8c5ae1d04e8" providerId="Windows Live" clId="Web-{AA1BD5E5-8C1F-D084-3F25-7A597467C66F}" dt="2025-09-16T01:13:23.524" v="132"/>
          <ac:graphicFrameMkLst>
            <pc:docMk/>
            <pc:sldMk cId="0" sldId="273"/>
            <ac:graphicFrameMk id="2" creationId="{00000000-0000-0000-0000-000000000000}"/>
          </ac:graphicFrameMkLst>
        </pc:graphicFrameChg>
      </pc:sldChg>
      <pc:sldChg chg="modSp">
        <pc:chgData name="naveen karnam" userId="ec04f8c5ae1d04e8" providerId="Windows Live" clId="Web-{AA1BD5E5-8C1F-D084-3F25-7A597467C66F}" dt="2025-09-16T01:15:52.354" v="171" actId="20577"/>
        <pc:sldMkLst>
          <pc:docMk/>
          <pc:sldMk cId="0" sldId="275"/>
        </pc:sldMkLst>
        <pc:spChg chg="mod">
          <ac:chgData name="naveen karnam" userId="ec04f8c5ae1d04e8" providerId="Windows Live" clId="Web-{AA1BD5E5-8C1F-D084-3F25-7A597467C66F}" dt="2025-09-16T01:15:52.354" v="171" actId="20577"/>
          <ac:spMkLst>
            <pc:docMk/>
            <pc:sldMk cId="0" sldId="275"/>
            <ac:spMk id="4" creationId="{00000000-0000-0000-0000-000000000000}"/>
          </ac:spMkLst>
        </pc:spChg>
      </pc:sldChg>
      <pc:sldChg chg="modSp">
        <pc:chgData name="naveen karnam" userId="ec04f8c5ae1d04e8" providerId="Windows Live" clId="Web-{AA1BD5E5-8C1F-D084-3F25-7A597467C66F}" dt="2025-09-16T01:19:41.199" v="228" actId="20577"/>
        <pc:sldMkLst>
          <pc:docMk/>
          <pc:sldMk cId="0" sldId="276"/>
        </pc:sldMkLst>
        <pc:spChg chg="mod">
          <ac:chgData name="naveen karnam" userId="ec04f8c5ae1d04e8" providerId="Windows Live" clId="Web-{AA1BD5E5-8C1F-D084-3F25-7A597467C66F}" dt="2025-09-16T01:19:41.199" v="228" actId="20577"/>
          <ac:spMkLst>
            <pc:docMk/>
            <pc:sldMk cId="0" sldId="276"/>
            <ac:spMk id="6" creationId="{00000000-0000-0000-0000-000000000000}"/>
          </ac:spMkLst>
        </pc:spChg>
      </pc:sldChg>
      <pc:sldChg chg="modSp">
        <pc:chgData name="naveen karnam" userId="ec04f8c5ae1d04e8" providerId="Windows Live" clId="Web-{AA1BD5E5-8C1F-D084-3F25-7A597467C66F}" dt="2025-09-16T01:15:06.635" v="154" actId="20577"/>
        <pc:sldMkLst>
          <pc:docMk/>
          <pc:sldMk cId="0" sldId="278"/>
        </pc:sldMkLst>
        <pc:spChg chg="mod">
          <ac:chgData name="naveen karnam" userId="ec04f8c5ae1d04e8" providerId="Windows Live" clId="Web-{AA1BD5E5-8C1F-D084-3F25-7A597467C66F}" dt="2025-09-16T01:15:06.635" v="154" actId="20577"/>
          <ac:spMkLst>
            <pc:docMk/>
            <pc:sldMk cId="0" sldId="278"/>
            <ac:spMk id="6" creationId="{00000000-0000-0000-0000-000000000000}"/>
          </ac:spMkLst>
        </pc:spChg>
      </pc:sldChg>
      <pc:sldChg chg="modSp">
        <pc:chgData name="naveen karnam" userId="ec04f8c5ae1d04e8" providerId="Windows Live" clId="Web-{AA1BD5E5-8C1F-D084-3F25-7A597467C66F}" dt="2025-09-16T01:15:26.487" v="160" actId="20577"/>
        <pc:sldMkLst>
          <pc:docMk/>
          <pc:sldMk cId="0" sldId="279"/>
        </pc:sldMkLst>
        <pc:spChg chg="mod">
          <ac:chgData name="naveen karnam" userId="ec04f8c5ae1d04e8" providerId="Windows Live" clId="Web-{AA1BD5E5-8C1F-D084-3F25-7A597467C66F}" dt="2025-09-16T01:15:26.487" v="160" actId="20577"/>
          <ac:spMkLst>
            <pc:docMk/>
            <pc:sldMk cId="0" sldId="279"/>
            <ac:spMk id="6" creationId="{00000000-0000-0000-0000-000000000000}"/>
          </ac:spMkLst>
        </pc:spChg>
      </pc:sldChg>
      <pc:sldChg chg="modSp">
        <pc:chgData name="naveen karnam" userId="ec04f8c5ae1d04e8" providerId="Windows Live" clId="Web-{AA1BD5E5-8C1F-D084-3F25-7A597467C66F}" dt="2025-09-16T01:16:20.547" v="177" actId="20577"/>
        <pc:sldMkLst>
          <pc:docMk/>
          <pc:sldMk cId="0" sldId="280"/>
        </pc:sldMkLst>
        <pc:spChg chg="mod">
          <ac:chgData name="naveen karnam" userId="ec04f8c5ae1d04e8" providerId="Windows Live" clId="Web-{AA1BD5E5-8C1F-D084-3F25-7A597467C66F}" dt="2025-09-16T01:16:20.547" v="177" actId="20577"/>
          <ac:spMkLst>
            <pc:docMk/>
            <pc:sldMk cId="0" sldId="280"/>
            <ac:spMk id="4" creationId="{00000000-0000-0000-0000-000000000000}"/>
          </ac:spMkLst>
        </pc:spChg>
      </pc:sldChg>
      <pc:sldChg chg="modSp">
        <pc:chgData name="naveen karnam" userId="ec04f8c5ae1d04e8" providerId="Windows Live" clId="Web-{AA1BD5E5-8C1F-D084-3F25-7A597467C66F}" dt="2025-09-16T01:17:07.115" v="182" actId="20577"/>
        <pc:sldMkLst>
          <pc:docMk/>
          <pc:sldMk cId="0" sldId="281"/>
        </pc:sldMkLst>
        <pc:spChg chg="mod">
          <ac:chgData name="naveen karnam" userId="ec04f8c5ae1d04e8" providerId="Windows Live" clId="Web-{AA1BD5E5-8C1F-D084-3F25-7A597467C66F}" dt="2025-09-16T01:17:07.115" v="182" actId="20577"/>
          <ac:spMkLst>
            <pc:docMk/>
            <pc:sldMk cId="0" sldId="281"/>
            <ac:spMk id="6" creationId="{00000000-0000-0000-0000-000000000000}"/>
          </ac:spMkLst>
        </pc:spChg>
      </pc:sldChg>
      <pc:sldChg chg="modSp">
        <pc:chgData name="naveen karnam" userId="ec04f8c5ae1d04e8" providerId="Windows Live" clId="Web-{AA1BD5E5-8C1F-D084-3F25-7A597467C66F}" dt="2025-09-16T01:17:33.742" v="193" actId="20577"/>
        <pc:sldMkLst>
          <pc:docMk/>
          <pc:sldMk cId="0" sldId="282"/>
        </pc:sldMkLst>
        <pc:spChg chg="mod">
          <ac:chgData name="naveen karnam" userId="ec04f8c5ae1d04e8" providerId="Windows Live" clId="Web-{AA1BD5E5-8C1F-D084-3F25-7A597467C66F}" dt="2025-09-16T01:17:33.742" v="193" actId="20577"/>
          <ac:spMkLst>
            <pc:docMk/>
            <pc:sldMk cId="0" sldId="282"/>
            <ac:spMk id="6" creationId="{00000000-0000-0000-0000-000000000000}"/>
          </ac:spMkLst>
        </pc:spChg>
      </pc:sldChg>
      <pc:sldChg chg="modSp">
        <pc:chgData name="naveen karnam" userId="ec04f8c5ae1d04e8" providerId="Windows Live" clId="Web-{AA1BD5E5-8C1F-D084-3F25-7A597467C66F}" dt="2025-09-16T01:20:33.528" v="236" actId="20577"/>
        <pc:sldMkLst>
          <pc:docMk/>
          <pc:sldMk cId="0" sldId="283"/>
        </pc:sldMkLst>
        <pc:spChg chg="mod">
          <ac:chgData name="naveen karnam" userId="ec04f8c5ae1d04e8" providerId="Windows Live" clId="Web-{AA1BD5E5-8C1F-D084-3F25-7A597467C66F}" dt="2025-09-16T01:20:33.528" v="236" actId="20577"/>
          <ac:spMkLst>
            <pc:docMk/>
            <pc:sldMk cId="0" sldId="283"/>
            <ac:spMk id="6" creationId="{00000000-0000-0000-0000-000000000000}"/>
          </ac:spMkLst>
        </pc:spChg>
      </pc:sldChg>
      <pc:sldChg chg="modSp">
        <pc:chgData name="naveen karnam" userId="ec04f8c5ae1d04e8" providerId="Windows Live" clId="Web-{AA1BD5E5-8C1F-D084-3F25-7A597467C66F}" dt="2025-09-16T01:14:33.258" v="146" actId="20577"/>
        <pc:sldMkLst>
          <pc:docMk/>
          <pc:sldMk cId="1853494902" sldId="284"/>
        </pc:sldMkLst>
        <pc:spChg chg="mod">
          <ac:chgData name="naveen karnam" userId="ec04f8c5ae1d04e8" providerId="Windows Live" clId="Web-{AA1BD5E5-8C1F-D084-3F25-7A597467C66F}" dt="2025-09-16T01:14:33.258" v="146" actId="20577"/>
          <ac:spMkLst>
            <pc:docMk/>
            <pc:sldMk cId="1853494902" sldId="284"/>
            <ac:spMk id="6" creationId="{1E55713B-CF76-1F7A-014B-15468867A81B}"/>
          </ac:spMkLst>
        </pc:spChg>
      </pc:sldChg>
      <pc:sldChg chg="modSp">
        <pc:chgData name="naveen karnam" userId="ec04f8c5ae1d04e8" providerId="Windows Live" clId="Web-{AA1BD5E5-8C1F-D084-3F25-7A597467C66F}" dt="2025-09-16T01:10:46.836" v="60" actId="20577"/>
        <pc:sldMkLst>
          <pc:docMk/>
          <pc:sldMk cId="368388849" sldId="288"/>
        </pc:sldMkLst>
        <pc:spChg chg="mod">
          <ac:chgData name="naveen karnam" userId="ec04f8c5ae1d04e8" providerId="Windows Live" clId="Web-{AA1BD5E5-8C1F-D084-3F25-7A597467C66F}" dt="2025-09-16T01:10:46.836" v="60" actId="20577"/>
          <ac:spMkLst>
            <pc:docMk/>
            <pc:sldMk cId="368388849" sldId="288"/>
            <ac:spMk id="4" creationId="{F4411068-4269-2EE3-7506-35DB6430894E}"/>
          </ac:spMkLst>
        </pc:spChg>
      </pc:sldChg>
    </pc:docChg>
  </pc:docChgLst>
  <pc:docChgLst>
    <pc:chgData name="naveen karnam" userId="ec04f8c5ae1d04e8" providerId="Windows Live" clId="Web-{1E964C0D-4497-29F3-9CF2-18A32F21D5B1}"/>
    <pc:docChg chg="addSld modSld sldOrd">
      <pc:chgData name="naveen karnam" userId="ec04f8c5ae1d04e8" providerId="Windows Live" clId="Web-{1E964C0D-4497-29F3-9CF2-18A32F21D5B1}" dt="2025-09-07T11:47:12.519" v="791" actId="20577"/>
      <pc:docMkLst>
        <pc:docMk/>
      </pc:docMkLst>
      <pc:sldChg chg="modSp">
        <pc:chgData name="naveen karnam" userId="ec04f8c5ae1d04e8" providerId="Windows Live" clId="Web-{1E964C0D-4497-29F3-9CF2-18A32F21D5B1}" dt="2025-09-07T11:33:37.056" v="734"/>
        <pc:sldMkLst>
          <pc:docMk/>
          <pc:sldMk cId="0" sldId="266"/>
        </pc:sldMkLst>
        <pc:spChg chg="mod">
          <ac:chgData name="naveen karnam" userId="ec04f8c5ae1d04e8" providerId="Windows Live" clId="Web-{1E964C0D-4497-29F3-9CF2-18A32F21D5B1}" dt="2025-09-07T11:33:08.352" v="711" actId="20577"/>
          <ac:spMkLst>
            <pc:docMk/>
            <pc:sldMk cId="0" sldId="266"/>
            <ac:spMk id="5" creationId="{00000000-0000-0000-0000-000000000000}"/>
          </ac:spMkLst>
        </pc:spChg>
        <pc:graphicFrameChg chg="mod modGraphic">
          <ac:chgData name="naveen karnam" userId="ec04f8c5ae1d04e8" providerId="Windows Live" clId="Web-{1E964C0D-4497-29F3-9CF2-18A32F21D5B1}" dt="2025-09-07T11:33:37.056" v="734"/>
          <ac:graphicFrameMkLst>
            <pc:docMk/>
            <pc:sldMk cId="0" sldId="266"/>
            <ac:graphicFrameMk id="8" creationId="{00000000-0000-0000-0000-000000000000}"/>
          </ac:graphicFrameMkLst>
        </pc:graphicFrameChg>
      </pc:sldChg>
      <pc:sldChg chg="modSp">
        <pc:chgData name="naveen karnam" userId="ec04f8c5ae1d04e8" providerId="Windows Live" clId="Web-{1E964C0D-4497-29F3-9CF2-18A32F21D5B1}" dt="2025-09-07T11:47:12.519" v="791" actId="20577"/>
        <pc:sldMkLst>
          <pc:docMk/>
          <pc:sldMk cId="0" sldId="269"/>
        </pc:sldMkLst>
      </pc:sldChg>
      <pc:sldChg chg="ord">
        <pc:chgData name="naveen karnam" userId="ec04f8c5ae1d04e8" providerId="Windows Live" clId="Web-{1E964C0D-4497-29F3-9CF2-18A32F21D5B1}" dt="2025-09-07T08:20:53.270" v="368"/>
        <pc:sldMkLst>
          <pc:docMk/>
          <pc:sldMk cId="0" sldId="275"/>
        </pc:sldMkLst>
      </pc:sldChg>
      <pc:sldChg chg="ord">
        <pc:chgData name="naveen karnam" userId="ec04f8c5ae1d04e8" providerId="Windows Live" clId="Web-{1E964C0D-4497-29F3-9CF2-18A32F21D5B1}" dt="2025-09-07T11:40:41.102" v="767"/>
        <pc:sldMkLst>
          <pc:docMk/>
          <pc:sldMk cId="0" sldId="276"/>
        </pc:sldMkLst>
      </pc:sldChg>
      <pc:sldChg chg="modSp">
        <pc:chgData name="naveen karnam" userId="ec04f8c5ae1d04e8" providerId="Windows Live" clId="Web-{1E964C0D-4497-29F3-9CF2-18A32F21D5B1}" dt="2025-09-07T10:38:19.537" v="540"/>
        <pc:sldMkLst>
          <pc:docMk/>
          <pc:sldMk cId="0" sldId="281"/>
        </pc:sldMkLst>
        <pc:spChg chg="mod">
          <ac:chgData name="naveen karnam" userId="ec04f8c5ae1d04e8" providerId="Windows Live" clId="Web-{1E964C0D-4497-29F3-9CF2-18A32F21D5B1}" dt="2025-09-07T10:15:56.372" v="513" actId="1076"/>
          <ac:spMkLst>
            <pc:docMk/>
            <pc:sldMk cId="0" sldId="281"/>
            <ac:spMk id="5" creationId="{00000000-0000-0000-0000-000000000000}"/>
          </ac:spMkLst>
        </pc:spChg>
        <pc:spChg chg="mod">
          <ac:chgData name="naveen karnam" userId="ec04f8c5ae1d04e8" providerId="Windows Live" clId="Web-{1E964C0D-4497-29F3-9CF2-18A32F21D5B1}" dt="2025-09-07T10:32:58.916" v="517" actId="20577"/>
          <ac:spMkLst>
            <pc:docMk/>
            <pc:sldMk cId="0" sldId="281"/>
            <ac:spMk id="6" creationId="{00000000-0000-0000-0000-000000000000}"/>
          </ac:spMkLst>
        </pc:spChg>
        <pc:spChg chg="mod">
          <ac:chgData name="naveen karnam" userId="ec04f8c5ae1d04e8" providerId="Windows Live" clId="Web-{1E964C0D-4497-29F3-9CF2-18A32F21D5B1}" dt="2025-09-07T10:38:19.537" v="540"/>
          <ac:spMkLst>
            <pc:docMk/>
            <pc:sldMk cId="0" sldId="281"/>
            <ac:spMk id="7" creationId="{00000000-0000-0000-0000-000000000000}"/>
          </ac:spMkLst>
        </pc:spChg>
        <pc:spChg chg="mod">
          <ac:chgData name="naveen karnam" userId="ec04f8c5ae1d04e8" providerId="Windows Live" clId="Web-{1E964C0D-4497-29F3-9CF2-18A32F21D5B1}" dt="2025-09-07T10:37:50.912" v="539" actId="1076"/>
          <ac:spMkLst>
            <pc:docMk/>
            <pc:sldMk cId="0" sldId="281"/>
            <ac:spMk id="8" creationId="{00000000-0000-0000-0000-000000000000}"/>
          </ac:spMkLst>
        </pc:spChg>
      </pc:sldChg>
      <pc:sldChg chg="modSp">
        <pc:chgData name="naveen karnam" userId="ec04f8c5ae1d04e8" providerId="Windows Live" clId="Web-{1E964C0D-4497-29F3-9CF2-18A32F21D5B1}" dt="2025-09-07T11:35:13.013" v="754" actId="1076"/>
        <pc:sldMkLst>
          <pc:docMk/>
          <pc:sldMk cId="0" sldId="282"/>
        </pc:sldMkLst>
        <pc:spChg chg="mod">
          <ac:chgData name="naveen karnam" userId="ec04f8c5ae1d04e8" providerId="Windows Live" clId="Web-{1E964C0D-4497-29F3-9CF2-18A32F21D5B1}" dt="2025-09-07T11:34:54.792" v="753" actId="1076"/>
          <ac:spMkLst>
            <pc:docMk/>
            <pc:sldMk cId="0" sldId="282"/>
            <ac:spMk id="5" creationId="{00000000-0000-0000-0000-000000000000}"/>
          </ac:spMkLst>
        </pc:spChg>
        <pc:spChg chg="mod">
          <ac:chgData name="naveen karnam" userId="ec04f8c5ae1d04e8" providerId="Windows Live" clId="Web-{1E964C0D-4497-29F3-9CF2-18A32F21D5B1}" dt="2025-09-07T11:34:41.604" v="752" actId="20577"/>
          <ac:spMkLst>
            <pc:docMk/>
            <pc:sldMk cId="0" sldId="282"/>
            <ac:spMk id="6" creationId="{00000000-0000-0000-0000-000000000000}"/>
          </ac:spMkLst>
        </pc:spChg>
        <pc:spChg chg="mod">
          <ac:chgData name="naveen karnam" userId="ec04f8c5ae1d04e8" providerId="Windows Live" clId="Web-{1E964C0D-4497-29F3-9CF2-18A32F21D5B1}" dt="2025-09-07T11:35:13.013" v="754" actId="1076"/>
          <ac:spMkLst>
            <pc:docMk/>
            <pc:sldMk cId="0" sldId="282"/>
            <ac:spMk id="7" creationId="{00000000-0000-0000-0000-000000000000}"/>
          </ac:spMkLst>
        </pc:spChg>
        <pc:spChg chg="mod">
          <ac:chgData name="naveen karnam" userId="ec04f8c5ae1d04e8" providerId="Windows Live" clId="Web-{1E964C0D-4497-29F3-9CF2-18A32F21D5B1}" dt="2025-09-07T11:31:31.470" v="704" actId="1076"/>
          <ac:spMkLst>
            <pc:docMk/>
            <pc:sldMk cId="0" sldId="282"/>
            <ac:spMk id="8" creationId="{00000000-0000-0000-0000-000000000000}"/>
          </ac:spMkLst>
        </pc:spChg>
      </pc:sldChg>
      <pc:sldChg chg="modSp">
        <pc:chgData name="naveen karnam" userId="ec04f8c5ae1d04e8" providerId="Windows Live" clId="Web-{1E964C0D-4497-29F3-9CF2-18A32F21D5B1}" dt="2025-09-07T07:31:26.264" v="64" actId="20577"/>
        <pc:sldMkLst>
          <pc:docMk/>
          <pc:sldMk cId="1853494902" sldId="284"/>
        </pc:sldMkLst>
        <pc:spChg chg="mod">
          <ac:chgData name="naveen karnam" userId="ec04f8c5ae1d04e8" providerId="Windows Live" clId="Web-{1E964C0D-4497-29F3-9CF2-18A32F21D5B1}" dt="2025-09-07T07:31:26.264" v="64" actId="20577"/>
          <ac:spMkLst>
            <pc:docMk/>
            <pc:sldMk cId="1853494902" sldId="284"/>
            <ac:spMk id="6" creationId="{1E55713B-CF76-1F7A-014B-15468867A81B}"/>
          </ac:spMkLst>
        </pc:spChg>
      </pc:sldChg>
      <pc:sldChg chg="modSp">
        <pc:chgData name="naveen karnam" userId="ec04f8c5ae1d04e8" providerId="Windows Live" clId="Web-{1E964C0D-4497-29F3-9CF2-18A32F21D5B1}" dt="2025-09-07T07:55:55.133" v="367" actId="20577"/>
        <pc:sldMkLst>
          <pc:docMk/>
          <pc:sldMk cId="4186907510" sldId="285"/>
        </pc:sldMkLst>
        <pc:spChg chg="mod">
          <ac:chgData name="naveen karnam" userId="ec04f8c5ae1d04e8" providerId="Windows Live" clId="Web-{1E964C0D-4497-29F3-9CF2-18A32F21D5B1}" dt="2025-09-07T07:50:41.997" v="317" actId="20577"/>
          <ac:spMkLst>
            <pc:docMk/>
            <pc:sldMk cId="4186907510" sldId="285"/>
            <ac:spMk id="5" creationId="{91BE91A4-CB76-4E28-C4FA-CCDFD48DC885}"/>
          </ac:spMkLst>
        </pc:spChg>
        <pc:spChg chg="mod">
          <ac:chgData name="naveen karnam" userId="ec04f8c5ae1d04e8" providerId="Windows Live" clId="Web-{1E964C0D-4497-29F3-9CF2-18A32F21D5B1}" dt="2025-09-07T07:55:55.133" v="367" actId="20577"/>
          <ac:spMkLst>
            <pc:docMk/>
            <pc:sldMk cId="4186907510" sldId="285"/>
            <ac:spMk id="6" creationId="{187CAC6F-5E70-8DAF-E730-695985E294D5}"/>
          </ac:spMkLst>
        </pc:spChg>
        <pc:spChg chg="mod">
          <ac:chgData name="naveen karnam" userId="ec04f8c5ae1d04e8" providerId="Windows Live" clId="Web-{1E964C0D-4497-29F3-9CF2-18A32F21D5B1}" dt="2025-09-07T07:50:49.169" v="321" actId="20577"/>
          <ac:spMkLst>
            <pc:docMk/>
            <pc:sldMk cId="4186907510" sldId="285"/>
            <ac:spMk id="8" creationId="{0E2A706D-706D-38CA-FA81-63EC54306DFA}"/>
          </ac:spMkLst>
        </pc:spChg>
      </pc:sldChg>
      <pc:sldChg chg="modSp add replId">
        <pc:chgData name="naveen karnam" userId="ec04f8c5ae1d04e8" providerId="Windows Live" clId="Web-{1E964C0D-4497-29F3-9CF2-18A32F21D5B1}" dt="2025-09-07T07:50:17.075" v="313" actId="1076"/>
        <pc:sldMkLst>
          <pc:docMk/>
          <pc:sldMk cId="1742051840" sldId="286"/>
        </pc:sldMkLst>
        <pc:spChg chg="mod">
          <ac:chgData name="naveen karnam" userId="ec04f8c5ae1d04e8" providerId="Windows Live" clId="Web-{1E964C0D-4497-29F3-9CF2-18A32F21D5B1}" dt="2025-09-07T07:48:37.636" v="300" actId="1076"/>
          <ac:spMkLst>
            <pc:docMk/>
            <pc:sldMk cId="1742051840" sldId="286"/>
            <ac:spMk id="5" creationId="{18313E29-6702-42DA-AA5E-ED6DE2CB0BCD}"/>
          </ac:spMkLst>
        </pc:spChg>
        <pc:spChg chg="mod">
          <ac:chgData name="naveen karnam" userId="ec04f8c5ae1d04e8" providerId="Windows Live" clId="Web-{1E964C0D-4497-29F3-9CF2-18A32F21D5B1}" dt="2025-09-07T07:50:17.075" v="313" actId="1076"/>
          <ac:spMkLst>
            <pc:docMk/>
            <pc:sldMk cId="1742051840" sldId="286"/>
            <ac:spMk id="8" creationId="{051F0199-A6EA-F525-66B2-E6A85C59967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0E382750-DFCD-4C9D-A74A-D662C1B53F01}" type="datetimeFigureOut">
              <a:t>4/20/2026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FDF42B53-5AE0-46C5-9045-CF10BFBF60CC}" type="slidenum">
              <a:t>‹#›</a:t>
            </a:fld>
            <a:endParaRPr lang="en-US"/>
          </a:p>
        </p:txBody>
      </p:sp>
    </p:spTree>
    <p:extLst>
      <p:ext uri="{BB962C8B-B14F-4D97-AF65-F5344CB8AC3E}">
        <p14:creationId xmlns:p14="http://schemas.microsoft.com/office/powerpoint/2010/main" val="136785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40298-2820-ACD3-E164-25FD484EA9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633FA-5817-3590-94C3-0A106B5EC7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CA6B8D-FEAC-C45C-8B92-8FA4CC9417C5}"/>
              </a:ext>
            </a:extLst>
          </p:cNvPr>
          <p:cNvSpPr>
            <a:spLocks noGrp="1"/>
          </p:cNvSpPr>
          <p:nvPr>
            <p:ph type="body" idx="1"/>
          </p:nvPr>
        </p:nvSpPr>
        <p:spPr/>
        <p:txBody>
          <a:bodyPr/>
          <a:lstStyle/>
          <a:p>
            <a:pPr marL="285750" indent="-285750">
              <a:buFont typeface="Arial"/>
              <a:buChar char="•"/>
            </a:pPr>
            <a:r>
              <a:rPr lang="en-US" dirty="0" err="1">
                <a:solidFill>
                  <a:srgbClr val="545D7E"/>
                </a:solidFill>
              </a:rPr>
              <a:t>list.sort</a:t>
            </a:r>
            <a:r>
              <a:rPr lang="en-US" dirty="0">
                <a:solidFill>
                  <a:srgbClr val="545D7E"/>
                </a:solidFill>
              </a:rPr>
              <a:t>(): This is a method that sorts a list in-place, meaning it modifies the original list directly and does not return a new list. It returns None.</a:t>
            </a:r>
            <a:endParaRPr lang="en-US" dirty="0"/>
          </a:p>
          <a:p>
            <a:pPr marL="285750" indent="-285750">
              <a:buFont typeface="Arial"/>
              <a:buChar char="•"/>
            </a:pPr>
            <a:r>
              <a:rPr lang="en-US" dirty="0">
                <a:solidFill>
                  <a:srgbClr val="545D7E"/>
                </a:solidFill>
              </a:rPr>
              <a:t>sorted(</a:t>
            </a:r>
            <a:r>
              <a:rPr lang="en-US" dirty="0" err="1">
                <a:solidFill>
                  <a:srgbClr val="545D7E"/>
                </a:solidFill>
              </a:rPr>
              <a:t>iterable</a:t>
            </a:r>
            <a:r>
              <a:rPr lang="en-US" dirty="0">
                <a:solidFill>
                  <a:srgbClr val="545D7E"/>
                </a:solidFill>
              </a:rPr>
              <a:t>): This is a built-in function that returns a new sorted list from the elements of any </a:t>
            </a:r>
            <a:r>
              <a:rPr lang="en-US" dirty="0" err="1">
                <a:solidFill>
                  <a:srgbClr val="545D7E"/>
                </a:solidFill>
              </a:rPr>
              <a:t>iterable</a:t>
            </a:r>
            <a:r>
              <a:rPr lang="en-US" dirty="0">
                <a:solidFill>
                  <a:srgbClr val="545D7E"/>
                </a:solidFill>
              </a:rPr>
              <a:t> (e.g., lists, tuples, strings, sets, dictionaries). It does not modify the original </a:t>
            </a:r>
            <a:r>
              <a:rPr lang="en-US" dirty="0" err="1">
                <a:solidFill>
                  <a:srgbClr val="545D7E"/>
                </a:solidFill>
              </a:rPr>
              <a:t>iterable</a:t>
            </a:r>
            <a:r>
              <a:rPr lang="en-US" dirty="0">
                <a:solidFill>
                  <a:srgbClr val="545D7E"/>
                </a:solidFill>
              </a:rPr>
              <a:t>.</a:t>
            </a:r>
            <a:endParaRPr lang="en-US" dirty="0"/>
          </a:p>
          <a:p>
            <a:endParaRPr lang="en-US" dirty="0">
              <a:ea typeface="Calibri"/>
              <a:cs typeface="Calibri"/>
            </a:endParaRPr>
          </a:p>
        </p:txBody>
      </p:sp>
      <p:sp>
        <p:nvSpPr>
          <p:cNvPr id="4" name="Slide Number Placeholder 3">
            <a:extLst>
              <a:ext uri="{FF2B5EF4-FFF2-40B4-BE49-F238E27FC236}">
                <a16:creationId xmlns:a16="http://schemas.microsoft.com/office/drawing/2014/main" id="{284C93EC-6EAB-2429-17DC-A12F206D3071}"/>
              </a:ext>
            </a:extLst>
          </p:cNvPr>
          <p:cNvSpPr>
            <a:spLocks noGrp="1"/>
          </p:cNvSpPr>
          <p:nvPr>
            <p:ph type="sldNum" sz="quarter" idx="5"/>
          </p:nvPr>
        </p:nvSpPr>
        <p:spPr/>
        <p:txBody>
          <a:bodyPr/>
          <a:lstStyle/>
          <a:p>
            <a:fld id="{FDF42B53-5AE0-46C5-9045-CF10BFBF60CC}" type="slidenum">
              <a:t>19</a:t>
            </a:fld>
            <a:endParaRPr lang="en-US"/>
          </a:p>
        </p:txBody>
      </p:sp>
    </p:spTree>
    <p:extLst>
      <p:ext uri="{BB962C8B-B14F-4D97-AF65-F5344CB8AC3E}">
        <p14:creationId xmlns:p14="http://schemas.microsoft.com/office/powerpoint/2010/main" val="803988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2F606-7F7F-2DE4-2057-85D8165C2A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33CB4-7690-6AE9-9B8C-12364669E3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1F3FBF-C17F-2BBA-FEB7-082359DC3B4F}"/>
              </a:ext>
            </a:extLst>
          </p:cNvPr>
          <p:cNvSpPr>
            <a:spLocks noGrp="1"/>
          </p:cNvSpPr>
          <p:nvPr>
            <p:ph type="body" idx="1"/>
          </p:nvPr>
        </p:nvSpPr>
        <p:spPr/>
        <p:txBody>
          <a:bodyPr/>
          <a:lstStyle/>
          <a:p>
            <a:pPr marL="285750" indent="-285750">
              <a:buFont typeface="Arial"/>
              <a:buChar char="•"/>
            </a:pPr>
            <a:r>
              <a:rPr lang="en-US" dirty="0" err="1">
                <a:solidFill>
                  <a:srgbClr val="545D7E"/>
                </a:solidFill>
              </a:rPr>
              <a:t>list.sort</a:t>
            </a:r>
            <a:r>
              <a:rPr lang="en-US" dirty="0">
                <a:solidFill>
                  <a:srgbClr val="545D7E"/>
                </a:solidFill>
              </a:rPr>
              <a:t>(): This is a method that sorts a list in-place, meaning it modifies the original list directly and does not return a new list. It returns None.</a:t>
            </a:r>
            <a:endParaRPr lang="en-US" dirty="0"/>
          </a:p>
          <a:p>
            <a:pPr marL="285750" indent="-285750">
              <a:buFont typeface="Arial"/>
              <a:buChar char="•"/>
            </a:pPr>
            <a:r>
              <a:rPr lang="en-US" dirty="0">
                <a:solidFill>
                  <a:srgbClr val="545D7E"/>
                </a:solidFill>
              </a:rPr>
              <a:t>sorted(</a:t>
            </a:r>
            <a:r>
              <a:rPr lang="en-US" dirty="0" err="1">
                <a:solidFill>
                  <a:srgbClr val="545D7E"/>
                </a:solidFill>
              </a:rPr>
              <a:t>iterable</a:t>
            </a:r>
            <a:r>
              <a:rPr lang="en-US" dirty="0">
                <a:solidFill>
                  <a:srgbClr val="545D7E"/>
                </a:solidFill>
              </a:rPr>
              <a:t>): This is a built-in function that returns a new sorted list from the elements of any </a:t>
            </a:r>
            <a:r>
              <a:rPr lang="en-US" dirty="0" err="1">
                <a:solidFill>
                  <a:srgbClr val="545D7E"/>
                </a:solidFill>
              </a:rPr>
              <a:t>iterable</a:t>
            </a:r>
            <a:r>
              <a:rPr lang="en-US" dirty="0">
                <a:solidFill>
                  <a:srgbClr val="545D7E"/>
                </a:solidFill>
              </a:rPr>
              <a:t> (e.g., lists, tuples, strings, sets, dictionaries). It does not modify the original </a:t>
            </a:r>
            <a:r>
              <a:rPr lang="en-US" dirty="0" err="1">
                <a:solidFill>
                  <a:srgbClr val="545D7E"/>
                </a:solidFill>
              </a:rPr>
              <a:t>iterable</a:t>
            </a:r>
            <a:r>
              <a:rPr lang="en-US" dirty="0">
                <a:solidFill>
                  <a:srgbClr val="545D7E"/>
                </a:solidFill>
              </a:rPr>
              <a:t>.</a:t>
            </a:r>
            <a:endParaRPr lang="en-US" dirty="0"/>
          </a:p>
          <a:p>
            <a:endParaRPr lang="en-US" dirty="0">
              <a:ea typeface="Calibri"/>
              <a:cs typeface="Calibri"/>
            </a:endParaRPr>
          </a:p>
        </p:txBody>
      </p:sp>
      <p:sp>
        <p:nvSpPr>
          <p:cNvPr id="4" name="Slide Number Placeholder 3">
            <a:extLst>
              <a:ext uri="{FF2B5EF4-FFF2-40B4-BE49-F238E27FC236}">
                <a16:creationId xmlns:a16="http://schemas.microsoft.com/office/drawing/2014/main" id="{496BFA3E-FA2C-C251-7CB6-B49EB6271CB6}"/>
              </a:ext>
            </a:extLst>
          </p:cNvPr>
          <p:cNvSpPr>
            <a:spLocks noGrp="1"/>
          </p:cNvSpPr>
          <p:nvPr>
            <p:ph type="sldNum" sz="quarter" idx="5"/>
          </p:nvPr>
        </p:nvSpPr>
        <p:spPr/>
        <p:txBody>
          <a:bodyPr/>
          <a:lstStyle/>
          <a:p>
            <a:fld id="{FDF42B53-5AE0-46C5-9045-CF10BFBF60CC}" type="slidenum">
              <a:t>20</a:t>
            </a:fld>
            <a:endParaRPr lang="en-US"/>
          </a:p>
        </p:txBody>
      </p:sp>
    </p:spTree>
    <p:extLst>
      <p:ext uri="{BB962C8B-B14F-4D97-AF65-F5344CB8AC3E}">
        <p14:creationId xmlns:p14="http://schemas.microsoft.com/office/powerpoint/2010/main" val="1809357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05B43-C53C-6D48-6EB7-473244401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74B8D-243F-BDE7-54B2-60089BA03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56EE1B-F7B8-4C8C-245B-4713ABD4C732}"/>
              </a:ext>
            </a:extLst>
          </p:cNvPr>
          <p:cNvSpPr>
            <a:spLocks noGrp="1"/>
          </p:cNvSpPr>
          <p:nvPr>
            <p:ph type="body" idx="1"/>
          </p:nvPr>
        </p:nvSpPr>
        <p:spPr/>
        <p:txBody>
          <a:bodyPr/>
          <a:lstStyle/>
          <a:p>
            <a:pPr marL="285750" indent="-285750">
              <a:buFont typeface="Arial"/>
              <a:buChar char="•"/>
            </a:pPr>
            <a:r>
              <a:rPr lang="en-US" err="1">
                <a:solidFill>
                  <a:srgbClr val="545D7E"/>
                </a:solidFill>
              </a:rPr>
              <a:t>list.sort</a:t>
            </a:r>
            <a:r>
              <a:rPr lang="en-US">
                <a:solidFill>
                  <a:srgbClr val="545D7E"/>
                </a:solidFill>
              </a:rPr>
              <a:t>(): This is a method that sorts a list in-place, meaning it modifies the original list directly and does not return a new list. It returns None.</a:t>
            </a:r>
            <a:endParaRPr lang="en-US"/>
          </a:p>
          <a:p>
            <a:pPr marL="285750" indent="-285750">
              <a:buFont typeface="Arial"/>
              <a:buChar char="•"/>
            </a:pPr>
            <a:r>
              <a:rPr lang="en-US">
                <a:solidFill>
                  <a:srgbClr val="545D7E"/>
                </a:solidFill>
              </a:rPr>
              <a:t>sorted(</a:t>
            </a:r>
            <a:r>
              <a:rPr lang="en-US" err="1">
                <a:solidFill>
                  <a:srgbClr val="545D7E"/>
                </a:solidFill>
              </a:rPr>
              <a:t>iterable</a:t>
            </a:r>
            <a:r>
              <a:rPr lang="en-US">
                <a:solidFill>
                  <a:srgbClr val="545D7E"/>
                </a:solidFill>
              </a:rPr>
              <a:t>): This is a built-in function that returns a new sorted list from the elements of any </a:t>
            </a:r>
            <a:r>
              <a:rPr lang="en-US" err="1">
                <a:solidFill>
                  <a:srgbClr val="545D7E"/>
                </a:solidFill>
              </a:rPr>
              <a:t>iterable</a:t>
            </a:r>
            <a:r>
              <a:rPr lang="en-US">
                <a:solidFill>
                  <a:srgbClr val="545D7E"/>
                </a:solidFill>
              </a:rPr>
              <a:t> (e.g., lists, tuples, strings, sets, dictionaries). It does not modify the original </a:t>
            </a:r>
            <a:r>
              <a:rPr lang="en-US" err="1">
                <a:solidFill>
                  <a:srgbClr val="545D7E"/>
                </a:solidFill>
              </a:rPr>
              <a:t>iterable</a:t>
            </a:r>
            <a:r>
              <a:rPr lang="en-US">
                <a:solidFill>
                  <a:srgbClr val="545D7E"/>
                </a:solidFill>
              </a:rPr>
              <a:t>.</a:t>
            </a:r>
            <a:endParaRPr lang="en-US"/>
          </a:p>
          <a:p>
            <a:endParaRPr lang="en-US">
              <a:ea typeface="Calibri"/>
              <a:cs typeface="Calibri"/>
            </a:endParaRPr>
          </a:p>
        </p:txBody>
      </p:sp>
      <p:sp>
        <p:nvSpPr>
          <p:cNvPr id="4" name="Slide Number Placeholder 3">
            <a:extLst>
              <a:ext uri="{FF2B5EF4-FFF2-40B4-BE49-F238E27FC236}">
                <a16:creationId xmlns:a16="http://schemas.microsoft.com/office/drawing/2014/main" id="{3775470D-F302-99A8-6775-C2BA39411C21}"/>
              </a:ext>
            </a:extLst>
          </p:cNvPr>
          <p:cNvSpPr>
            <a:spLocks noGrp="1"/>
          </p:cNvSpPr>
          <p:nvPr>
            <p:ph type="sldNum" sz="quarter" idx="5"/>
          </p:nvPr>
        </p:nvSpPr>
        <p:spPr/>
        <p:txBody>
          <a:bodyPr/>
          <a:lstStyle/>
          <a:p>
            <a:fld id="{FDF42B53-5AE0-46C5-9045-CF10BFBF60CC}" type="slidenum">
              <a:t>21</a:t>
            </a:fld>
            <a:endParaRPr lang="en-US"/>
          </a:p>
        </p:txBody>
      </p:sp>
    </p:spTree>
    <p:extLst>
      <p:ext uri="{BB962C8B-B14F-4D97-AF65-F5344CB8AC3E}">
        <p14:creationId xmlns:p14="http://schemas.microsoft.com/office/powerpoint/2010/main" val="2461637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001D35"/>
                </a:solidFill>
              </a:rPr>
              <a:t>pop() also returning the removed element.</a:t>
            </a:r>
            <a:endParaRPr lang="en-US"/>
          </a:p>
        </p:txBody>
      </p:sp>
      <p:sp>
        <p:nvSpPr>
          <p:cNvPr id="4" name="Slide Number Placeholder 3"/>
          <p:cNvSpPr>
            <a:spLocks noGrp="1"/>
          </p:cNvSpPr>
          <p:nvPr>
            <p:ph type="sldNum" sz="quarter" idx="5"/>
          </p:nvPr>
        </p:nvSpPr>
        <p:spPr/>
        <p:txBody>
          <a:bodyPr/>
          <a:lstStyle/>
          <a:p>
            <a:fld id="{FDF42B53-5AE0-46C5-9045-CF10BFBF60CC}" type="slidenum">
              <a:t>31</a:t>
            </a:fld>
            <a:endParaRPr lang="en-US"/>
          </a:p>
        </p:txBody>
      </p:sp>
    </p:spTree>
    <p:extLst>
      <p:ext uri="{BB962C8B-B14F-4D97-AF65-F5344CB8AC3E}">
        <p14:creationId xmlns:p14="http://schemas.microsoft.com/office/powerpoint/2010/main" val="991108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492443"/>
          </a:xfrm>
          <a:prstGeom prst="rect">
            <a:avLst/>
          </a:prstGeom>
        </p:spPr>
        <p:txBody>
          <a:bodyPr wrap="square" lIns="0" tIns="0" rIns="0" bIns="0">
            <a:spAutoFit/>
          </a:bodyPr>
          <a:lstStyle>
            <a:lvl1pPr>
              <a:defRPr sz="3200" b="1" i="0">
                <a:solidFill>
                  <a:srgbClr val="E9B015"/>
                </a:solidFill>
                <a:latin typeface="Calibri"/>
                <a:cs typeface="Calibri"/>
              </a:defRPr>
            </a:lvl1pPr>
          </a:lstStyle>
          <a:p>
            <a:endParaRPr/>
          </a:p>
        </p:txBody>
      </p:sp>
      <p:sp>
        <p:nvSpPr>
          <p:cNvPr id="3" name="Holder 3"/>
          <p:cNvSpPr>
            <a:spLocks noGrp="1"/>
          </p:cNvSpPr>
          <p:nvPr>
            <p:ph type="subTitle" idx="4"/>
          </p:nvPr>
        </p:nvSpPr>
        <p:spPr>
          <a:xfrm>
            <a:off x="1828800" y="3840480"/>
            <a:ext cx="8534400" cy="369332"/>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9B015"/>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9B015"/>
                </a:solidFill>
                <a:latin typeface="Calibri"/>
                <a:cs typeface="Calibri"/>
              </a:defRPr>
            </a:lvl1pPr>
          </a:lstStyle>
          <a:p>
            <a:endParaRPr/>
          </a:p>
        </p:txBody>
      </p:sp>
      <p:sp>
        <p:nvSpPr>
          <p:cNvPr id="3" name="Holder 3"/>
          <p:cNvSpPr>
            <a:spLocks noGrp="1"/>
          </p:cNvSpPr>
          <p:nvPr>
            <p:ph sz="half" idx="2"/>
          </p:nvPr>
        </p:nvSpPr>
        <p:spPr>
          <a:xfrm>
            <a:off x="609600" y="1577340"/>
            <a:ext cx="5303520" cy="3693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693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9B015"/>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154718" y="44577"/>
            <a:ext cx="8023860" cy="492443"/>
          </a:xfrm>
          <a:prstGeom prst="rect">
            <a:avLst/>
          </a:prstGeom>
        </p:spPr>
        <p:txBody>
          <a:bodyPr wrap="square" lIns="0" tIns="0" rIns="0" bIns="0">
            <a:spAutoFit/>
          </a:bodyPr>
          <a:lstStyle>
            <a:lvl1pPr>
              <a:defRPr sz="3200" b="1" i="0">
                <a:solidFill>
                  <a:srgbClr val="E9B015"/>
                </a:solidFill>
                <a:latin typeface="Calibri"/>
                <a:cs typeface="Calibri"/>
              </a:defRPr>
            </a:lvl1pPr>
          </a:lstStyle>
          <a:p>
            <a:endParaRPr/>
          </a:p>
        </p:txBody>
      </p:sp>
      <p:sp>
        <p:nvSpPr>
          <p:cNvPr id="3" name="Holder 3"/>
          <p:cNvSpPr>
            <a:spLocks noGrp="1"/>
          </p:cNvSpPr>
          <p:nvPr>
            <p:ph type="body" idx="1"/>
          </p:nvPr>
        </p:nvSpPr>
        <p:spPr>
          <a:xfrm>
            <a:off x="676385" y="1156462"/>
            <a:ext cx="11031220" cy="369332"/>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6" name="Holder 6"/>
          <p:cNvSpPr>
            <a:spLocks noGrp="1"/>
          </p:cNvSpPr>
          <p:nvPr>
            <p:ph type="sldNum" sz="quarter" idx="7"/>
          </p:nvPr>
        </p:nvSpPr>
        <p:spPr>
          <a:xfrm>
            <a:off x="8778240"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geeksforgeeks.org/python/python-programming-language-tutorial/" TargetMode="External"/><Relationship Id="rId2" Type="http://schemas.openxmlformats.org/officeDocument/2006/relationships/hyperlink" Target="https://studyglance.in/ppts/index.php" TargetMode="External"/><Relationship Id="rId1" Type="http://schemas.openxmlformats.org/officeDocument/2006/relationships/slideLayout" Target="../slideLayouts/slideLayout2.xml"/><Relationship Id="rId4" Type="http://schemas.openxmlformats.org/officeDocument/2006/relationships/hyperlink" Target="https://www.w3schools.com/python/"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43171" y="1279398"/>
            <a:ext cx="3162935" cy="696595"/>
          </a:xfrm>
          <a:prstGeom prst="rect">
            <a:avLst/>
          </a:prstGeom>
        </p:spPr>
        <p:txBody>
          <a:bodyPr vert="horz" wrap="square" lIns="0" tIns="13335" rIns="0" bIns="0" rtlCol="0">
            <a:spAutoFit/>
          </a:bodyPr>
          <a:lstStyle/>
          <a:p>
            <a:pPr marL="12700">
              <a:spcBef>
                <a:spcPts val="105"/>
              </a:spcBef>
            </a:pPr>
            <a:r>
              <a:rPr sz="4400"/>
              <a:t>List</a:t>
            </a:r>
            <a:r>
              <a:rPr sz="4400" spc="-45"/>
              <a:t> </a:t>
            </a:r>
            <a:r>
              <a:rPr sz="4400">
                <a:solidFill>
                  <a:srgbClr val="000000"/>
                </a:solidFill>
              </a:rPr>
              <a:t>in</a:t>
            </a:r>
            <a:r>
              <a:rPr sz="4400" spc="-35">
                <a:solidFill>
                  <a:srgbClr val="000000"/>
                </a:solidFill>
              </a:rPr>
              <a:t> </a:t>
            </a:r>
            <a:r>
              <a:rPr sz="4400" spc="-10">
                <a:solidFill>
                  <a:srgbClr val="0983C0"/>
                </a:solidFill>
              </a:rPr>
              <a:t>Python</a:t>
            </a:r>
            <a:endParaRPr sz="4400"/>
          </a:p>
        </p:txBody>
      </p:sp>
      <p:pic>
        <p:nvPicPr>
          <p:cNvPr id="3" name="object 3"/>
          <p:cNvPicPr/>
          <p:nvPr/>
        </p:nvPicPr>
        <p:blipFill>
          <a:blip r:embed="rId2" cstate="print"/>
          <a:stretch>
            <a:fillRect/>
          </a:stretch>
        </p:blipFill>
        <p:spPr>
          <a:xfrm>
            <a:off x="4953001" y="2785999"/>
            <a:ext cx="2143125" cy="2143125"/>
          </a:xfrm>
          <a:prstGeom prst="rect">
            <a:avLst/>
          </a:prstGeom>
        </p:spPr>
      </p:pic>
      <p:sp>
        <p:nvSpPr>
          <p:cNvPr id="4" name="Slide Number Placeholder 3">
            <a:extLst>
              <a:ext uri="{FF2B5EF4-FFF2-40B4-BE49-F238E27FC236}">
                <a16:creationId xmlns:a16="http://schemas.microsoft.com/office/drawing/2014/main" id="{9D76E606-08E2-BD71-C606-2BCFC500DE13}"/>
              </a:ext>
            </a:extLst>
          </p:cNvPr>
          <p:cNvSpPr>
            <a:spLocks noGrp="1"/>
          </p:cNvSpPr>
          <p:nvPr>
            <p:ph type="sldNum" sz="quarter" idx="7"/>
          </p:nvPr>
        </p:nvSpPr>
        <p:spPr/>
        <p:txBody>
          <a:bodyPr/>
          <a:lstStyle/>
          <a:p>
            <a:fld id="{B6F15528-21DE-4FAA-801E-634DDDAF4B2B}" type="slidenum">
              <a:rPr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3AEBE-76C4-1CE2-9A4E-F4F9F61558F8}"/>
              </a:ext>
            </a:extLst>
          </p:cNvPr>
          <p:cNvSpPr>
            <a:spLocks noGrp="1"/>
          </p:cNvSpPr>
          <p:nvPr>
            <p:ph type="title"/>
          </p:nvPr>
        </p:nvSpPr>
        <p:spPr>
          <a:xfrm>
            <a:off x="1662718" y="414032"/>
            <a:ext cx="8023860" cy="492443"/>
          </a:xfrm>
        </p:spPr>
        <p:txBody>
          <a:bodyPr/>
          <a:lstStyle/>
          <a:p>
            <a:pPr algn="ctr"/>
            <a:r>
              <a:rPr lang="en-IN" dirty="0"/>
              <a:t>Collections</a:t>
            </a:r>
            <a:r>
              <a:rPr lang="en-IN" spc="-80" dirty="0"/>
              <a:t> </a:t>
            </a:r>
            <a:r>
              <a:rPr lang="en-IN" dirty="0">
                <a:solidFill>
                  <a:srgbClr val="000000"/>
                </a:solidFill>
              </a:rPr>
              <a:t>in</a:t>
            </a:r>
            <a:r>
              <a:rPr lang="en-IN" spc="-50" dirty="0">
                <a:solidFill>
                  <a:srgbClr val="000000"/>
                </a:solidFill>
              </a:rPr>
              <a:t> </a:t>
            </a:r>
            <a:r>
              <a:rPr lang="en-IN" spc="-10" dirty="0">
                <a:solidFill>
                  <a:srgbClr val="0983C0"/>
                </a:solidFill>
              </a:rPr>
              <a:t>Python (Arrays)</a:t>
            </a:r>
            <a:endParaRPr lang="en-IN" dirty="0"/>
          </a:p>
        </p:txBody>
      </p:sp>
      <p:sp>
        <p:nvSpPr>
          <p:cNvPr id="3" name="Slide Number Placeholder 2">
            <a:extLst>
              <a:ext uri="{FF2B5EF4-FFF2-40B4-BE49-F238E27FC236}">
                <a16:creationId xmlns:a16="http://schemas.microsoft.com/office/drawing/2014/main" id="{5349284E-A8A0-98A2-7E9C-C2FB188FBC0F}"/>
              </a:ext>
            </a:extLst>
          </p:cNvPr>
          <p:cNvSpPr>
            <a:spLocks noGrp="1"/>
          </p:cNvSpPr>
          <p:nvPr>
            <p:ph type="sldNum" sz="quarter" idx="7"/>
          </p:nvPr>
        </p:nvSpPr>
        <p:spPr>
          <a:xfrm>
            <a:off x="9295476" y="6512052"/>
            <a:ext cx="2804160" cy="276999"/>
          </a:xfrm>
        </p:spPr>
        <p:txBody>
          <a:bodyPr/>
          <a:lstStyle/>
          <a:p>
            <a:fld id="{B6F15528-21DE-4FAA-801E-634DDDAF4B2B}" type="slidenum">
              <a:rPr lang="en-IN" smtClean="0"/>
              <a:t>2</a:t>
            </a:fld>
            <a:endParaRPr lang="en-IN" dirty="0"/>
          </a:p>
        </p:txBody>
      </p:sp>
      <p:sp>
        <p:nvSpPr>
          <p:cNvPr id="5" name="TextBox 4">
            <a:extLst>
              <a:ext uri="{FF2B5EF4-FFF2-40B4-BE49-F238E27FC236}">
                <a16:creationId xmlns:a16="http://schemas.microsoft.com/office/drawing/2014/main" id="{CDC89CCA-4CFE-C285-CFBF-EEA1D86A8369}"/>
              </a:ext>
            </a:extLst>
          </p:cNvPr>
          <p:cNvSpPr txBox="1"/>
          <p:nvPr/>
        </p:nvSpPr>
        <p:spPr>
          <a:xfrm>
            <a:off x="489527" y="1064407"/>
            <a:ext cx="11212946" cy="5447645"/>
          </a:xfrm>
          <a:prstGeom prst="rect">
            <a:avLst/>
          </a:prstGeom>
          <a:noFill/>
        </p:spPr>
        <p:txBody>
          <a:bodyPr wrap="square" rtlCol="0">
            <a:spAutoFit/>
          </a:bodyPr>
          <a:lstStyle/>
          <a:p>
            <a:pPr algn="just" rtl="0"/>
            <a:r>
              <a:rPr lang="en-US" sz="2400" dirty="0">
                <a:latin typeface="Times New Roman" panose="02020603050405020304" pitchFamily="18" charset="0"/>
                <a:cs typeface="Times New Roman" panose="02020603050405020304" pitchFamily="18" charset="0"/>
              </a:rPr>
              <a:t>There are four collection data types in the Python programming language:</a:t>
            </a:r>
            <a:endParaRPr lang="en-US" sz="2400" b="0" dirty="0">
              <a:effectLst/>
              <a:latin typeface="Times New Roman" panose="02020603050405020304" pitchFamily="18" charset="0"/>
              <a:cs typeface="Times New Roman" panose="02020603050405020304" pitchFamily="18" charset="0"/>
            </a:endParaRPr>
          </a:p>
          <a:p>
            <a:pPr algn="just" rtl="0" fontAlgn="base"/>
            <a:br>
              <a:rPr lang="en-US" sz="2400" b="0" dirty="0">
                <a:effectLst/>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marL="457200" indent="-457200" algn="just" rtl="0" fontAlgn="base">
              <a:buFont typeface="+mj-lt"/>
              <a:buAutoNum type="arabicParenR"/>
            </a:pPr>
            <a:r>
              <a:rPr lang="en-US" sz="2400" dirty="0">
                <a:solidFill>
                  <a:schemeClr val="accent1"/>
                </a:solidFill>
                <a:latin typeface="Times New Roman" panose="02020603050405020304" pitchFamily="18" charset="0"/>
                <a:cs typeface="Times New Roman" panose="02020603050405020304" pitchFamily="18" charset="0"/>
              </a:rPr>
              <a:t>List</a:t>
            </a:r>
            <a:r>
              <a:rPr lang="en-US" sz="2400" dirty="0">
                <a:latin typeface="Times New Roman" panose="02020603050405020304" pitchFamily="18" charset="0"/>
                <a:cs typeface="Times New Roman" panose="02020603050405020304" pitchFamily="18" charset="0"/>
              </a:rPr>
              <a:t> is a collection which is </a:t>
            </a:r>
            <a:r>
              <a:rPr lang="en-US" sz="2400" dirty="0">
                <a:solidFill>
                  <a:schemeClr val="accent1"/>
                </a:solidFill>
                <a:latin typeface="Times New Roman" panose="02020603050405020304" pitchFamily="18" charset="0"/>
                <a:cs typeface="Times New Roman" panose="02020603050405020304" pitchFamily="18" charset="0"/>
              </a:rPr>
              <a:t>ordered and changeable</a:t>
            </a:r>
            <a:r>
              <a:rPr lang="en-US" sz="2400" dirty="0">
                <a:latin typeface="Times New Roman" panose="02020603050405020304" pitchFamily="18" charset="0"/>
                <a:cs typeface="Times New Roman" panose="02020603050405020304" pitchFamily="18" charset="0"/>
              </a:rPr>
              <a:t>. Allows duplicate members.</a:t>
            </a:r>
          </a:p>
          <a:p>
            <a:pPr marL="457200" indent="-457200" algn="just" rtl="0" fontAlgn="base">
              <a:buFont typeface="+mj-lt"/>
              <a:buAutoNum type="arabicParenR"/>
            </a:pPr>
            <a:r>
              <a:rPr lang="en-US" sz="2400" dirty="0">
                <a:solidFill>
                  <a:schemeClr val="accent1"/>
                </a:solidFill>
                <a:latin typeface="Times New Roman" panose="02020603050405020304" pitchFamily="18" charset="0"/>
                <a:cs typeface="Times New Roman" panose="02020603050405020304" pitchFamily="18" charset="0"/>
              </a:rPr>
              <a:t>Tuple</a:t>
            </a:r>
            <a:r>
              <a:rPr lang="en-US" sz="2400" dirty="0">
                <a:latin typeface="Times New Roman" panose="02020603050405020304" pitchFamily="18" charset="0"/>
                <a:cs typeface="Times New Roman" panose="02020603050405020304" pitchFamily="18" charset="0"/>
              </a:rPr>
              <a:t> is a collection which is </a:t>
            </a:r>
            <a:r>
              <a:rPr lang="en-US" sz="2400" dirty="0">
                <a:solidFill>
                  <a:schemeClr val="accent1"/>
                </a:solidFill>
                <a:latin typeface="Times New Roman" panose="02020603050405020304" pitchFamily="18" charset="0"/>
                <a:cs typeface="Times New Roman" panose="02020603050405020304" pitchFamily="18" charset="0"/>
              </a:rPr>
              <a:t>ordered and unchangeable</a:t>
            </a:r>
            <a:r>
              <a:rPr lang="en-US" sz="2400" dirty="0">
                <a:latin typeface="Times New Roman" panose="02020603050405020304" pitchFamily="18" charset="0"/>
                <a:cs typeface="Times New Roman" panose="02020603050405020304" pitchFamily="18" charset="0"/>
              </a:rPr>
              <a:t>. Allows duplicate members.</a:t>
            </a:r>
          </a:p>
          <a:p>
            <a:pPr marL="457200" indent="-457200" algn="just" rtl="0" fontAlgn="base">
              <a:buFont typeface="+mj-lt"/>
              <a:buAutoNum type="arabicParenR"/>
            </a:pPr>
            <a:r>
              <a:rPr lang="en-US" sz="2400" dirty="0">
                <a:solidFill>
                  <a:schemeClr val="accent1"/>
                </a:solidFill>
                <a:latin typeface="Times New Roman" panose="02020603050405020304" pitchFamily="18" charset="0"/>
                <a:cs typeface="Times New Roman" panose="02020603050405020304" pitchFamily="18" charset="0"/>
              </a:rPr>
              <a:t>Set </a:t>
            </a:r>
            <a:r>
              <a:rPr lang="en-US" sz="2400" dirty="0">
                <a:latin typeface="Times New Roman" panose="02020603050405020304" pitchFamily="18" charset="0"/>
                <a:cs typeface="Times New Roman" panose="02020603050405020304" pitchFamily="18" charset="0"/>
              </a:rPr>
              <a:t>is a collection which is </a:t>
            </a:r>
            <a:r>
              <a:rPr lang="en-US" sz="2400" dirty="0">
                <a:solidFill>
                  <a:schemeClr val="accent1"/>
                </a:solidFill>
                <a:latin typeface="Times New Roman" panose="02020603050405020304" pitchFamily="18" charset="0"/>
                <a:cs typeface="Times New Roman" panose="02020603050405020304" pitchFamily="18" charset="0"/>
              </a:rPr>
              <a:t>unordered, changeable and unindexed</a:t>
            </a:r>
            <a:r>
              <a:rPr lang="en-US" sz="2400" dirty="0">
                <a:latin typeface="Times New Roman" panose="02020603050405020304" pitchFamily="18" charset="0"/>
                <a:cs typeface="Times New Roman" panose="02020603050405020304" pitchFamily="18" charset="0"/>
              </a:rPr>
              <a:t>. No duplicate members.</a:t>
            </a:r>
          </a:p>
          <a:p>
            <a:pPr marL="457200" indent="-457200" algn="just" rtl="0" fontAlgn="base">
              <a:buFont typeface="+mj-lt"/>
              <a:buAutoNum type="arabicParenR"/>
            </a:pPr>
            <a:r>
              <a:rPr lang="en-US" sz="2400" dirty="0">
                <a:solidFill>
                  <a:schemeClr val="accent1"/>
                </a:solidFill>
                <a:latin typeface="Times New Roman" panose="02020603050405020304" pitchFamily="18" charset="0"/>
                <a:cs typeface="Times New Roman" panose="02020603050405020304" pitchFamily="18" charset="0"/>
              </a:rPr>
              <a:t>Dictionary</a:t>
            </a:r>
            <a:r>
              <a:rPr lang="en-US" sz="2400" dirty="0">
                <a:latin typeface="Times New Roman" panose="02020603050405020304" pitchFamily="18" charset="0"/>
                <a:cs typeface="Times New Roman" panose="02020603050405020304" pitchFamily="18" charset="0"/>
              </a:rPr>
              <a:t> is a collection which is </a:t>
            </a:r>
            <a:r>
              <a:rPr lang="en-US" sz="2400" dirty="0">
                <a:solidFill>
                  <a:schemeClr val="accent1"/>
                </a:solidFill>
                <a:latin typeface="Times New Roman" panose="02020603050405020304" pitchFamily="18" charset="0"/>
                <a:cs typeface="Times New Roman" panose="02020603050405020304" pitchFamily="18" charset="0"/>
              </a:rPr>
              <a:t>unordered, changeable and indexed</a:t>
            </a:r>
            <a:r>
              <a:rPr lang="en-US" sz="2400" dirty="0">
                <a:latin typeface="Times New Roman" panose="02020603050405020304" pitchFamily="18" charset="0"/>
                <a:cs typeface="Times New Roman" panose="02020603050405020304" pitchFamily="18" charset="0"/>
              </a:rPr>
              <a:t>. No duplicate members.</a:t>
            </a:r>
          </a:p>
          <a:p>
            <a:pPr algn="just"/>
            <a:br>
              <a:rPr lang="en-US" sz="2400" b="0" dirty="0">
                <a:effectLst/>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When choosing a collection type, it is useful to understand the properties of that type. Choosing the right type for a particular data set could mean retention of meaning, and, it could mean an increase in efficiency or security.</a:t>
            </a:r>
            <a:endParaRPr lang="en-US" sz="2400" b="0" dirty="0">
              <a:effectLst/>
              <a:latin typeface="Times New Roman" panose="02020603050405020304" pitchFamily="18" charset="0"/>
              <a:cs typeface="Times New Roman" panose="02020603050405020304" pitchFamily="18" charset="0"/>
            </a:endParaRPr>
          </a:p>
          <a:p>
            <a:br>
              <a:rPr lang="en-US" dirty="0"/>
            </a:br>
            <a:endParaRPr lang="en-IN" dirty="0"/>
          </a:p>
        </p:txBody>
      </p:sp>
    </p:spTree>
    <p:extLst>
      <p:ext uri="{BB962C8B-B14F-4D97-AF65-F5344CB8AC3E}">
        <p14:creationId xmlns:p14="http://schemas.microsoft.com/office/powerpoint/2010/main" val="3562724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76292" y="2613405"/>
            <a:ext cx="2384425" cy="574040"/>
          </a:xfrm>
          <a:prstGeom prst="rect">
            <a:avLst/>
          </a:prstGeom>
        </p:spPr>
        <p:txBody>
          <a:bodyPr vert="horz" wrap="square" lIns="0" tIns="12700" rIns="0" bIns="0" rtlCol="0">
            <a:spAutoFit/>
          </a:bodyPr>
          <a:lstStyle/>
          <a:p>
            <a:pPr marL="12700">
              <a:spcBef>
                <a:spcPts val="100"/>
              </a:spcBef>
            </a:pPr>
            <a:r>
              <a:rPr sz="3600"/>
              <a:t>List</a:t>
            </a:r>
            <a:r>
              <a:rPr sz="3600" spc="-110"/>
              <a:t> </a:t>
            </a:r>
            <a:r>
              <a:rPr sz="3600" spc="-10">
                <a:solidFill>
                  <a:srgbClr val="0983C0"/>
                </a:solidFill>
              </a:rPr>
              <a:t>Creation</a:t>
            </a:r>
            <a:endParaRPr sz="3600"/>
          </a:p>
        </p:txBody>
      </p:sp>
      <p:sp>
        <p:nvSpPr>
          <p:cNvPr id="3" name="Slide Number Placeholder 2">
            <a:extLst>
              <a:ext uri="{FF2B5EF4-FFF2-40B4-BE49-F238E27FC236}">
                <a16:creationId xmlns:a16="http://schemas.microsoft.com/office/drawing/2014/main" id="{36D1A948-19C0-2DA1-950B-E1F772C90023}"/>
              </a:ext>
            </a:extLst>
          </p:cNvPr>
          <p:cNvSpPr>
            <a:spLocks noGrp="1"/>
          </p:cNvSpPr>
          <p:nvPr>
            <p:ph type="sldNum" sz="quarter" idx="7"/>
          </p:nvPr>
        </p:nvSpPr>
        <p:spPr/>
        <p:txBody>
          <a:bodyPr/>
          <a:lstStyle/>
          <a:p>
            <a:fld id="{B6F15528-21DE-4FAA-801E-634DDDAF4B2B}" type="slidenum">
              <a:rPr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01362" y="357378"/>
            <a:ext cx="2591435" cy="574040"/>
          </a:xfrm>
          <a:prstGeom prst="rect">
            <a:avLst/>
          </a:prstGeom>
        </p:spPr>
        <p:txBody>
          <a:bodyPr vert="horz" wrap="square" lIns="0" tIns="12700" rIns="0" bIns="0" rtlCol="0">
            <a:spAutoFit/>
          </a:bodyPr>
          <a:lstStyle/>
          <a:p>
            <a:pPr marL="12700">
              <a:spcBef>
                <a:spcPts val="100"/>
              </a:spcBef>
            </a:pPr>
            <a:r>
              <a:rPr sz="3600" dirty="0"/>
              <a:t>List</a:t>
            </a:r>
            <a:r>
              <a:rPr sz="3600" spc="-80" dirty="0"/>
              <a:t> </a:t>
            </a:r>
            <a:r>
              <a:rPr sz="3600" dirty="0">
                <a:solidFill>
                  <a:srgbClr val="000000"/>
                </a:solidFill>
              </a:rPr>
              <a:t>in</a:t>
            </a:r>
            <a:r>
              <a:rPr sz="3600" spc="-50" dirty="0">
                <a:solidFill>
                  <a:srgbClr val="000000"/>
                </a:solidFill>
              </a:rPr>
              <a:t> </a:t>
            </a:r>
            <a:r>
              <a:rPr sz="3600" spc="-10" dirty="0">
                <a:solidFill>
                  <a:srgbClr val="0983C0"/>
                </a:solidFill>
              </a:rPr>
              <a:t>Python</a:t>
            </a:r>
            <a:endParaRPr sz="3600" dirty="0"/>
          </a:p>
        </p:txBody>
      </p:sp>
      <p:sp>
        <p:nvSpPr>
          <p:cNvPr id="3" name="object 3"/>
          <p:cNvSpPr/>
          <p:nvPr/>
        </p:nvSpPr>
        <p:spPr>
          <a:xfrm>
            <a:off x="1524000" y="1000126"/>
            <a:ext cx="9144000" cy="1905"/>
          </a:xfrm>
          <a:custGeom>
            <a:avLst/>
            <a:gdLst/>
            <a:ahLst/>
            <a:cxnLst/>
            <a:rect l="l" t="t" r="r" b="b"/>
            <a:pathLst>
              <a:path w="9144000" h="1905">
                <a:moveTo>
                  <a:pt x="0" y="0"/>
                </a:moveTo>
                <a:lnTo>
                  <a:pt x="9144000" y="1524"/>
                </a:lnTo>
              </a:path>
            </a:pathLst>
          </a:custGeom>
          <a:ln w="12700">
            <a:solidFill>
              <a:srgbClr val="497DBA"/>
            </a:solidFill>
          </a:ln>
        </p:spPr>
        <p:txBody>
          <a:bodyPr wrap="square" lIns="0" tIns="0" rIns="0" bIns="0" rtlCol="0"/>
          <a:lstStyle/>
          <a:p>
            <a:endParaRPr/>
          </a:p>
        </p:txBody>
      </p:sp>
      <p:sp>
        <p:nvSpPr>
          <p:cNvPr id="4" name="object 4"/>
          <p:cNvSpPr/>
          <p:nvPr/>
        </p:nvSpPr>
        <p:spPr>
          <a:xfrm>
            <a:off x="385621" y="3425313"/>
            <a:ext cx="8688393" cy="3234285"/>
          </a:xfrm>
          <a:custGeom>
            <a:avLst/>
            <a:gdLst/>
            <a:ahLst/>
            <a:cxnLst/>
            <a:rect l="l" t="t" r="r" b="b"/>
            <a:pathLst>
              <a:path w="4358005" h="2862579">
                <a:moveTo>
                  <a:pt x="0" y="2862326"/>
                </a:moveTo>
                <a:lnTo>
                  <a:pt x="4357751" y="2862326"/>
                </a:lnTo>
                <a:lnTo>
                  <a:pt x="4357751" y="0"/>
                </a:lnTo>
                <a:lnTo>
                  <a:pt x="0" y="0"/>
                </a:lnTo>
                <a:lnTo>
                  <a:pt x="0" y="2862326"/>
                </a:lnTo>
                <a:close/>
              </a:path>
            </a:pathLst>
          </a:custGeom>
          <a:ln w="12700">
            <a:solidFill>
              <a:srgbClr val="4F81BC"/>
            </a:solidFill>
          </a:ln>
        </p:spPr>
        <p:txBody>
          <a:bodyPr wrap="square" lIns="0" tIns="0" rIns="0" bIns="0" rtlCol="0"/>
          <a:lstStyle/>
          <a:p>
            <a:endParaRPr/>
          </a:p>
        </p:txBody>
      </p:sp>
      <p:sp>
        <p:nvSpPr>
          <p:cNvPr id="5" name="object 5"/>
          <p:cNvSpPr txBox="1"/>
          <p:nvPr/>
        </p:nvSpPr>
        <p:spPr>
          <a:xfrm>
            <a:off x="535167" y="1230803"/>
            <a:ext cx="10731096" cy="2090316"/>
          </a:xfrm>
          <a:prstGeom prst="rect">
            <a:avLst/>
          </a:prstGeom>
        </p:spPr>
        <p:txBody>
          <a:bodyPr vert="horz" wrap="square" lIns="0" tIns="12700" rIns="0" bIns="0" rtlCol="0" anchor="t">
            <a:spAutoFit/>
          </a:bodyPr>
          <a:lstStyle/>
          <a:p>
            <a:pPr marL="355600" marR="5080" indent="-343535">
              <a:spcBef>
                <a:spcPts val="100"/>
              </a:spcBef>
              <a:buFont typeface="Arial MT"/>
              <a:buChar char="•"/>
              <a:tabLst>
                <a:tab pos="355600" algn="l"/>
              </a:tabLst>
            </a:pPr>
            <a:r>
              <a:rPr sz="2400" dirty="0">
                <a:latin typeface="Calibri"/>
                <a:cs typeface="Calibri"/>
              </a:rPr>
              <a:t>In</a:t>
            </a:r>
            <a:r>
              <a:rPr sz="2400" spc="325" dirty="0">
                <a:latin typeface="Calibri"/>
                <a:cs typeface="Calibri"/>
              </a:rPr>
              <a:t> </a:t>
            </a:r>
            <a:r>
              <a:rPr sz="2400" dirty="0">
                <a:latin typeface="Calibri"/>
                <a:cs typeface="Calibri"/>
              </a:rPr>
              <a:t>python,</a:t>
            </a:r>
            <a:r>
              <a:rPr sz="2400" spc="320" dirty="0">
                <a:latin typeface="Calibri"/>
                <a:cs typeface="Calibri"/>
              </a:rPr>
              <a:t> </a:t>
            </a:r>
            <a:r>
              <a:rPr sz="2400" dirty="0">
                <a:latin typeface="Calibri"/>
                <a:cs typeface="Calibri"/>
              </a:rPr>
              <a:t>a</a:t>
            </a:r>
            <a:r>
              <a:rPr sz="2400" spc="330" dirty="0">
                <a:latin typeface="Calibri"/>
                <a:cs typeface="Calibri"/>
              </a:rPr>
              <a:t> </a:t>
            </a:r>
            <a:r>
              <a:rPr sz="2400" dirty="0">
                <a:latin typeface="Calibri"/>
                <a:cs typeface="Calibri"/>
              </a:rPr>
              <a:t>list</a:t>
            </a:r>
            <a:r>
              <a:rPr sz="2400" spc="325" dirty="0">
                <a:latin typeface="Calibri"/>
                <a:cs typeface="Calibri"/>
              </a:rPr>
              <a:t> </a:t>
            </a:r>
            <a:r>
              <a:rPr sz="2400" dirty="0">
                <a:latin typeface="Calibri"/>
                <a:cs typeface="Calibri"/>
              </a:rPr>
              <a:t>can</a:t>
            </a:r>
            <a:r>
              <a:rPr sz="2400" spc="330" dirty="0">
                <a:latin typeface="Calibri"/>
                <a:cs typeface="Calibri"/>
              </a:rPr>
              <a:t> </a:t>
            </a:r>
            <a:r>
              <a:rPr sz="2400" dirty="0">
                <a:latin typeface="Calibri"/>
                <a:cs typeface="Calibri"/>
              </a:rPr>
              <a:t>be</a:t>
            </a:r>
            <a:r>
              <a:rPr sz="2400" spc="330" dirty="0">
                <a:latin typeface="Calibri"/>
                <a:cs typeface="Calibri"/>
              </a:rPr>
              <a:t> </a:t>
            </a:r>
            <a:r>
              <a:rPr sz="2400" dirty="0">
                <a:latin typeface="Calibri"/>
                <a:cs typeface="Calibri"/>
              </a:rPr>
              <a:t>defined</a:t>
            </a:r>
            <a:r>
              <a:rPr sz="2400" spc="320" dirty="0">
                <a:latin typeface="Calibri"/>
                <a:cs typeface="Calibri"/>
              </a:rPr>
              <a:t> </a:t>
            </a:r>
            <a:r>
              <a:rPr sz="2400" dirty="0">
                <a:latin typeface="Calibri"/>
                <a:cs typeface="Calibri"/>
              </a:rPr>
              <a:t>as</a:t>
            </a:r>
            <a:r>
              <a:rPr sz="2400" spc="325" dirty="0">
                <a:latin typeface="Calibri"/>
                <a:cs typeface="Calibri"/>
              </a:rPr>
              <a:t> </a:t>
            </a:r>
            <a:r>
              <a:rPr sz="2400" dirty="0">
                <a:latin typeface="Calibri"/>
                <a:cs typeface="Calibri"/>
              </a:rPr>
              <a:t>a</a:t>
            </a:r>
            <a:r>
              <a:rPr sz="2400" spc="330" dirty="0">
                <a:latin typeface="Calibri"/>
                <a:cs typeface="Calibri"/>
              </a:rPr>
              <a:t> </a:t>
            </a:r>
            <a:r>
              <a:rPr sz="2400" dirty="0">
                <a:latin typeface="Calibri"/>
                <a:cs typeface="Calibri"/>
              </a:rPr>
              <a:t>collection</a:t>
            </a:r>
            <a:r>
              <a:rPr sz="2400" spc="325" dirty="0">
                <a:latin typeface="Calibri"/>
                <a:cs typeface="Calibri"/>
              </a:rPr>
              <a:t> </a:t>
            </a:r>
            <a:r>
              <a:rPr sz="2400" dirty="0">
                <a:latin typeface="Calibri"/>
                <a:cs typeface="Calibri"/>
              </a:rPr>
              <a:t>of</a:t>
            </a:r>
            <a:r>
              <a:rPr sz="2400" spc="325" dirty="0">
                <a:latin typeface="Calibri"/>
                <a:cs typeface="Calibri"/>
              </a:rPr>
              <a:t> </a:t>
            </a:r>
            <a:r>
              <a:rPr sz="2400" dirty="0">
                <a:latin typeface="Calibri"/>
                <a:cs typeface="Calibri"/>
              </a:rPr>
              <a:t>values</a:t>
            </a:r>
            <a:r>
              <a:rPr sz="2400" spc="340" dirty="0">
                <a:latin typeface="Calibri"/>
                <a:cs typeface="Calibri"/>
              </a:rPr>
              <a:t> </a:t>
            </a:r>
            <a:r>
              <a:rPr sz="2400" spc="-25" dirty="0">
                <a:latin typeface="Calibri"/>
                <a:cs typeface="Calibri"/>
              </a:rPr>
              <a:t>or </a:t>
            </a:r>
            <a:r>
              <a:rPr sz="2400" spc="-10" dirty="0">
                <a:latin typeface="Calibri"/>
                <a:cs typeface="Calibri"/>
              </a:rPr>
              <a:t>items.</a:t>
            </a:r>
            <a:endParaRPr sz="2400" dirty="0">
              <a:latin typeface="Calibri"/>
              <a:cs typeface="Calibri"/>
            </a:endParaRPr>
          </a:p>
          <a:p>
            <a:pPr marL="355600" marR="5715" indent="-343535">
              <a:spcBef>
                <a:spcPts val="575"/>
              </a:spcBef>
              <a:buFont typeface="Arial MT"/>
              <a:buChar char="•"/>
              <a:tabLst>
                <a:tab pos="355600" algn="l"/>
              </a:tabLst>
            </a:pPr>
            <a:r>
              <a:rPr sz="2400" dirty="0">
                <a:latin typeface="Calibri"/>
                <a:cs typeface="Calibri"/>
              </a:rPr>
              <a:t>The</a:t>
            </a:r>
            <a:r>
              <a:rPr sz="2400" spc="345" dirty="0">
                <a:latin typeface="Calibri"/>
                <a:cs typeface="Calibri"/>
              </a:rPr>
              <a:t> </a:t>
            </a:r>
            <a:r>
              <a:rPr sz="2400" dirty="0">
                <a:latin typeface="Calibri"/>
                <a:cs typeface="Calibri"/>
              </a:rPr>
              <a:t>items</a:t>
            </a:r>
            <a:r>
              <a:rPr sz="2400" spc="340" dirty="0">
                <a:latin typeface="Calibri"/>
                <a:cs typeface="Calibri"/>
              </a:rPr>
              <a:t> </a:t>
            </a:r>
            <a:r>
              <a:rPr sz="2400" dirty="0">
                <a:latin typeface="Calibri"/>
                <a:cs typeface="Calibri"/>
              </a:rPr>
              <a:t>in</a:t>
            </a:r>
            <a:r>
              <a:rPr sz="2400" spc="345" dirty="0">
                <a:latin typeface="Calibri"/>
                <a:cs typeface="Calibri"/>
              </a:rPr>
              <a:t> </a:t>
            </a:r>
            <a:r>
              <a:rPr sz="2400" dirty="0">
                <a:latin typeface="Calibri"/>
                <a:cs typeface="Calibri"/>
              </a:rPr>
              <a:t>the</a:t>
            </a:r>
            <a:r>
              <a:rPr sz="2400" spc="350" dirty="0">
                <a:latin typeface="Calibri"/>
                <a:cs typeface="Calibri"/>
              </a:rPr>
              <a:t> </a:t>
            </a:r>
            <a:r>
              <a:rPr sz="2400" dirty="0">
                <a:latin typeface="Calibri"/>
                <a:cs typeface="Calibri"/>
              </a:rPr>
              <a:t>list</a:t>
            </a:r>
            <a:r>
              <a:rPr sz="2400" spc="340" dirty="0">
                <a:latin typeface="Calibri"/>
                <a:cs typeface="Calibri"/>
              </a:rPr>
              <a:t> </a:t>
            </a:r>
            <a:r>
              <a:rPr sz="2400" dirty="0">
                <a:latin typeface="Calibri"/>
                <a:cs typeface="Calibri"/>
              </a:rPr>
              <a:t>are</a:t>
            </a:r>
            <a:r>
              <a:rPr sz="2400" spc="350" dirty="0">
                <a:latin typeface="Calibri"/>
                <a:cs typeface="Calibri"/>
              </a:rPr>
              <a:t> </a:t>
            </a:r>
            <a:r>
              <a:rPr sz="2400" dirty="0">
                <a:latin typeface="Calibri"/>
                <a:cs typeface="Calibri"/>
              </a:rPr>
              <a:t>separated</a:t>
            </a:r>
            <a:r>
              <a:rPr sz="2400" spc="335" dirty="0">
                <a:latin typeface="Calibri"/>
                <a:cs typeface="Calibri"/>
              </a:rPr>
              <a:t> </a:t>
            </a:r>
            <a:r>
              <a:rPr sz="2400" dirty="0">
                <a:latin typeface="Calibri"/>
                <a:cs typeface="Calibri"/>
              </a:rPr>
              <a:t>with</a:t>
            </a:r>
            <a:r>
              <a:rPr sz="2400" spc="340" dirty="0">
                <a:latin typeface="Calibri"/>
                <a:cs typeface="Calibri"/>
              </a:rPr>
              <a:t> </a:t>
            </a:r>
            <a:r>
              <a:rPr sz="2400" dirty="0">
                <a:latin typeface="Calibri"/>
                <a:cs typeface="Calibri"/>
              </a:rPr>
              <a:t>the</a:t>
            </a:r>
            <a:r>
              <a:rPr sz="2400" spc="335" dirty="0">
                <a:latin typeface="Calibri"/>
                <a:cs typeface="Calibri"/>
              </a:rPr>
              <a:t> </a:t>
            </a:r>
            <a:r>
              <a:rPr sz="2400" dirty="0">
                <a:latin typeface="Calibri"/>
                <a:cs typeface="Calibri"/>
              </a:rPr>
              <a:t>comma</a:t>
            </a:r>
            <a:r>
              <a:rPr sz="2400" spc="330" dirty="0">
                <a:latin typeface="Calibri"/>
                <a:cs typeface="Calibri"/>
              </a:rPr>
              <a:t> </a:t>
            </a:r>
            <a:r>
              <a:rPr sz="2400" dirty="0">
                <a:latin typeface="Calibri"/>
                <a:cs typeface="Calibri"/>
              </a:rPr>
              <a:t>(,)</a:t>
            </a:r>
            <a:r>
              <a:rPr sz="2400" spc="335" dirty="0">
                <a:latin typeface="Calibri"/>
                <a:cs typeface="Calibri"/>
              </a:rPr>
              <a:t> </a:t>
            </a:r>
            <a:r>
              <a:rPr sz="2400" spc="-25" dirty="0">
                <a:latin typeface="Calibri"/>
                <a:cs typeface="Calibri"/>
              </a:rPr>
              <a:t>and </a:t>
            </a:r>
            <a:r>
              <a:rPr sz="2400" dirty="0">
                <a:latin typeface="Calibri"/>
                <a:cs typeface="Calibri"/>
              </a:rPr>
              <a:t>enclosed</a:t>
            </a:r>
            <a:r>
              <a:rPr sz="2400" spc="-55" dirty="0">
                <a:latin typeface="Calibri"/>
                <a:cs typeface="Calibri"/>
              </a:rPr>
              <a:t> </a:t>
            </a:r>
            <a:r>
              <a:rPr sz="2400" dirty="0">
                <a:latin typeface="Calibri"/>
                <a:cs typeface="Calibri"/>
              </a:rPr>
              <a:t>with</a:t>
            </a:r>
            <a:r>
              <a:rPr sz="2400" spc="-55"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square</a:t>
            </a:r>
            <a:r>
              <a:rPr sz="2400" spc="-50" dirty="0">
                <a:latin typeface="Calibri"/>
                <a:cs typeface="Calibri"/>
              </a:rPr>
              <a:t> </a:t>
            </a:r>
            <a:r>
              <a:rPr sz="2400" spc="-10" dirty="0">
                <a:latin typeface="Calibri"/>
                <a:cs typeface="Calibri"/>
              </a:rPr>
              <a:t>brackets</a:t>
            </a:r>
            <a:r>
              <a:rPr sz="2400" spc="-75" dirty="0">
                <a:latin typeface="Calibri"/>
                <a:cs typeface="Calibri"/>
              </a:rPr>
              <a:t> </a:t>
            </a:r>
            <a:r>
              <a:rPr sz="2400" dirty="0">
                <a:latin typeface="Calibri"/>
                <a:cs typeface="Calibri"/>
              </a:rPr>
              <a:t>[</a:t>
            </a:r>
            <a:r>
              <a:rPr sz="2400" spc="-45" dirty="0">
                <a:latin typeface="Calibri"/>
                <a:cs typeface="Calibri"/>
              </a:rPr>
              <a:t> </a:t>
            </a:r>
            <a:r>
              <a:rPr sz="2400" spc="-25" dirty="0">
                <a:latin typeface="Calibri"/>
                <a:cs typeface="Calibri"/>
              </a:rPr>
              <a:t>].</a:t>
            </a:r>
            <a:endParaRPr sz="2400" dirty="0">
              <a:latin typeface="Calibri"/>
              <a:cs typeface="Calibri"/>
            </a:endParaRPr>
          </a:p>
          <a:p>
            <a:pPr marL="355600">
              <a:spcBef>
                <a:spcPts val="580"/>
              </a:spcBef>
            </a:pPr>
            <a:r>
              <a:rPr sz="2400" b="1" u="sng" spc="-10" dirty="0">
                <a:uFill>
                  <a:solidFill>
                    <a:srgbClr val="000000"/>
                  </a:solidFill>
                </a:uFill>
                <a:latin typeface="Calibri"/>
                <a:cs typeface="Calibri"/>
              </a:rPr>
              <a:t>Syntax:</a:t>
            </a:r>
            <a:endParaRPr sz="2400" dirty="0">
              <a:latin typeface="Calibri"/>
              <a:cs typeface="Calibri"/>
            </a:endParaRPr>
          </a:p>
          <a:p>
            <a:pPr marL="927100">
              <a:spcBef>
                <a:spcPts val="575"/>
              </a:spcBef>
            </a:pPr>
            <a:r>
              <a:rPr lang="en-IN" sz="2400" spc="-20" dirty="0">
                <a:latin typeface="Calibri"/>
                <a:cs typeface="Calibri"/>
              </a:rPr>
              <a:t>                           </a:t>
            </a:r>
            <a:r>
              <a:rPr sz="2400" spc="-20" dirty="0">
                <a:latin typeface="Calibri"/>
                <a:cs typeface="Calibri"/>
              </a:rPr>
              <a:t>list-</a:t>
            </a:r>
            <a:r>
              <a:rPr sz="2400" dirty="0">
                <a:latin typeface="Calibri"/>
                <a:cs typeface="Calibri"/>
              </a:rPr>
              <a:t>var</a:t>
            </a:r>
            <a:r>
              <a:rPr sz="2400" spc="-85" dirty="0">
                <a:latin typeface="Calibri"/>
                <a:cs typeface="Calibri"/>
              </a:rPr>
              <a:t> </a:t>
            </a:r>
            <a:r>
              <a:rPr sz="2400" dirty="0">
                <a:latin typeface="Calibri"/>
                <a:cs typeface="Calibri"/>
              </a:rPr>
              <a:t>=</a:t>
            </a:r>
            <a:r>
              <a:rPr sz="2400" spc="-65" dirty="0">
                <a:latin typeface="Calibri"/>
                <a:cs typeface="Calibri"/>
              </a:rPr>
              <a:t> </a:t>
            </a:r>
            <a:r>
              <a:rPr sz="2400" b="1" dirty="0">
                <a:solidFill>
                  <a:srgbClr val="FF0000"/>
                </a:solidFill>
                <a:latin typeface="Calibri"/>
                <a:cs typeface="Calibri"/>
              </a:rPr>
              <a:t>[</a:t>
            </a:r>
            <a:r>
              <a:rPr sz="2400" b="1" spc="-85" dirty="0">
                <a:solidFill>
                  <a:srgbClr val="FF0000"/>
                </a:solidFill>
                <a:latin typeface="Calibri"/>
                <a:cs typeface="Calibri"/>
              </a:rPr>
              <a:t> </a:t>
            </a:r>
            <a:r>
              <a:rPr sz="2400" dirty="0">
                <a:latin typeface="Calibri"/>
                <a:cs typeface="Calibri"/>
              </a:rPr>
              <a:t>value1</a:t>
            </a:r>
            <a:r>
              <a:rPr sz="2400" b="1" dirty="0">
                <a:latin typeface="Calibri"/>
                <a:cs typeface="Calibri"/>
              </a:rPr>
              <a:t>,</a:t>
            </a:r>
            <a:r>
              <a:rPr sz="2400" b="1" spc="-65" dirty="0">
                <a:latin typeface="Calibri"/>
                <a:cs typeface="Calibri"/>
              </a:rPr>
              <a:t> </a:t>
            </a:r>
            <a:r>
              <a:rPr sz="2400" dirty="0">
                <a:latin typeface="Calibri"/>
                <a:cs typeface="Calibri"/>
              </a:rPr>
              <a:t>value2</a:t>
            </a:r>
            <a:r>
              <a:rPr sz="2400" b="1" dirty="0">
                <a:latin typeface="Calibri"/>
                <a:cs typeface="Calibri"/>
              </a:rPr>
              <a:t>,</a:t>
            </a:r>
            <a:r>
              <a:rPr sz="2400" b="1" spc="-60" dirty="0">
                <a:latin typeface="Calibri"/>
                <a:cs typeface="Calibri"/>
              </a:rPr>
              <a:t> </a:t>
            </a:r>
            <a:r>
              <a:rPr sz="2400" dirty="0">
                <a:latin typeface="Calibri"/>
                <a:cs typeface="Calibri"/>
              </a:rPr>
              <a:t>value3</a:t>
            </a:r>
            <a:r>
              <a:rPr sz="2400" b="1" dirty="0">
                <a:latin typeface="Calibri"/>
                <a:cs typeface="Calibri"/>
              </a:rPr>
              <a:t>,</a:t>
            </a:r>
            <a:r>
              <a:rPr sz="2400" dirty="0">
                <a:latin typeface="Calibri"/>
                <a:cs typeface="Calibri"/>
              </a:rPr>
              <a:t>….</a:t>
            </a:r>
            <a:r>
              <a:rPr sz="2400" spc="-70" dirty="0">
                <a:latin typeface="Calibri"/>
                <a:cs typeface="Calibri"/>
              </a:rPr>
              <a:t> </a:t>
            </a:r>
            <a:r>
              <a:rPr sz="2400" b="1" spc="-50" dirty="0">
                <a:solidFill>
                  <a:srgbClr val="FF0000"/>
                </a:solidFill>
                <a:latin typeface="Calibri"/>
                <a:cs typeface="Calibri"/>
              </a:rPr>
              <a:t>]</a:t>
            </a:r>
            <a:endParaRPr sz="2000" b="1" spc="-10" dirty="0">
              <a:solidFill>
                <a:srgbClr val="0983C0"/>
              </a:solidFill>
              <a:latin typeface="Consolas"/>
              <a:cs typeface="Consolas"/>
            </a:endParaRPr>
          </a:p>
        </p:txBody>
      </p:sp>
      <p:graphicFrame>
        <p:nvGraphicFramePr>
          <p:cNvPr id="6" name="object 6"/>
          <p:cNvGraphicFramePr>
            <a:graphicFrameLocks noGrp="1"/>
          </p:cNvGraphicFramePr>
          <p:nvPr>
            <p:extLst>
              <p:ext uri="{D42A27DB-BD31-4B8C-83A1-F6EECF244321}">
                <p14:modId xmlns:p14="http://schemas.microsoft.com/office/powerpoint/2010/main" val="94755000"/>
              </p:ext>
            </p:extLst>
          </p:nvPr>
        </p:nvGraphicFramePr>
        <p:xfrm>
          <a:off x="148682" y="4116658"/>
          <a:ext cx="8919195" cy="1193800"/>
        </p:xfrm>
        <a:graphic>
          <a:graphicData uri="http://schemas.openxmlformats.org/drawingml/2006/table">
            <a:tbl>
              <a:tblPr firstRow="1" bandRow="1">
                <a:tableStyleId>{2D5ABB26-0587-4C30-8999-92F81FD0307C}</a:tableStyleId>
              </a:tblPr>
              <a:tblGrid>
                <a:gridCol w="916551">
                  <a:extLst>
                    <a:ext uri="{9D8B030D-6E8A-4147-A177-3AD203B41FA5}">
                      <a16:colId xmlns:a16="http://schemas.microsoft.com/office/drawing/2014/main" val="20000"/>
                    </a:ext>
                  </a:extLst>
                </a:gridCol>
                <a:gridCol w="670196">
                  <a:extLst>
                    <a:ext uri="{9D8B030D-6E8A-4147-A177-3AD203B41FA5}">
                      <a16:colId xmlns:a16="http://schemas.microsoft.com/office/drawing/2014/main" val="20001"/>
                    </a:ext>
                  </a:extLst>
                </a:gridCol>
                <a:gridCol w="7332448">
                  <a:extLst>
                    <a:ext uri="{9D8B030D-6E8A-4147-A177-3AD203B41FA5}">
                      <a16:colId xmlns:a16="http://schemas.microsoft.com/office/drawing/2014/main" val="20002"/>
                    </a:ext>
                  </a:extLst>
                </a:gridCol>
              </a:tblGrid>
              <a:tr h="279400">
                <a:tc>
                  <a:txBody>
                    <a:bodyPr/>
                    <a:lstStyle/>
                    <a:p>
                      <a:pPr marR="28575" algn="ctr">
                        <a:lnSpc>
                          <a:spcPts val="1889"/>
                        </a:lnSpc>
                      </a:pPr>
                      <a:r>
                        <a:rPr sz="2000" spc="-25" dirty="0">
                          <a:latin typeface="Consolas"/>
                          <a:cs typeface="Consolas"/>
                        </a:rPr>
                        <a:t>L1</a:t>
                      </a:r>
                      <a:endParaRPr sz="2000" dirty="0">
                        <a:latin typeface="Consolas"/>
                        <a:cs typeface="Consolas"/>
                      </a:endParaRPr>
                    </a:p>
                  </a:txBody>
                  <a:tcPr marL="0" marR="0" marT="0" marB="0"/>
                </a:tc>
                <a:tc>
                  <a:txBody>
                    <a:bodyPr/>
                    <a:lstStyle/>
                    <a:p>
                      <a:pPr algn="ctr">
                        <a:lnSpc>
                          <a:spcPts val="1889"/>
                        </a:lnSpc>
                      </a:pPr>
                      <a:r>
                        <a:rPr sz="2000" spc="-50" dirty="0">
                          <a:latin typeface="Consolas"/>
                          <a:cs typeface="Consolas"/>
                        </a:rPr>
                        <a:t>=</a:t>
                      </a:r>
                      <a:endParaRPr sz="2000" dirty="0">
                        <a:latin typeface="Consolas"/>
                        <a:cs typeface="Consolas"/>
                      </a:endParaRPr>
                    </a:p>
                  </a:txBody>
                  <a:tcPr marL="0" marR="0" marT="0" marB="0"/>
                </a:tc>
                <a:tc>
                  <a:txBody>
                    <a:bodyPr/>
                    <a:lstStyle/>
                    <a:p>
                      <a:pPr marL="69215">
                        <a:lnSpc>
                          <a:spcPts val="1889"/>
                        </a:lnSpc>
                      </a:pPr>
                      <a:r>
                        <a:rPr sz="2000" spc="-25" dirty="0">
                          <a:latin typeface="Consolas"/>
                          <a:cs typeface="Consolas"/>
                        </a:rPr>
                        <a:t>[]</a:t>
                      </a:r>
                      <a:r>
                        <a:rPr lang="en-US" sz="2000" spc="-25" dirty="0">
                          <a:latin typeface="Consolas"/>
                          <a:cs typeface="Consolas"/>
                        </a:rPr>
                        <a:t> or </a:t>
                      </a:r>
                      <a:r>
                        <a:rPr lang="en-US" sz="2000" spc="-10" dirty="0">
                          <a:solidFill>
                            <a:srgbClr val="0000FF"/>
                          </a:solidFill>
                          <a:latin typeface="Consolas"/>
                          <a:ea typeface="+mn-ea"/>
                          <a:cs typeface="+mn-cs"/>
                        </a:rPr>
                        <a:t>list</a:t>
                      </a:r>
                      <a:r>
                        <a:rPr lang="en-US" sz="2000" spc="-25" dirty="0">
                          <a:latin typeface="Consolas"/>
                          <a:cs typeface="Consolas"/>
                        </a:rPr>
                        <a:t>()</a:t>
                      </a:r>
                      <a:endParaRPr sz="2000" dirty="0">
                        <a:latin typeface="Consolas"/>
                        <a:cs typeface="Consolas"/>
                      </a:endParaRPr>
                    </a:p>
                  </a:txBody>
                  <a:tcPr marL="0" marR="0" marT="0" marB="0"/>
                </a:tc>
                <a:extLst>
                  <a:ext uri="{0D108BD9-81ED-4DB2-BD59-A6C34878D82A}">
                    <a16:rowId xmlns:a16="http://schemas.microsoft.com/office/drawing/2014/main" val="10000"/>
                  </a:ext>
                </a:extLst>
              </a:tr>
              <a:tr h="304800">
                <a:tc>
                  <a:txBody>
                    <a:bodyPr/>
                    <a:lstStyle/>
                    <a:p>
                      <a:pPr marR="28575" algn="ctr">
                        <a:lnSpc>
                          <a:spcPts val="2085"/>
                        </a:lnSpc>
                      </a:pPr>
                      <a:r>
                        <a:rPr sz="2000" spc="-25" dirty="0">
                          <a:latin typeface="Consolas"/>
                          <a:cs typeface="Consolas"/>
                        </a:rPr>
                        <a:t>L2</a:t>
                      </a:r>
                      <a:endParaRPr sz="2000" dirty="0">
                        <a:latin typeface="Consolas"/>
                        <a:cs typeface="Consolas"/>
                      </a:endParaRPr>
                    </a:p>
                  </a:txBody>
                  <a:tcPr marL="0" marR="0" marT="0" marB="0"/>
                </a:tc>
                <a:tc>
                  <a:txBody>
                    <a:bodyPr/>
                    <a:lstStyle/>
                    <a:p>
                      <a:pPr algn="ctr">
                        <a:lnSpc>
                          <a:spcPts val="2085"/>
                        </a:lnSpc>
                      </a:pPr>
                      <a:r>
                        <a:rPr sz="2000" spc="-50" dirty="0">
                          <a:latin typeface="Consolas"/>
                          <a:cs typeface="Consolas"/>
                        </a:rPr>
                        <a:t>=</a:t>
                      </a:r>
                      <a:endParaRPr sz="2000" dirty="0">
                        <a:latin typeface="Consolas"/>
                        <a:cs typeface="Consolas"/>
                      </a:endParaRPr>
                    </a:p>
                  </a:txBody>
                  <a:tcPr marL="0" marR="0" marT="0" marB="0"/>
                </a:tc>
                <a:tc>
                  <a:txBody>
                    <a:bodyPr/>
                    <a:lstStyle/>
                    <a:p>
                      <a:pPr marL="69215" lvl="0">
                        <a:lnSpc>
                          <a:spcPts val="2085"/>
                        </a:lnSpc>
                        <a:buNone/>
                      </a:pPr>
                      <a:r>
                        <a:rPr lang="en-US" sz="2000" b="0" i="0" u="none" strike="noStrike" noProof="0" dirty="0">
                          <a:solidFill>
                            <a:srgbClr val="000000"/>
                          </a:solidFill>
                          <a:latin typeface="Consolas"/>
                        </a:rPr>
                        <a:t>[</a:t>
                      </a:r>
                      <a:r>
                        <a:rPr lang="en-US" sz="2000" b="0" i="0" u="none" strike="noStrike" noProof="0" dirty="0">
                          <a:solidFill>
                            <a:srgbClr val="800080"/>
                          </a:solidFill>
                          <a:latin typeface="Consolas"/>
                        </a:rPr>
                        <a:t>1</a:t>
                      </a:r>
                      <a:r>
                        <a:rPr lang="en-US" sz="2000" b="0" i="0" u="none" strike="noStrike" noProof="0" dirty="0">
                          <a:solidFill>
                            <a:srgbClr val="000000"/>
                          </a:solidFill>
                          <a:latin typeface="Consolas"/>
                        </a:rPr>
                        <a:t>, </a:t>
                      </a:r>
                      <a:r>
                        <a:rPr lang="en-US" sz="2000" b="0" i="0" u="none" strike="noStrike" noProof="0" dirty="0">
                          <a:solidFill>
                            <a:srgbClr val="800080"/>
                          </a:solidFill>
                          <a:latin typeface="Consolas"/>
                        </a:rPr>
                        <a:t>2</a:t>
                      </a:r>
                      <a:r>
                        <a:rPr lang="en-US" sz="2000" b="0" i="0" u="none" strike="noStrike" noProof="0" dirty="0">
                          <a:solidFill>
                            <a:srgbClr val="000000"/>
                          </a:solidFill>
                          <a:latin typeface="Consolas"/>
                        </a:rPr>
                        <a:t>, </a:t>
                      </a:r>
                      <a:r>
                        <a:rPr lang="en-US" sz="2000" b="0" i="0" u="none" strike="noStrike" noProof="0" dirty="0">
                          <a:solidFill>
                            <a:srgbClr val="800080"/>
                          </a:solidFill>
                          <a:latin typeface="Consolas"/>
                        </a:rPr>
                        <a:t>3</a:t>
                      </a:r>
                      <a:r>
                        <a:rPr lang="en-US" sz="2000" b="0" i="0" u="none" strike="noStrike" noProof="0" dirty="0">
                          <a:solidFill>
                            <a:srgbClr val="000000"/>
                          </a:solidFill>
                          <a:latin typeface="Consolas"/>
                        </a:rPr>
                        <a:t>, </a:t>
                      </a:r>
                      <a:r>
                        <a:rPr lang="en-US" sz="2000" b="0" i="0" u="none" strike="noStrike" noProof="0" dirty="0">
                          <a:solidFill>
                            <a:srgbClr val="800080"/>
                          </a:solidFill>
                          <a:latin typeface="Consolas"/>
                        </a:rPr>
                        <a:t>4</a:t>
                      </a:r>
                      <a:r>
                        <a:rPr lang="en-US" sz="2000" b="0" i="0" u="none" strike="noStrike" noProof="0" dirty="0">
                          <a:solidFill>
                            <a:srgbClr val="000000"/>
                          </a:solidFill>
                          <a:latin typeface="Consolas"/>
                        </a:rPr>
                        <a:t>, </a:t>
                      </a:r>
                      <a:r>
                        <a:rPr lang="en-US" sz="2000" b="0" i="0" u="none" strike="noStrike" noProof="0" dirty="0">
                          <a:solidFill>
                            <a:srgbClr val="800080"/>
                          </a:solidFill>
                          <a:latin typeface="Consolas"/>
                        </a:rPr>
                        <a:t>5</a:t>
                      </a:r>
                      <a:r>
                        <a:rPr lang="en-US" sz="2000" b="0" i="0" u="none" strike="noStrike" noProof="0" dirty="0">
                          <a:solidFill>
                            <a:srgbClr val="000000"/>
                          </a:solidFill>
                          <a:latin typeface="Consolas"/>
                        </a:rPr>
                        <a:t>, </a:t>
                      </a:r>
                      <a:r>
                        <a:rPr lang="en-US" sz="2000" b="0" i="0" u="none" strike="noStrike" noProof="0" dirty="0">
                          <a:solidFill>
                            <a:srgbClr val="800080"/>
                          </a:solidFill>
                          <a:latin typeface="Consolas"/>
                        </a:rPr>
                        <a:t>6</a:t>
                      </a:r>
                      <a:r>
                        <a:rPr lang="en-US" sz="2000" b="0" i="0" u="none" strike="noStrike" noProof="0" dirty="0">
                          <a:solidFill>
                            <a:srgbClr val="000000"/>
                          </a:solidFill>
                          <a:latin typeface="Consolas"/>
                        </a:rPr>
                        <a:t>] or </a:t>
                      </a:r>
                      <a:r>
                        <a:rPr lang="en-US" sz="2000" spc="-10" noProof="0" dirty="0">
                          <a:solidFill>
                            <a:srgbClr val="0000FF"/>
                          </a:solidFill>
                          <a:latin typeface="Consolas"/>
                        </a:rPr>
                        <a:t>list</a:t>
                      </a:r>
                      <a:r>
                        <a:rPr lang="en-US" sz="2000" b="0" i="0" u="none" strike="noStrike" noProof="0" dirty="0">
                          <a:solidFill>
                            <a:srgbClr val="000000"/>
                          </a:solidFill>
                          <a:latin typeface="Consolas"/>
                        </a:rPr>
                        <a:t>((</a:t>
                      </a:r>
                      <a:r>
                        <a:rPr lang="en-US" sz="2000" b="0" i="0" u="none" strike="noStrike" noProof="0" dirty="0">
                          <a:solidFill>
                            <a:srgbClr val="800080"/>
                          </a:solidFill>
                          <a:latin typeface="Consolas"/>
                        </a:rPr>
                        <a:t>1</a:t>
                      </a:r>
                      <a:r>
                        <a:rPr lang="en-US" sz="2000" b="0" i="0" u="none" strike="noStrike" noProof="0" dirty="0">
                          <a:solidFill>
                            <a:srgbClr val="000000"/>
                          </a:solidFill>
                          <a:latin typeface="Consolas"/>
                        </a:rPr>
                        <a:t>, </a:t>
                      </a:r>
                      <a:r>
                        <a:rPr lang="en-US" sz="2000" b="0" i="0" u="none" strike="noStrike" noProof="0" dirty="0">
                          <a:solidFill>
                            <a:srgbClr val="800080"/>
                          </a:solidFill>
                          <a:latin typeface="Consolas"/>
                        </a:rPr>
                        <a:t>2</a:t>
                      </a:r>
                      <a:r>
                        <a:rPr lang="en-US" sz="2000" b="0" i="0" u="none" strike="noStrike" noProof="0" dirty="0">
                          <a:solidFill>
                            <a:srgbClr val="000000"/>
                          </a:solidFill>
                          <a:latin typeface="Consolas"/>
                        </a:rPr>
                        <a:t>, </a:t>
                      </a:r>
                      <a:r>
                        <a:rPr lang="en-US" sz="2000" b="0" i="0" u="none" strike="noStrike" noProof="0" dirty="0">
                          <a:solidFill>
                            <a:srgbClr val="800080"/>
                          </a:solidFill>
                          <a:latin typeface="Consolas"/>
                        </a:rPr>
                        <a:t>3</a:t>
                      </a:r>
                      <a:r>
                        <a:rPr lang="en-US" sz="2000" b="0" i="0" u="none" strike="noStrike" noProof="0" dirty="0">
                          <a:solidFill>
                            <a:srgbClr val="000000"/>
                          </a:solidFill>
                          <a:latin typeface="Consolas"/>
                        </a:rPr>
                        <a:t>, </a:t>
                      </a:r>
                      <a:r>
                        <a:rPr lang="en-US" sz="2000" b="0" i="0" u="none" strike="noStrike" noProof="0" dirty="0">
                          <a:solidFill>
                            <a:srgbClr val="800080"/>
                          </a:solidFill>
                          <a:latin typeface="Consolas"/>
                        </a:rPr>
                        <a:t>4</a:t>
                      </a:r>
                      <a:r>
                        <a:rPr lang="en-US" sz="2000" b="0" i="0" u="none" strike="noStrike" noProof="0" dirty="0">
                          <a:solidFill>
                            <a:srgbClr val="000000"/>
                          </a:solidFill>
                          <a:latin typeface="Consolas"/>
                        </a:rPr>
                        <a:t>, </a:t>
                      </a:r>
                      <a:r>
                        <a:rPr lang="en-US" sz="2000" b="0" i="0" u="none" strike="noStrike" noProof="0" dirty="0">
                          <a:solidFill>
                            <a:srgbClr val="800080"/>
                          </a:solidFill>
                          <a:latin typeface="Consolas"/>
                        </a:rPr>
                        <a:t>5</a:t>
                      </a:r>
                      <a:r>
                        <a:rPr lang="en-US" sz="2000" b="0" i="0" u="none" strike="noStrike" noProof="0" dirty="0">
                          <a:solidFill>
                            <a:srgbClr val="000000"/>
                          </a:solidFill>
                          <a:latin typeface="Consolas"/>
                        </a:rPr>
                        <a:t>, </a:t>
                      </a:r>
                      <a:r>
                        <a:rPr lang="en-US" sz="2000" b="0" i="0" u="none" strike="noStrike" noProof="0" dirty="0">
                          <a:solidFill>
                            <a:srgbClr val="800080"/>
                          </a:solidFill>
                          <a:latin typeface="Consolas"/>
                        </a:rPr>
                        <a:t>6</a:t>
                      </a:r>
                      <a:r>
                        <a:rPr lang="en-US" sz="2000" b="0" i="0" u="none" strike="noStrike" noProof="0" dirty="0">
                          <a:solidFill>
                            <a:srgbClr val="000000"/>
                          </a:solidFill>
                          <a:latin typeface="Consolas"/>
                        </a:rPr>
                        <a:t>))</a:t>
                      </a:r>
                    </a:p>
                  </a:txBody>
                  <a:tcPr marL="0" marR="0" marT="0" marB="0"/>
                </a:tc>
                <a:extLst>
                  <a:ext uri="{0D108BD9-81ED-4DB2-BD59-A6C34878D82A}">
                    <a16:rowId xmlns:a16="http://schemas.microsoft.com/office/drawing/2014/main" val="10001"/>
                  </a:ext>
                </a:extLst>
              </a:tr>
              <a:tr h="304800">
                <a:tc>
                  <a:txBody>
                    <a:bodyPr/>
                    <a:lstStyle/>
                    <a:p>
                      <a:pPr marR="28575" algn="ctr">
                        <a:lnSpc>
                          <a:spcPts val="2085"/>
                        </a:lnSpc>
                      </a:pPr>
                      <a:r>
                        <a:rPr sz="2000" spc="-25" dirty="0">
                          <a:latin typeface="Consolas"/>
                          <a:cs typeface="Consolas"/>
                        </a:rPr>
                        <a:t>L3</a:t>
                      </a:r>
                      <a:endParaRPr sz="2000" dirty="0">
                        <a:latin typeface="Consolas"/>
                        <a:cs typeface="Consolas"/>
                      </a:endParaRPr>
                    </a:p>
                  </a:txBody>
                  <a:tcPr marL="0" marR="0" marT="0" marB="0"/>
                </a:tc>
                <a:tc>
                  <a:txBody>
                    <a:bodyPr/>
                    <a:lstStyle/>
                    <a:p>
                      <a:pPr algn="ctr">
                        <a:lnSpc>
                          <a:spcPts val="2085"/>
                        </a:lnSpc>
                      </a:pPr>
                      <a:r>
                        <a:rPr sz="2000" spc="-50" dirty="0">
                          <a:latin typeface="Consolas"/>
                          <a:cs typeface="Consolas"/>
                        </a:rPr>
                        <a:t>=</a:t>
                      </a:r>
                      <a:endParaRPr sz="2000" dirty="0">
                        <a:latin typeface="Consolas"/>
                        <a:cs typeface="Consolas"/>
                      </a:endParaRPr>
                    </a:p>
                  </a:txBody>
                  <a:tcPr marL="0" marR="0" marT="0" marB="0"/>
                </a:tc>
                <a:tc>
                  <a:txBody>
                    <a:bodyPr/>
                    <a:lstStyle/>
                    <a:p>
                      <a:pPr lvl="0" algn="l">
                        <a:lnSpc>
                          <a:spcPct val="100000"/>
                        </a:lnSpc>
                        <a:spcBef>
                          <a:spcPts val="0"/>
                        </a:spcBef>
                        <a:spcAft>
                          <a:spcPts val="0"/>
                        </a:spcAft>
                        <a:buNone/>
                      </a:pPr>
                      <a:r>
                        <a:rPr lang="en-US" sz="2000" b="0" i="0" u="none" strike="noStrike" spc="-25" noProof="0" dirty="0">
                          <a:solidFill>
                            <a:srgbClr val="000000"/>
                          </a:solidFill>
                          <a:latin typeface="Consolas"/>
                        </a:rPr>
                        <a:t>[</a:t>
                      </a:r>
                      <a:r>
                        <a:rPr lang="en-US" sz="2000" b="0" i="0" u="none" strike="noStrike" spc="-25" noProof="0" dirty="0">
                          <a:solidFill>
                            <a:srgbClr val="FF00FF"/>
                          </a:solidFill>
                          <a:latin typeface="Consolas"/>
                        </a:rPr>
                        <a:t>"</a:t>
                      </a:r>
                      <a:r>
                        <a:rPr lang="en-US" sz="2000" b="0" i="0" u="none" strike="noStrike" spc="-25" noProof="0" err="1">
                          <a:solidFill>
                            <a:srgbClr val="FF00FF"/>
                          </a:solidFill>
                          <a:latin typeface="Consolas"/>
                        </a:rPr>
                        <a:t>C"</a:t>
                      </a:r>
                      <a:r>
                        <a:rPr lang="en-US" sz="2000" b="0" i="0" u="none" strike="noStrike" spc="-25" noProof="0" err="1">
                          <a:solidFill>
                            <a:srgbClr val="000000"/>
                          </a:solidFill>
                          <a:latin typeface="Consolas"/>
                        </a:rPr>
                        <a:t>,</a:t>
                      </a:r>
                      <a:r>
                        <a:rPr lang="en-US" sz="2000" b="0" i="0" u="none" strike="noStrike" spc="-25" noProof="0" err="1">
                          <a:solidFill>
                            <a:srgbClr val="FF00FF"/>
                          </a:solidFill>
                          <a:latin typeface="Consolas"/>
                        </a:rPr>
                        <a:t>"Java"</a:t>
                      </a:r>
                      <a:r>
                        <a:rPr lang="en-US" sz="2000" b="0" i="0" u="none" strike="noStrike" spc="-25" noProof="0" err="1">
                          <a:solidFill>
                            <a:srgbClr val="000000"/>
                          </a:solidFill>
                          <a:latin typeface="Consolas"/>
                        </a:rPr>
                        <a:t>,</a:t>
                      </a:r>
                      <a:r>
                        <a:rPr lang="en-US" sz="2000" b="0" i="0" u="none" strike="noStrike" spc="-25" noProof="0" err="1">
                          <a:solidFill>
                            <a:srgbClr val="FF00FF"/>
                          </a:solidFill>
                          <a:latin typeface="Consolas"/>
                        </a:rPr>
                        <a:t>"Python</a:t>
                      </a:r>
                      <a:r>
                        <a:rPr lang="en-US" sz="2000" b="0" i="0" u="none" strike="noStrike" spc="-25" noProof="0" dirty="0">
                          <a:solidFill>
                            <a:srgbClr val="FF00FF"/>
                          </a:solidFill>
                          <a:latin typeface="Consolas"/>
                        </a:rPr>
                        <a:t>"</a:t>
                      </a:r>
                      <a:r>
                        <a:rPr lang="en-US" sz="2000" b="0" i="0" u="none" strike="noStrike" spc="-25" noProof="0" dirty="0">
                          <a:solidFill>
                            <a:srgbClr val="000000"/>
                          </a:solidFill>
                          <a:latin typeface="Consolas"/>
                        </a:rPr>
                        <a:t>] or </a:t>
                      </a:r>
                      <a:r>
                        <a:rPr lang="en-US" sz="2000" spc="-10" noProof="0" dirty="0">
                          <a:solidFill>
                            <a:srgbClr val="0000FF"/>
                          </a:solidFill>
                          <a:latin typeface="Consolas"/>
                          <a:ea typeface="+mn-ea"/>
                          <a:cs typeface="+mn-cs"/>
                        </a:rPr>
                        <a:t>list</a:t>
                      </a:r>
                      <a:r>
                        <a:rPr lang="en-US" sz="2000" b="0" i="0" u="none" strike="noStrike" spc="-25" noProof="0" dirty="0">
                          <a:solidFill>
                            <a:srgbClr val="000000"/>
                          </a:solidFill>
                          <a:latin typeface="Consolas"/>
                        </a:rPr>
                        <a:t>((</a:t>
                      </a:r>
                      <a:r>
                        <a:rPr lang="en-US" sz="2000" b="0" i="0" u="none" strike="noStrike" spc="-25" noProof="0" dirty="0">
                          <a:solidFill>
                            <a:srgbClr val="FF00FF"/>
                          </a:solidFill>
                          <a:latin typeface="Consolas"/>
                        </a:rPr>
                        <a:t>"</a:t>
                      </a:r>
                      <a:r>
                        <a:rPr lang="en-US" sz="2000" b="0" i="0" u="none" strike="noStrike" spc="-25" noProof="0" err="1">
                          <a:solidFill>
                            <a:srgbClr val="FF00FF"/>
                          </a:solidFill>
                          <a:latin typeface="Consolas"/>
                        </a:rPr>
                        <a:t>C"</a:t>
                      </a:r>
                      <a:r>
                        <a:rPr lang="en-US" sz="2000" b="0" i="0" u="none" strike="noStrike" spc="-25" noProof="0" err="1">
                          <a:solidFill>
                            <a:srgbClr val="000000"/>
                          </a:solidFill>
                          <a:latin typeface="Consolas"/>
                        </a:rPr>
                        <a:t>,</a:t>
                      </a:r>
                      <a:r>
                        <a:rPr lang="en-US" sz="2000" b="0" i="0" u="none" strike="noStrike" spc="-25" noProof="0" err="1">
                          <a:solidFill>
                            <a:srgbClr val="FF00FF"/>
                          </a:solidFill>
                          <a:latin typeface="Consolas"/>
                        </a:rPr>
                        <a:t>"Java"</a:t>
                      </a:r>
                      <a:r>
                        <a:rPr lang="en-US" sz="2000" b="0" i="0" u="none" strike="noStrike" spc="-25" noProof="0" err="1">
                          <a:solidFill>
                            <a:srgbClr val="000000"/>
                          </a:solidFill>
                          <a:latin typeface="Consolas"/>
                        </a:rPr>
                        <a:t>,</a:t>
                      </a:r>
                      <a:r>
                        <a:rPr lang="en-US" sz="2000" b="0" i="0" u="none" strike="noStrike" spc="-25" noProof="0" err="1">
                          <a:solidFill>
                            <a:srgbClr val="FF00FF"/>
                          </a:solidFill>
                          <a:latin typeface="Consolas"/>
                        </a:rPr>
                        <a:t>"Python</a:t>
                      </a:r>
                      <a:r>
                        <a:rPr lang="en-US" sz="2000" b="0" i="0" u="none" strike="noStrike" spc="-25" noProof="0" dirty="0">
                          <a:solidFill>
                            <a:srgbClr val="FF00FF"/>
                          </a:solidFill>
                          <a:latin typeface="Consolas"/>
                        </a:rPr>
                        <a:t>"</a:t>
                      </a:r>
                      <a:r>
                        <a:rPr lang="en-US" sz="2000" b="0" i="0" u="none" strike="noStrike" spc="-25" noProof="0" dirty="0">
                          <a:solidFill>
                            <a:srgbClr val="000000"/>
                          </a:solidFill>
                          <a:latin typeface="Consolas"/>
                        </a:rPr>
                        <a:t>))</a:t>
                      </a:r>
                    </a:p>
                  </a:txBody>
                  <a:tcPr marL="0" marR="0" marT="0" marB="0"/>
                </a:tc>
                <a:extLst>
                  <a:ext uri="{0D108BD9-81ED-4DB2-BD59-A6C34878D82A}">
                    <a16:rowId xmlns:a16="http://schemas.microsoft.com/office/drawing/2014/main" val="10002"/>
                  </a:ext>
                </a:extLst>
              </a:tr>
              <a:tr h="279400">
                <a:tc>
                  <a:txBody>
                    <a:bodyPr/>
                    <a:lstStyle/>
                    <a:p>
                      <a:pPr marR="28575" algn="ctr">
                        <a:lnSpc>
                          <a:spcPts val="2085"/>
                        </a:lnSpc>
                      </a:pPr>
                      <a:r>
                        <a:rPr sz="2000" spc="-25" dirty="0">
                          <a:latin typeface="Consolas"/>
                          <a:cs typeface="Consolas"/>
                        </a:rPr>
                        <a:t>L4</a:t>
                      </a:r>
                      <a:endParaRPr sz="2000" dirty="0">
                        <a:latin typeface="Consolas"/>
                        <a:cs typeface="Consolas"/>
                      </a:endParaRPr>
                    </a:p>
                  </a:txBody>
                  <a:tcPr marL="0" marR="0" marT="0" marB="0"/>
                </a:tc>
                <a:tc>
                  <a:txBody>
                    <a:bodyPr/>
                    <a:lstStyle/>
                    <a:p>
                      <a:pPr algn="ctr">
                        <a:lnSpc>
                          <a:spcPts val="2085"/>
                        </a:lnSpc>
                      </a:pPr>
                      <a:r>
                        <a:rPr sz="2000" spc="-50" dirty="0">
                          <a:latin typeface="Consolas"/>
                          <a:cs typeface="Consolas"/>
                        </a:rPr>
                        <a:t>=</a:t>
                      </a:r>
                      <a:endParaRPr sz="2000" dirty="0">
                        <a:latin typeface="Consolas"/>
                        <a:cs typeface="Consolas"/>
                      </a:endParaRPr>
                    </a:p>
                  </a:txBody>
                  <a:tcPr marL="0" marR="0" marT="0" marB="0"/>
                </a:tc>
                <a:tc>
                  <a:txBody>
                    <a:bodyPr/>
                    <a:lstStyle/>
                    <a:p>
                      <a:pPr lvl="0" algn="l">
                        <a:lnSpc>
                          <a:spcPct val="100000"/>
                        </a:lnSpc>
                        <a:spcBef>
                          <a:spcPts val="0"/>
                        </a:spcBef>
                        <a:spcAft>
                          <a:spcPts val="0"/>
                        </a:spcAft>
                        <a:buNone/>
                      </a:pPr>
                      <a:r>
                        <a:rPr lang="en-US" sz="2000" b="0" i="0" u="none" strike="noStrike" spc="-10" noProof="0" dirty="0">
                          <a:solidFill>
                            <a:srgbClr val="000000"/>
                          </a:solidFill>
                          <a:latin typeface="Consolas"/>
                        </a:rPr>
                        <a:t>[</a:t>
                      </a:r>
                      <a:r>
                        <a:rPr lang="en-US" sz="2000" b="0" i="0" u="none" strike="noStrike" spc="-10" noProof="0" dirty="0">
                          <a:solidFill>
                            <a:srgbClr val="800080"/>
                          </a:solidFill>
                          <a:latin typeface="Consolas"/>
                        </a:rPr>
                        <a:t>123</a:t>
                      </a:r>
                      <a:r>
                        <a:rPr lang="en-US" sz="2000" b="0" i="0" u="none" strike="noStrike" spc="-10" noProof="0" dirty="0">
                          <a:solidFill>
                            <a:srgbClr val="000000"/>
                          </a:solidFill>
                          <a:latin typeface="Consolas"/>
                        </a:rPr>
                        <a:t>,</a:t>
                      </a:r>
                      <a:r>
                        <a:rPr lang="en-US" sz="2000" b="0" i="0" u="none" strike="noStrike" spc="-10" noProof="0" dirty="0">
                          <a:solidFill>
                            <a:srgbClr val="FF00FF"/>
                          </a:solidFill>
                          <a:latin typeface="Consolas"/>
                        </a:rPr>
                        <a:t>"python"</a:t>
                      </a:r>
                      <a:r>
                        <a:rPr lang="en-US" sz="2000" b="0" i="0" u="none" strike="noStrike" spc="-10" noProof="0" dirty="0">
                          <a:solidFill>
                            <a:srgbClr val="000000"/>
                          </a:solidFill>
                          <a:latin typeface="Consolas"/>
                        </a:rPr>
                        <a:t>, </a:t>
                      </a:r>
                      <a:r>
                        <a:rPr lang="en-US" sz="2000" b="0" i="0" u="none" strike="noStrike" spc="-10" noProof="0" dirty="0">
                          <a:solidFill>
                            <a:srgbClr val="800080"/>
                          </a:solidFill>
                          <a:latin typeface="Consolas"/>
                        </a:rPr>
                        <a:t>3</a:t>
                      </a:r>
                      <a:r>
                        <a:rPr lang="en-US" sz="2000" b="0" i="0" u="none" strike="noStrike" spc="-10" noProof="0" dirty="0">
                          <a:solidFill>
                            <a:srgbClr val="000000"/>
                          </a:solidFill>
                          <a:latin typeface="Consolas"/>
                        </a:rPr>
                        <a:t>.</a:t>
                      </a:r>
                      <a:r>
                        <a:rPr lang="en-US" sz="2000" b="0" i="0" u="none" strike="noStrike" spc="-10" noProof="0" dirty="0">
                          <a:solidFill>
                            <a:srgbClr val="800080"/>
                          </a:solidFill>
                          <a:latin typeface="Consolas"/>
                        </a:rPr>
                        <a:t>7</a:t>
                      </a:r>
                      <a:r>
                        <a:rPr lang="en-US" sz="2000" b="0" i="0" u="none" strike="noStrike" spc="-10" noProof="0" dirty="0">
                          <a:solidFill>
                            <a:srgbClr val="000000"/>
                          </a:solidFill>
                          <a:latin typeface="Consolas"/>
                        </a:rPr>
                        <a:t>] or </a:t>
                      </a:r>
                      <a:r>
                        <a:rPr lang="en-US" sz="2000" spc="-10" noProof="0" dirty="0">
                          <a:solidFill>
                            <a:srgbClr val="0000FF"/>
                          </a:solidFill>
                          <a:latin typeface="Consolas"/>
                          <a:ea typeface="+mn-ea"/>
                          <a:cs typeface="+mn-cs"/>
                        </a:rPr>
                        <a:t>list</a:t>
                      </a:r>
                      <a:r>
                        <a:rPr lang="en-US" sz="2000" b="0" i="0" u="none" strike="noStrike" spc="-10" noProof="0" dirty="0">
                          <a:solidFill>
                            <a:srgbClr val="000000"/>
                          </a:solidFill>
                          <a:latin typeface="Consolas"/>
                        </a:rPr>
                        <a:t>((</a:t>
                      </a:r>
                      <a:r>
                        <a:rPr lang="en-US" sz="2000" b="0" i="0" u="none" strike="noStrike" spc="-10" noProof="0" dirty="0">
                          <a:solidFill>
                            <a:srgbClr val="800080"/>
                          </a:solidFill>
                          <a:latin typeface="Consolas"/>
                        </a:rPr>
                        <a:t>123</a:t>
                      </a:r>
                      <a:r>
                        <a:rPr lang="en-US" sz="2000" b="0" i="0" u="none" strike="noStrike" spc="-10" noProof="0" dirty="0">
                          <a:solidFill>
                            <a:srgbClr val="000000"/>
                          </a:solidFill>
                          <a:latin typeface="Consolas"/>
                        </a:rPr>
                        <a:t>,</a:t>
                      </a:r>
                      <a:r>
                        <a:rPr lang="en-US" sz="2000" b="0" i="0" u="none" strike="noStrike" spc="-10" noProof="0" dirty="0">
                          <a:solidFill>
                            <a:srgbClr val="FF00FF"/>
                          </a:solidFill>
                          <a:latin typeface="Consolas"/>
                        </a:rPr>
                        <a:t>"python"</a:t>
                      </a:r>
                      <a:r>
                        <a:rPr lang="en-US" sz="2000" b="0" i="0" u="none" strike="noStrike" spc="-10" noProof="0" dirty="0">
                          <a:solidFill>
                            <a:srgbClr val="000000"/>
                          </a:solidFill>
                          <a:latin typeface="Consolas"/>
                        </a:rPr>
                        <a:t>, </a:t>
                      </a:r>
                      <a:r>
                        <a:rPr lang="en-US" sz="2000" b="0" i="0" u="none" strike="noStrike" spc="-10" noProof="0" dirty="0">
                          <a:solidFill>
                            <a:srgbClr val="800080"/>
                          </a:solidFill>
                          <a:latin typeface="Consolas"/>
                        </a:rPr>
                        <a:t>3</a:t>
                      </a:r>
                      <a:r>
                        <a:rPr lang="en-US" sz="2000" b="0" i="0" u="none" strike="noStrike" spc="-10" noProof="0" dirty="0">
                          <a:solidFill>
                            <a:srgbClr val="000000"/>
                          </a:solidFill>
                          <a:latin typeface="Consolas"/>
                        </a:rPr>
                        <a:t>.</a:t>
                      </a:r>
                      <a:r>
                        <a:rPr lang="en-US" sz="2000" b="0" i="0" u="none" strike="noStrike" spc="-10" noProof="0" dirty="0">
                          <a:solidFill>
                            <a:srgbClr val="800080"/>
                          </a:solidFill>
                          <a:latin typeface="Consolas"/>
                        </a:rPr>
                        <a:t>7</a:t>
                      </a:r>
                      <a:r>
                        <a:rPr lang="en-US" sz="2000" b="0" i="0" u="none" strike="noStrike" spc="-10" noProof="0" dirty="0">
                          <a:solidFill>
                            <a:srgbClr val="000000"/>
                          </a:solidFill>
                          <a:latin typeface="Consolas"/>
                        </a:rPr>
                        <a:t>))</a:t>
                      </a:r>
                      <a:endParaRPr sz="2000" dirty="0">
                        <a:latin typeface="Consolas"/>
                        <a:cs typeface="Consolas"/>
                      </a:endParaRPr>
                    </a:p>
                  </a:txBody>
                  <a:tcPr marL="0" marR="0" marT="0" marB="0"/>
                </a:tc>
                <a:extLst>
                  <a:ext uri="{0D108BD9-81ED-4DB2-BD59-A6C34878D82A}">
                    <a16:rowId xmlns:a16="http://schemas.microsoft.com/office/drawing/2014/main" val="10003"/>
                  </a:ext>
                </a:extLst>
              </a:tr>
            </a:tbl>
          </a:graphicData>
        </a:graphic>
      </p:graphicFrame>
      <p:sp>
        <p:nvSpPr>
          <p:cNvPr id="7" name="object 7"/>
          <p:cNvSpPr txBox="1"/>
          <p:nvPr/>
        </p:nvSpPr>
        <p:spPr>
          <a:xfrm>
            <a:off x="455094" y="5311811"/>
            <a:ext cx="1287780" cy="1244600"/>
          </a:xfrm>
          <a:prstGeom prst="rect">
            <a:avLst/>
          </a:prstGeom>
        </p:spPr>
        <p:txBody>
          <a:bodyPr vert="horz" wrap="square" lIns="0" tIns="13970" rIns="0" bIns="0" rtlCol="0">
            <a:spAutoFit/>
          </a:bodyPr>
          <a:lstStyle/>
          <a:p>
            <a:pPr marL="12700" marR="5080" algn="just">
              <a:lnSpc>
                <a:spcPct val="99800"/>
              </a:lnSpc>
              <a:spcBef>
                <a:spcPts val="110"/>
              </a:spcBef>
            </a:pPr>
            <a:r>
              <a:rPr sz="2000" spc="-10">
                <a:solidFill>
                  <a:srgbClr val="0000FF"/>
                </a:solidFill>
                <a:latin typeface="Consolas"/>
                <a:cs typeface="Consolas"/>
              </a:rPr>
              <a:t>print</a:t>
            </a:r>
            <a:r>
              <a:rPr sz="2000" spc="-10">
                <a:latin typeface="Consolas"/>
                <a:cs typeface="Consolas"/>
              </a:rPr>
              <a:t>(L1) </a:t>
            </a:r>
            <a:r>
              <a:rPr sz="2000" spc="-10">
                <a:solidFill>
                  <a:srgbClr val="0000FF"/>
                </a:solidFill>
                <a:latin typeface="Consolas"/>
                <a:cs typeface="Consolas"/>
              </a:rPr>
              <a:t>print</a:t>
            </a:r>
            <a:r>
              <a:rPr sz="2000" spc="-10">
                <a:latin typeface="Consolas"/>
                <a:cs typeface="Consolas"/>
              </a:rPr>
              <a:t>(L2) </a:t>
            </a:r>
            <a:r>
              <a:rPr sz="2000" spc="-10">
                <a:solidFill>
                  <a:srgbClr val="0000FF"/>
                </a:solidFill>
                <a:latin typeface="Consolas"/>
                <a:cs typeface="Consolas"/>
              </a:rPr>
              <a:t>print</a:t>
            </a:r>
            <a:r>
              <a:rPr sz="2000" spc="-10">
                <a:latin typeface="Consolas"/>
                <a:cs typeface="Consolas"/>
              </a:rPr>
              <a:t>(L3) </a:t>
            </a:r>
            <a:r>
              <a:rPr sz="2000" spc="-10">
                <a:solidFill>
                  <a:srgbClr val="0000FF"/>
                </a:solidFill>
                <a:latin typeface="Consolas"/>
                <a:cs typeface="Consolas"/>
              </a:rPr>
              <a:t>print</a:t>
            </a:r>
            <a:r>
              <a:rPr sz="2000" spc="-10">
                <a:latin typeface="Consolas"/>
                <a:cs typeface="Consolas"/>
              </a:rPr>
              <a:t>(L4)</a:t>
            </a:r>
            <a:endParaRPr sz="2000">
              <a:latin typeface="Consolas"/>
              <a:cs typeface="Consolas"/>
            </a:endParaRPr>
          </a:p>
        </p:txBody>
      </p:sp>
      <p:sp>
        <p:nvSpPr>
          <p:cNvPr id="8" name="object 8"/>
          <p:cNvSpPr/>
          <p:nvPr/>
        </p:nvSpPr>
        <p:spPr>
          <a:xfrm>
            <a:off x="9071463" y="4310025"/>
            <a:ext cx="2949267" cy="1874241"/>
          </a:xfrm>
          <a:custGeom>
            <a:avLst/>
            <a:gdLst/>
            <a:ahLst/>
            <a:cxnLst/>
            <a:rect l="l" t="t" r="r" b="b"/>
            <a:pathLst>
              <a:path w="3571875" h="1939289">
                <a:moveTo>
                  <a:pt x="0" y="1939036"/>
                </a:moveTo>
                <a:lnTo>
                  <a:pt x="3571875" y="1939036"/>
                </a:lnTo>
                <a:lnTo>
                  <a:pt x="3571875" y="0"/>
                </a:lnTo>
                <a:lnTo>
                  <a:pt x="0" y="0"/>
                </a:lnTo>
                <a:lnTo>
                  <a:pt x="0" y="1939036"/>
                </a:lnTo>
                <a:close/>
              </a:path>
            </a:pathLst>
          </a:custGeom>
          <a:ln w="12699">
            <a:solidFill>
              <a:srgbClr val="4F81BC"/>
            </a:solidFill>
          </a:ln>
        </p:spPr>
        <p:txBody>
          <a:bodyPr wrap="square" lIns="0" tIns="0" rIns="0" bIns="0" rtlCol="0"/>
          <a:lstStyle/>
          <a:p>
            <a:endParaRPr/>
          </a:p>
        </p:txBody>
      </p:sp>
      <p:sp>
        <p:nvSpPr>
          <p:cNvPr id="11" name="Slide Number Placeholder 10">
            <a:extLst>
              <a:ext uri="{FF2B5EF4-FFF2-40B4-BE49-F238E27FC236}">
                <a16:creationId xmlns:a16="http://schemas.microsoft.com/office/drawing/2014/main" id="{6B679D5A-0870-0CB7-FE56-B9A066DB59ED}"/>
              </a:ext>
            </a:extLst>
          </p:cNvPr>
          <p:cNvSpPr>
            <a:spLocks noGrp="1"/>
          </p:cNvSpPr>
          <p:nvPr>
            <p:ph type="sldNum" sz="quarter" idx="7"/>
          </p:nvPr>
        </p:nvSpPr>
        <p:spPr/>
        <p:txBody>
          <a:bodyPr/>
          <a:lstStyle/>
          <a:p>
            <a:fld id="{B6F15528-21DE-4FAA-801E-634DDDAF4B2B}" type="slidenum">
              <a:rPr lang="en-US"/>
              <a:t>4</a:t>
            </a:fld>
            <a:endParaRPr lang="en-US"/>
          </a:p>
        </p:txBody>
      </p:sp>
      <p:sp>
        <p:nvSpPr>
          <p:cNvPr id="16" name="TextBox 15">
            <a:extLst>
              <a:ext uri="{FF2B5EF4-FFF2-40B4-BE49-F238E27FC236}">
                <a16:creationId xmlns:a16="http://schemas.microsoft.com/office/drawing/2014/main" id="{F1334C69-E1DD-3C62-58B8-B7F370C9F346}"/>
              </a:ext>
            </a:extLst>
          </p:cNvPr>
          <p:cNvSpPr txBox="1"/>
          <p:nvPr/>
        </p:nvSpPr>
        <p:spPr>
          <a:xfrm>
            <a:off x="9165166" y="4472878"/>
            <a:ext cx="26352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u="sng" dirty="0">
                <a:solidFill>
                  <a:schemeClr val="accent6">
                    <a:lumMod val="76000"/>
                  </a:schemeClr>
                </a:solidFill>
              </a:rPr>
              <a:t>Output:</a:t>
            </a:r>
          </a:p>
        </p:txBody>
      </p:sp>
      <p:sp>
        <p:nvSpPr>
          <p:cNvPr id="17" name="TextBox 16">
            <a:extLst>
              <a:ext uri="{FF2B5EF4-FFF2-40B4-BE49-F238E27FC236}">
                <a16:creationId xmlns:a16="http://schemas.microsoft.com/office/drawing/2014/main" id="{306190BD-378D-B71A-4E1D-A088FC77B500}"/>
              </a:ext>
            </a:extLst>
          </p:cNvPr>
          <p:cNvSpPr txBox="1"/>
          <p:nvPr/>
        </p:nvSpPr>
        <p:spPr>
          <a:xfrm>
            <a:off x="9073272" y="4844327"/>
            <a:ext cx="2550583"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spc="-25" dirty="0">
                <a:solidFill>
                  <a:srgbClr val="FF00FF"/>
                </a:solidFill>
                <a:latin typeface="Times New Roman"/>
                <a:ea typeface="+mn-ea"/>
                <a:cs typeface="Times New Roman"/>
              </a:rPr>
              <a:t>[]</a:t>
            </a:r>
          </a:p>
          <a:p>
            <a:pPr algn="l"/>
            <a:r>
              <a:rPr lang="en-US" sz="2000" spc="-25">
                <a:solidFill>
                  <a:srgbClr val="FF00FF"/>
                </a:solidFill>
                <a:latin typeface="Times New Roman"/>
                <a:ea typeface="+mn-ea"/>
                <a:cs typeface="Times New Roman"/>
              </a:rPr>
              <a:t>[1, 2, 3, 4, 5, 6]</a:t>
            </a:r>
            <a:endParaRPr lang="en-US" sz="2000" spc="-25" dirty="0">
              <a:solidFill>
                <a:srgbClr val="FF00FF"/>
              </a:solidFill>
              <a:latin typeface="Times New Roman"/>
              <a:ea typeface="+mn-ea"/>
              <a:cs typeface="Times New Roman"/>
            </a:endParaRPr>
          </a:p>
          <a:p>
            <a:pPr algn="l"/>
            <a:r>
              <a:rPr lang="en-US" sz="2000" spc="-25" dirty="0">
                <a:solidFill>
                  <a:srgbClr val="FF00FF"/>
                </a:solidFill>
                <a:latin typeface="Times New Roman"/>
                <a:ea typeface="+mn-ea"/>
                <a:cs typeface="Times New Roman"/>
              </a:rPr>
              <a:t>["C", "Java", "Python"]</a:t>
            </a:r>
          </a:p>
          <a:p>
            <a:pPr algn="l"/>
            <a:r>
              <a:rPr lang="en-US" sz="2000" spc="-25" dirty="0">
                <a:solidFill>
                  <a:srgbClr val="FF00FF"/>
                </a:solidFill>
                <a:latin typeface="Times New Roman"/>
                <a:ea typeface="+mn-ea"/>
                <a:cs typeface="Times New Roman"/>
              </a:rPr>
              <a:t>[123, "python", 3.7]</a:t>
            </a:r>
          </a:p>
        </p:txBody>
      </p:sp>
      <p:sp>
        <p:nvSpPr>
          <p:cNvPr id="9" name="TextBox 8">
            <a:extLst>
              <a:ext uri="{FF2B5EF4-FFF2-40B4-BE49-F238E27FC236}">
                <a16:creationId xmlns:a16="http://schemas.microsoft.com/office/drawing/2014/main" id="{92D183E1-FE77-11C1-7726-FDB0A98FEF54}"/>
              </a:ext>
            </a:extLst>
          </p:cNvPr>
          <p:cNvSpPr txBox="1"/>
          <p:nvPr/>
        </p:nvSpPr>
        <p:spPr>
          <a:xfrm>
            <a:off x="346411" y="3491726"/>
            <a:ext cx="414866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b="1" dirty="0">
                <a:solidFill>
                  <a:srgbClr val="0983C0"/>
                </a:solidFill>
                <a:latin typeface="Consolas"/>
              </a:rPr>
              <a:t>Example: “</a:t>
            </a:r>
            <a:r>
              <a:rPr lang="en-US" sz="2000" b="1" dirty="0">
                <a:solidFill>
                  <a:srgbClr val="C00000"/>
                </a:solidFill>
                <a:latin typeface="Consolas"/>
              </a:rPr>
              <a:t>listdemo.py</a:t>
            </a:r>
            <a:r>
              <a:rPr lang="en-US" sz="2000" b="1" dirty="0">
                <a:solidFill>
                  <a:srgbClr val="0983C0"/>
                </a:solidFill>
                <a:latin typeface="Consolas"/>
              </a:rPr>
              <a: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87492" y="2899409"/>
            <a:ext cx="2387600" cy="574040"/>
          </a:xfrm>
          <a:prstGeom prst="rect">
            <a:avLst/>
          </a:prstGeom>
        </p:spPr>
        <p:txBody>
          <a:bodyPr vert="horz" wrap="square" lIns="0" tIns="12700" rIns="0" bIns="0" rtlCol="0">
            <a:spAutoFit/>
          </a:bodyPr>
          <a:lstStyle/>
          <a:p>
            <a:pPr marL="12700">
              <a:spcBef>
                <a:spcPts val="100"/>
              </a:spcBef>
            </a:pPr>
            <a:r>
              <a:rPr sz="3600"/>
              <a:t>List</a:t>
            </a:r>
            <a:r>
              <a:rPr sz="3600" spc="-110"/>
              <a:t> </a:t>
            </a:r>
            <a:r>
              <a:rPr sz="3600" spc="-10">
                <a:solidFill>
                  <a:srgbClr val="0983C0"/>
                </a:solidFill>
              </a:rPr>
              <a:t>Indexing</a:t>
            </a:r>
            <a:endParaRPr sz="3600"/>
          </a:p>
        </p:txBody>
      </p:sp>
      <p:sp>
        <p:nvSpPr>
          <p:cNvPr id="3" name="Slide Number Placeholder 2">
            <a:extLst>
              <a:ext uri="{FF2B5EF4-FFF2-40B4-BE49-F238E27FC236}">
                <a16:creationId xmlns:a16="http://schemas.microsoft.com/office/drawing/2014/main" id="{8D6327D0-3A34-CB32-2843-270F9FAFB453}"/>
              </a:ext>
            </a:extLst>
          </p:cNvPr>
          <p:cNvSpPr>
            <a:spLocks noGrp="1"/>
          </p:cNvSpPr>
          <p:nvPr>
            <p:ph type="sldNum" sz="quarter" idx="7"/>
          </p:nvPr>
        </p:nvSpPr>
        <p:spPr/>
        <p:txBody>
          <a:bodyPr/>
          <a:lstStyle/>
          <a:p>
            <a:fld id="{B6F15528-21DE-4FAA-801E-634DDDAF4B2B}" type="slidenum">
              <a:rPr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36874" y="357378"/>
            <a:ext cx="4317365" cy="574040"/>
          </a:xfrm>
          <a:prstGeom prst="rect">
            <a:avLst/>
          </a:prstGeom>
        </p:spPr>
        <p:txBody>
          <a:bodyPr vert="horz" wrap="square" lIns="0" tIns="12700" rIns="0" bIns="0" rtlCol="0">
            <a:spAutoFit/>
          </a:bodyPr>
          <a:lstStyle/>
          <a:p>
            <a:pPr marL="12700">
              <a:spcBef>
                <a:spcPts val="100"/>
              </a:spcBef>
            </a:pPr>
            <a:r>
              <a:rPr sz="3600"/>
              <a:t>List</a:t>
            </a:r>
            <a:r>
              <a:rPr sz="3600" spc="-135"/>
              <a:t> </a:t>
            </a:r>
            <a:r>
              <a:rPr sz="3600"/>
              <a:t>Indexing</a:t>
            </a:r>
            <a:r>
              <a:rPr sz="3600" spc="-75"/>
              <a:t> </a:t>
            </a:r>
            <a:r>
              <a:rPr sz="3600">
                <a:solidFill>
                  <a:srgbClr val="000000"/>
                </a:solidFill>
              </a:rPr>
              <a:t>in</a:t>
            </a:r>
            <a:r>
              <a:rPr sz="3600" spc="-110">
                <a:solidFill>
                  <a:srgbClr val="000000"/>
                </a:solidFill>
              </a:rPr>
              <a:t> </a:t>
            </a:r>
            <a:r>
              <a:rPr sz="3600" spc="-10">
                <a:solidFill>
                  <a:srgbClr val="0983C0"/>
                </a:solidFill>
              </a:rPr>
              <a:t>Python</a:t>
            </a:r>
            <a:endParaRPr sz="3600"/>
          </a:p>
        </p:txBody>
      </p:sp>
      <p:sp>
        <p:nvSpPr>
          <p:cNvPr id="3" name="object 3"/>
          <p:cNvSpPr txBox="1">
            <a:spLocks noGrp="1"/>
          </p:cNvSpPr>
          <p:nvPr>
            <p:ph type="body" idx="1"/>
          </p:nvPr>
        </p:nvSpPr>
        <p:spPr>
          <a:xfrm>
            <a:off x="1219200" y="1107315"/>
            <a:ext cx="9677400" cy="2828980"/>
          </a:xfrm>
          <a:prstGeom prst="rect">
            <a:avLst/>
          </a:prstGeom>
        </p:spPr>
        <p:txBody>
          <a:bodyPr vert="horz" wrap="square" lIns="0" tIns="12700" rIns="0" bIns="0" rtlCol="0">
            <a:spAutoFit/>
          </a:bodyPr>
          <a:lstStyle/>
          <a:p>
            <a:pPr marL="353060" marR="5080" indent="-340995" algn="just">
              <a:spcBef>
                <a:spcPts val="100"/>
              </a:spcBef>
              <a:buFont typeface="Arial MT"/>
              <a:buChar char="•"/>
              <a:tabLst>
                <a:tab pos="355600" algn="l"/>
              </a:tabLst>
            </a:pPr>
            <a:r>
              <a:t>Like</a:t>
            </a:r>
            <a:r>
              <a:rPr spc="-45"/>
              <a:t> </a:t>
            </a:r>
            <a:r>
              <a:t>string</a:t>
            </a:r>
            <a:r>
              <a:rPr spc="-50"/>
              <a:t> </a:t>
            </a:r>
            <a:r>
              <a:t>sequence,</a:t>
            </a:r>
            <a:r>
              <a:rPr spc="-45"/>
              <a:t> </a:t>
            </a:r>
            <a:r>
              <a:t>the</a:t>
            </a:r>
            <a:r>
              <a:rPr spc="-45"/>
              <a:t> </a:t>
            </a:r>
            <a:r>
              <a:t>indexing</a:t>
            </a:r>
            <a:r>
              <a:rPr spc="-55"/>
              <a:t> </a:t>
            </a:r>
            <a:r>
              <a:t>of</a:t>
            </a:r>
            <a:r>
              <a:rPr spc="-50"/>
              <a:t> </a:t>
            </a:r>
            <a:r>
              <a:t>the</a:t>
            </a:r>
            <a:r>
              <a:rPr spc="-40"/>
              <a:t> </a:t>
            </a:r>
            <a:r>
              <a:t>python</a:t>
            </a:r>
            <a:r>
              <a:rPr spc="-55"/>
              <a:t> </a:t>
            </a:r>
            <a:r>
              <a:t>lists</a:t>
            </a:r>
            <a:r>
              <a:rPr spc="-40"/>
              <a:t> </a:t>
            </a:r>
            <a:r>
              <a:t>starts</a:t>
            </a:r>
            <a:r>
              <a:rPr spc="-55"/>
              <a:t> </a:t>
            </a:r>
            <a:r>
              <a:rPr spc="-20"/>
              <a:t>from </a:t>
            </a:r>
            <a:r>
              <a:t>0,</a:t>
            </a:r>
            <a:r>
              <a:rPr spc="45"/>
              <a:t> </a:t>
            </a:r>
            <a:r>
              <a:t>i.e.</a:t>
            </a:r>
            <a:r>
              <a:rPr spc="45"/>
              <a:t> </a:t>
            </a:r>
            <a:r>
              <a:t>the</a:t>
            </a:r>
            <a:r>
              <a:rPr spc="50"/>
              <a:t> </a:t>
            </a:r>
            <a:r>
              <a:t>first</a:t>
            </a:r>
            <a:r>
              <a:rPr spc="50"/>
              <a:t> </a:t>
            </a:r>
            <a:r>
              <a:t>element</a:t>
            </a:r>
            <a:r>
              <a:rPr spc="35"/>
              <a:t> </a:t>
            </a:r>
            <a:r>
              <a:t>of</a:t>
            </a:r>
            <a:r>
              <a:rPr spc="45"/>
              <a:t> </a:t>
            </a:r>
            <a:r>
              <a:t>the</a:t>
            </a:r>
            <a:r>
              <a:rPr spc="55"/>
              <a:t> </a:t>
            </a:r>
            <a:r>
              <a:t>list</a:t>
            </a:r>
            <a:r>
              <a:rPr spc="50"/>
              <a:t> </a:t>
            </a:r>
            <a:r>
              <a:t>is</a:t>
            </a:r>
            <a:r>
              <a:rPr spc="50"/>
              <a:t> </a:t>
            </a:r>
            <a:r>
              <a:t>stored</a:t>
            </a:r>
            <a:r>
              <a:rPr spc="55"/>
              <a:t> </a:t>
            </a:r>
            <a:r>
              <a:t>at</a:t>
            </a:r>
            <a:r>
              <a:rPr spc="45"/>
              <a:t> </a:t>
            </a:r>
            <a:r>
              <a:t>the</a:t>
            </a:r>
            <a:r>
              <a:rPr spc="55"/>
              <a:t> </a:t>
            </a:r>
            <a:r>
              <a:t>0th</a:t>
            </a:r>
            <a:r>
              <a:rPr spc="45"/>
              <a:t> </a:t>
            </a:r>
            <a:r>
              <a:t>index,</a:t>
            </a:r>
            <a:r>
              <a:rPr spc="45"/>
              <a:t> </a:t>
            </a:r>
            <a:r>
              <a:rPr spc="-25"/>
              <a:t>the </a:t>
            </a:r>
            <a:r>
              <a:t>second</a:t>
            </a:r>
            <a:r>
              <a:rPr spc="-70"/>
              <a:t> </a:t>
            </a:r>
            <a:r>
              <a:t>element</a:t>
            </a:r>
            <a:r>
              <a:rPr spc="-65"/>
              <a:t> </a:t>
            </a:r>
            <a:r>
              <a:t>of</a:t>
            </a:r>
            <a:r>
              <a:rPr spc="-40"/>
              <a:t> </a:t>
            </a:r>
            <a:r>
              <a:t>the</a:t>
            </a:r>
            <a:r>
              <a:rPr spc="-55"/>
              <a:t> </a:t>
            </a:r>
            <a:r>
              <a:t>list</a:t>
            </a:r>
            <a:r>
              <a:rPr spc="-60"/>
              <a:t> </a:t>
            </a:r>
            <a:r>
              <a:t>is</a:t>
            </a:r>
            <a:r>
              <a:rPr spc="-50"/>
              <a:t> </a:t>
            </a:r>
            <a:r>
              <a:t>stored</a:t>
            </a:r>
            <a:r>
              <a:rPr spc="-45"/>
              <a:t> </a:t>
            </a:r>
            <a:r>
              <a:t>at</a:t>
            </a:r>
            <a:r>
              <a:rPr spc="-50"/>
              <a:t> </a:t>
            </a:r>
            <a:r>
              <a:t>the</a:t>
            </a:r>
            <a:r>
              <a:rPr spc="-55"/>
              <a:t> </a:t>
            </a:r>
            <a:r>
              <a:t>1</a:t>
            </a:r>
            <a:r>
              <a:rPr baseline="30000"/>
              <a:t>st</a:t>
            </a:r>
            <a:r>
              <a:rPr spc="-50"/>
              <a:t> </a:t>
            </a:r>
            <a:r>
              <a:t>index,</a:t>
            </a:r>
            <a:r>
              <a:rPr spc="-65"/>
              <a:t> </a:t>
            </a:r>
            <a:r>
              <a:t>and</a:t>
            </a:r>
            <a:r>
              <a:rPr spc="-50"/>
              <a:t> </a:t>
            </a:r>
            <a:r>
              <a:t>so</a:t>
            </a:r>
            <a:r>
              <a:rPr spc="-50"/>
              <a:t> </a:t>
            </a:r>
            <a:r>
              <a:rPr spc="-25"/>
              <a:t>on.</a:t>
            </a:r>
          </a:p>
          <a:p>
            <a:pPr marL="353695" indent="-340995" algn="just">
              <a:spcBef>
                <a:spcPts val="580"/>
              </a:spcBef>
              <a:buFont typeface="Arial MT"/>
              <a:buChar char="•"/>
              <a:tabLst>
                <a:tab pos="353695" algn="l"/>
              </a:tabLst>
            </a:pPr>
            <a:r>
              <a:t>The</a:t>
            </a:r>
            <a:r>
              <a:rPr spc="-30"/>
              <a:t> </a:t>
            </a:r>
            <a:r>
              <a:t>elements</a:t>
            </a:r>
            <a:r>
              <a:rPr spc="-45"/>
              <a:t> </a:t>
            </a:r>
            <a:r>
              <a:t>of</a:t>
            </a:r>
            <a:r>
              <a:rPr spc="-30"/>
              <a:t> </a:t>
            </a:r>
            <a:r>
              <a:t>the</a:t>
            </a:r>
            <a:r>
              <a:rPr spc="-30"/>
              <a:t> </a:t>
            </a:r>
            <a:r>
              <a:t>list</a:t>
            </a:r>
            <a:r>
              <a:rPr spc="-50"/>
              <a:t> </a:t>
            </a:r>
            <a:r>
              <a:t>can</a:t>
            </a:r>
            <a:r>
              <a:rPr spc="-30"/>
              <a:t> </a:t>
            </a:r>
            <a:r>
              <a:t>be</a:t>
            </a:r>
            <a:r>
              <a:rPr spc="-20"/>
              <a:t> </a:t>
            </a:r>
            <a:r>
              <a:t>accessed</a:t>
            </a:r>
            <a:r>
              <a:rPr spc="-40"/>
              <a:t> </a:t>
            </a:r>
            <a:r>
              <a:t>by</a:t>
            </a:r>
            <a:r>
              <a:rPr spc="-45"/>
              <a:t> </a:t>
            </a:r>
            <a:r>
              <a:t>using</a:t>
            </a:r>
            <a:r>
              <a:rPr spc="-30"/>
              <a:t> </a:t>
            </a:r>
            <a:r>
              <a:t>the</a:t>
            </a:r>
            <a:r>
              <a:rPr spc="-25"/>
              <a:t> </a:t>
            </a:r>
            <a:r>
              <a:rPr spc="-10"/>
              <a:t>slice</a:t>
            </a:r>
          </a:p>
          <a:p>
            <a:pPr marL="355600" algn="just"/>
            <a:r>
              <a:rPr spc="-10"/>
              <a:t>operator</a:t>
            </a:r>
            <a:r>
              <a:rPr spc="-80"/>
              <a:t> </a:t>
            </a:r>
            <a:r>
              <a:rPr spc="-25"/>
              <a:t>[].</a:t>
            </a:r>
          </a:p>
          <a:p>
            <a:pPr marL="12700">
              <a:spcBef>
                <a:spcPts val="575"/>
              </a:spcBef>
            </a:pPr>
            <a:r>
              <a:rPr spc="-10"/>
              <a:t>Example:</a:t>
            </a:r>
          </a:p>
          <a:p>
            <a:pPr marL="355600">
              <a:spcBef>
                <a:spcPts val="575"/>
              </a:spcBef>
            </a:pPr>
            <a:r>
              <a:rPr b="1" spc="-25">
                <a:solidFill>
                  <a:srgbClr val="C00000"/>
                </a:solidFill>
              </a:rPr>
              <a:t>mylist</a:t>
            </a:r>
            <a:r>
              <a:rPr b="1" spc="-25"/>
              <a:t>=[‘banana’,’apple’,’mango’,’tomato’,’berry’]</a:t>
            </a:r>
          </a:p>
        </p:txBody>
      </p:sp>
      <p:sp>
        <p:nvSpPr>
          <p:cNvPr id="4" name="object 4"/>
          <p:cNvSpPr txBox="1"/>
          <p:nvPr/>
        </p:nvSpPr>
        <p:spPr>
          <a:xfrm>
            <a:off x="2031288" y="5253623"/>
            <a:ext cx="2772410" cy="903605"/>
          </a:xfrm>
          <a:prstGeom prst="rect">
            <a:avLst/>
          </a:prstGeom>
        </p:spPr>
        <p:txBody>
          <a:bodyPr vert="horz" wrap="square" lIns="0" tIns="85725" rIns="0" bIns="0" rtlCol="0">
            <a:spAutoFit/>
          </a:bodyPr>
          <a:lstStyle/>
          <a:p>
            <a:pPr marL="355600" indent="-342900">
              <a:spcBef>
                <a:spcPts val="675"/>
              </a:spcBef>
              <a:buFont typeface="Arial MT"/>
              <a:buChar char="•"/>
              <a:tabLst>
                <a:tab pos="355600" algn="l"/>
              </a:tabLst>
            </a:pPr>
            <a:r>
              <a:rPr sz="2400" spc="-10">
                <a:latin typeface="Calibri"/>
                <a:cs typeface="Calibri"/>
              </a:rPr>
              <a:t>mylist[0]=”banana”</a:t>
            </a:r>
            <a:endParaRPr sz="2400">
              <a:latin typeface="Calibri"/>
              <a:cs typeface="Calibri"/>
            </a:endParaRPr>
          </a:p>
          <a:p>
            <a:pPr marL="355600" indent="-342900">
              <a:spcBef>
                <a:spcPts val="580"/>
              </a:spcBef>
              <a:buFont typeface="Arial MT"/>
              <a:buChar char="•"/>
              <a:tabLst>
                <a:tab pos="355600" algn="l"/>
              </a:tabLst>
            </a:pPr>
            <a:r>
              <a:rPr sz="2400" spc="-10">
                <a:latin typeface="Calibri"/>
                <a:cs typeface="Calibri"/>
              </a:rPr>
              <a:t>mylist[2]=”mango”</a:t>
            </a:r>
            <a:endParaRPr sz="2400">
              <a:latin typeface="Calibri"/>
              <a:cs typeface="Calibri"/>
            </a:endParaRPr>
          </a:p>
        </p:txBody>
      </p:sp>
      <p:sp>
        <p:nvSpPr>
          <p:cNvPr id="5" name="object 5"/>
          <p:cNvSpPr txBox="1"/>
          <p:nvPr/>
        </p:nvSpPr>
        <p:spPr>
          <a:xfrm>
            <a:off x="5689472" y="5326787"/>
            <a:ext cx="3724910" cy="391795"/>
          </a:xfrm>
          <a:prstGeom prst="rect">
            <a:avLst/>
          </a:prstGeom>
        </p:spPr>
        <p:txBody>
          <a:bodyPr vert="horz" wrap="square" lIns="0" tIns="12700" rIns="0" bIns="0" rtlCol="0">
            <a:spAutoFit/>
          </a:bodyPr>
          <a:lstStyle/>
          <a:p>
            <a:pPr marL="12700">
              <a:spcBef>
                <a:spcPts val="100"/>
              </a:spcBef>
            </a:pPr>
            <a:r>
              <a:rPr sz="2400" spc="-30">
                <a:latin typeface="Calibri"/>
                <a:cs typeface="Calibri"/>
              </a:rPr>
              <a:t>mylist[1:3]=[”apple”,”mango”]</a:t>
            </a:r>
            <a:endParaRPr sz="2400">
              <a:latin typeface="Calibri"/>
              <a:cs typeface="Calibri"/>
            </a:endParaRPr>
          </a:p>
        </p:txBody>
      </p:sp>
      <p:sp>
        <p:nvSpPr>
          <p:cNvPr id="6" name="object 6"/>
          <p:cNvSpPr/>
          <p:nvPr/>
        </p:nvSpPr>
        <p:spPr>
          <a:xfrm>
            <a:off x="1524000" y="1000126"/>
            <a:ext cx="9144000" cy="1905"/>
          </a:xfrm>
          <a:custGeom>
            <a:avLst/>
            <a:gdLst/>
            <a:ahLst/>
            <a:cxnLst/>
            <a:rect l="l" t="t" r="r" b="b"/>
            <a:pathLst>
              <a:path w="9144000" h="1905">
                <a:moveTo>
                  <a:pt x="0" y="0"/>
                </a:moveTo>
                <a:lnTo>
                  <a:pt x="9144000" y="1524"/>
                </a:lnTo>
              </a:path>
            </a:pathLst>
          </a:custGeom>
          <a:ln w="12700">
            <a:solidFill>
              <a:srgbClr val="497DBA"/>
            </a:solidFill>
          </a:ln>
        </p:spPr>
        <p:txBody>
          <a:bodyPr wrap="square" lIns="0" tIns="0" rIns="0" bIns="0" rtlCol="0"/>
          <a:lstStyle/>
          <a:p>
            <a:endParaRPr/>
          </a:p>
        </p:txBody>
      </p:sp>
      <p:pic>
        <p:nvPicPr>
          <p:cNvPr id="7" name="object 7"/>
          <p:cNvPicPr/>
          <p:nvPr/>
        </p:nvPicPr>
        <p:blipFill>
          <a:blip r:embed="rId2" cstate="print"/>
          <a:stretch>
            <a:fillRect/>
          </a:stretch>
        </p:blipFill>
        <p:spPr>
          <a:xfrm>
            <a:off x="3396925" y="4191769"/>
            <a:ext cx="4613691" cy="644089"/>
          </a:xfrm>
          <a:prstGeom prst="rect">
            <a:avLst/>
          </a:prstGeom>
        </p:spPr>
      </p:pic>
      <p:sp>
        <p:nvSpPr>
          <p:cNvPr id="8" name="Slide Number Placeholder 7">
            <a:extLst>
              <a:ext uri="{FF2B5EF4-FFF2-40B4-BE49-F238E27FC236}">
                <a16:creationId xmlns:a16="http://schemas.microsoft.com/office/drawing/2014/main" id="{5779835F-31F2-FCE9-87DB-4C328559849A}"/>
              </a:ext>
            </a:extLst>
          </p:cNvPr>
          <p:cNvSpPr>
            <a:spLocks noGrp="1"/>
          </p:cNvSpPr>
          <p:nvPr>
            <p:ph type="sldNum" sz="quarter" idx="7"/>
          </p:nvPr>
        </p:nvSpPr>
        <p:spPr/>
        <p:txBody>
          <a:bodyPr/>
          <a:lstStyle/>
          <a:p>
            <a:fld id="{B6F15528-21DE-4FAA-801E-634DDDAF4B2B}" type="slidenum">
              <a:rPr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34561" y="2970657"/>
            <a:ext cx="2665095" cy="574040"/>
          </a:xfrm>
          <a:prstGeom prst="rect">
            <a:avLst/>
          </a:prstGeom>
        </p:spPr>
        <p:txBody>
          <a:bodyPr vert="horz" wrap="square" lIns="0" tIns="12700" rIns="0" bIns="0" rtlCol="0">
            <a:spAutoFit/>
          </a:bodyPr>
          <a:lstStyle/>
          <a:p>
            <a:pPr marL="12700">
              <a:spcBef>
                <a:spcPts val="100"/>
              </a:spcBef>
            </a:pPr>
            <a:r>
              <a:rPr sz="3600"/>
              <a:t>List</a:t>
            </a:r>
            <a:r>
              <a:rPr sz="3600" spc="-110"/>
              <a:t> </a:t>
            </a:r>
            <a:r>
              <a:rPr sz="3600" spc="-20">
                <a:solidFill>
                  <a:srgbClr val="0983C0"/>
                </a:solidFill>
              </a:rPr>
              <a:t>Operators</a:t>
            </a:r>
            <a:endParaRPr sz="3600"/>
          </a:p>
        </p:txBody>
      </p:sp>
      <p:sp>
        <p:nvSpPr>
          <p:cNvPr id="3" name="Slide Number Placeholder 2">
            <a:extLst>
              <a:ext uri="{FF2B5EF4-FFF2-40B4-BE49-F238E27FC236}">
                <a16:creationId xmlns:a16="http://schemas.microsoft.com/office/drawing/2014/main" id="{FC34792A-03C7-9D5F-1E96-3A607237A934}"/>
              </a:ext>
            </a:extLst>
          </p:cNvPr>
          <p:cNvSpPr>
            <a:spLocks noGrp="1"/>
          </p:cNvSpPr>
          <p:nvPr>
            <p:ph type="sldNum" sz="quarter" idx="7"/>
          </p:nvPr>
        </p:nvSpPr>
        <p:spPr/>
        <p:txBody>
          <a:bodyPr/>
          <a:lstStyle/>
          <a:p>
            <a:fld id="{B6F15528-21DE-4FAA-801E-634DDDAF4B2B}" type="slidenum">
              <a:rPr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71139" y="82373"/>
            <a:ext cx="4594225" cy="574675"/>
          </a:xfrm>
          <a:prstGeom prst="rect">
            <a:avLst/>
          </a:prstGeom>
        </p:spPr>
        <p:txBody>
          <a:bodyPr vert="horz" wrap="square" lIns="0" tIns="12700" rIns="0" bIns="0" rtlCol="0">
            <a:spAutoFit/>
          </a:bodyPr>
          <a:lstStyle/>
          <a:p>
            <a:pPr marL="12700">
              <a:spcBef>
                <a:spcPts val="100"/>
              </a:spcBef>
            </a:pPr>
            <a:r>
              <a:rPr sz="3600"/>
              <a:t>List</a:t>
            </a:r>
            <a:r>
              <a:rPr sz="3600" spc="-120"/>
              <a:t> </a:t>
            </a:r>
            <a:r>
              <a:rPr sz="3600" spc="-10"/>
              <a:t>Operators</a:t>
            </a:r>
            <a:r>
              <a:rPr sz="3600" spc="-70"/>
              <a:t> </a:t>
            </a:r>
            <a:r>
              <a:rPr sz="3600">
                <a:solidFill>
                  <a:srgbClr val="000000"/>
                </a:solidFill>
              </a:rPr>
              <a:t>in</a:t>
            </a:r>
            <a:r>
              <a:rPr sz="3600" spc="-100">
                <a:solidFill>
                  <a:srgbClr val="000000"/>
                </a:solidFill>
              </a:rPr>
              <a:t> </a:t>
            </a:r>
            <a:r>
              <a:rPr sz="3600" spc="-10">
                <a:solidFill>
                  <a:srgbClr val="0983C0"/>
                </a:solidFill>
              </a:rPr>
              <a:t>Python</a:t>
            </a:r>
            <a:endParaRPr sz="3600"/>
          </a:p>
        </p:txBody>
      </p:sp>
      <p:sp>
        <p:nvSpPr>
          <p:cNvPr id="3" name="object 3"/>
          <p:cNvSpPr/>
          <p:nvPr/>
        </p:nvSpPr>
        <p:spPr>
          <a:xfrm>
            <a:off x="1524000" y="785749"/>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graphicFrame>
        <p:nvGraphicFramePr>
          <p:cNvPr id="4" name="object 4"/>
          <p:cNvGraphicFramePr>
            <a:graphicFrameLocks noGrp="1"/>
          </p:cNvGraphicFramePr>
          <p:nvPr/>
        </p:nvGraphicFramePr>
        <p:xfrm>
          <a:off x="1946250" y="1065149"/>
          <a:ext cx="8429625" cy="5142228"/>
        </p:xfrm>
        <a:graphic>
          <a:graphicData uri="http://schemas.openxmlformats.org/drawingml/2006/table">
            <a:tbl>
              <a:tblPr firstRow="1" bandRow="1">
                <a:tableStyleId>{2D5ABB26-0587-4C30-8999-92F81FD0307C}</a:tableStyleId>
              </a:tblPr>
              <a:tblGrid>
                <a:gridCol w="857250">
                  <a:extLst>
                    <a:ext uri="{9D8B030D-6E8A-4147-A177-3AD203B41FA5}">
                      <a16:colId xmlns:a16="http://schemas.microsoft.com/office/drawing/2014/main" val="20000"/>
                    </a:ext>
                  </a:extLst>
                </a:gridCol>
                <a:gridCol w="7572375">
                  <a:extLst>
                    <a:ext uri="{9D8B030D-6E8A-4147-A177-3AD203B41FA5}">
                      <a16:colId xmlns:a16="http://schemas.microsoft.com/office/drawing/2014/main" val="20001"/>
                    </a:ext>
                  </a:extLst>
                </a:gridCol>
              </a:tblGrid>
              <a:tr h="785495">
                <a:tc>
                  <a:txBody>
                    <a:bodyPr/>
                    <a:lstStyle/>
                    <a:p>
                      <a:pPr algn="ctr">
                        <a:lnSpc>
                          <a:spcPct val="100000"/>
                        </a:lnSpc>
                        <a:spcBef>
                          <a:spcPts val="1765"/>
                        </a:spcBef>
                      </a:pPr>
                      <a:r>
                        <a:rPr sz="2200" b="1" spc="-50">
                          <a:latin typeface="Calibri"/>
                          <a:cs typeface="Calibri"/>
                        </a:rPr>
                        <a:t>+</a:t>
                      </a:r>
                      <a:endParaRPr sz="2200">
                        <a:latin typeface="Calibri"/>
                        <a:cs typeface="Calibri"/>
                      </a:endParaRPr>
                    </a:p>
                  </a:txBody>
                  <a:tcPr marL="0" marR="0" marT="2241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2885">
                        <a:lnSpc>
                          <a:spcPts val="2505"/>
                        </a:lnSpc>
                      </a:pPr>
                      <a:r>
                        <a:rPr sz="2200">
                          <a:latin typeface="Calibri"/>
                          <a:cs typeface="Calibri"/>
                        </a:rPr>
                        <a:t>It</a:t>
                      </a:r>
                      <a:r>
                        <a:rPr sz="2200" spc="-60">
                          <a:latin typeface="Calibri"/>
                          <a:cs typeface="Calibri"/>
                        </a:rPr>
                        <a:t> </a:t>
                      </a:r>
                      <a:r>
                        <a:rPr sz="2200">
                          <a:latin typeface="Calibri"/>
                          <a:cs typeface="Calibri"/>
                        </a:rPr>
                        <a:t>is</a:t>
                      </a:r>
                      <a:r>
                        <a:rPr sz="2200" spc="-50">
                          <a:latin typeface="Calibri"/>
                          <a:cs typeface="Calibri"/>
                        </a:rPr>
                        <a:t> </a:t>
                      </a:r>
                      <a:r>
                        <a:rPr sz="2200">
                          <a:latin typeface="Calibri"/>
                          <a:cs typeface="Calibri"/>
                        </a:rPr>
                        <a:t>known</a:t>
                      </a:r>
                      <a:r>
                        <a:rPr sz="2200" spc="-50">
                          <a:latin typeface="Calibri"/>
                          <a:cs typeface="Calibri"/>
                        </a:rPr>
                        <a:t> </a:t>
                      </a:r>
                      <a:r>
                        <a:rPr sz="2200">
                          <a:latin typeface="Calibri"/>
                          <a:cs typeface="Calibri"/>
                        </a:rPr>
                        <a:t>as</a:t>
                      </a:r>
                      <a:r>
                        <a:rPr sz="2200" spc="-45">
                          <a:latin typeface="Calibri"/>
                          <a:cs typeface="Calibri"/>
                        </a:rPr>
                        <a:t> </a:t>
                      </a:r>
                      <a:r>
                        <a:rPr sz="2200" spc="-10">
                          <a:latin typeface="Calibri"/>
                          <a:cs typeface="Calibri"/>
                        </a:rPr>
                        <a:t>concatenation</a:t>
                      </a:r>
                      <a:r>
                        <a:rPr sz="2200" spc="-30">
                          <a:latin typeface="Calibri"/>
                          <a:cs typeface="Calibri"/>
                        </a:rPr>
                        <a:t> </a:t>
                      </a:r>
                      <a:r>
                        <a:rPr sz="2200" spc="-10">
                          <a:latin typeface="Calibri"/>
                          <a:cs typeface="Calibri"/>
                        </a:rPr>
                        <a:t>operator</a:t>
                      </a:r>
                      <a:r>
                        <a:rPr sz="2200" spc="-45">
                          <a:latin typeface="Calibri"/>
                          <a:cs typeface="Calibri"/>
                        </a:rPr>
                        <a:t> </a:t>
                      </a:r>
                      <a:r>
                        <a:rPr sz="2200">
                          <a:latin typeface="Calibri"/>
                          <a:cs typeface="Calibri"/>
                        </a:rPr>
                        <a:t>used</a:t>
                      </a:r>
                      <a:r>
                        <a:rPr sz="2200" spc="-40">
                          <a:latin typeface="Calibri"/>
                          <a:cs typeface="Calibri"/>
                        </a:rPr>
                        <a:t> </a:t>
                      </a:r>
                      <a:r>
                        <a:rPr sz="2200">
                          <a:latin typeface="Calibri"/>
                          <a:cs typeface="Calibri"/>
                        </a:rPr>
                        <a:t>to</a:t>
                      </a:r>
                      <a:r>
                        <a:rPr sz="2200" spc="-40">
                          <a:latin typeface="Calibri"/>
                          <a:cs typeface="Calibri"/>
                        </a:rPr>
                        <a:t> </a:t>
                      </a:r>
                      <a:r>
                        <a:rPr sz="2200" spc="-10">
                          <a:latin typeface="Calibri"/>
                          <a:cs typeface="Calibri"/>
                        </a:rPr>
                        <a:t>concatenate</a:t>
                      </a:r>
                      <a:r>
                        <a:rPr sz="2200" spc="-20">
                          <a:latin typeface="Calibri"/>
                          <a:cs typeface="Calibri"/>
                        </a:rPr>
                        <a:t> </a:t>
                      </a:r>
                      <a:r>
                        <a:rPr sz="2200" spc="-25">
                          <a:latin typeface="Calibri"/>
                          <a:cs typeface="Calibri"/>
                        </a:rPr>
                        <a:t>two</a:t>
                      </a:r>
                      <a:endParaRPr sz="2200">
                        <a:latin typeface="Calibri"/>
                        <a:cs typeface="Calibri"/>
                      </a:endParaRPr>
                    </a:p>
                    <a:p>
                      <a:pPr marL="222885">
                        <a:lnSpc>
                          <a:spcPct val="100000"/>
                        </a:lnSpc>
                      </a:pPr>
                      <a:r>
                        <a:rPr sz="2200" spc="-10">
                          <a:latin typeface="Calibri"/>
                          <a:cs typeface="Calibri"/>
                        </a:rPr>
                        <a:t>lists.</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785495">
                <a:tc>
                  <a:txBody>
                    <a:bodyPr/>
                    <a:lstStyle/>
                    <a:p>
                      <a:pPr algn="ctr">
                        <a:lnSpc>
                          <a:spcPct val="100000"/>
                        </a:lnSpc>
                        <a:spcBef>
                          <a:spcPts val="1760"/>
                        </a:spcBef>
                      </a:pPr>
                      <a:r>
                        <a:rPr sz="2200" b="1" spc="-50">
                          <a:latin typeface="Calibri"/>
                          <a:cs typeface="Calibri"/>
                        </a:rPr>
                        <a:t>*</a:t>
                      </a:r>
                      <a:endParaRPr sz="2200">
                        <a:latin typeface="Calibri"/>
                        <a:cs typeface="Calibri"/>
                      </a:endParaRPr>
                    </a:p>
                  </a:txBody>
                  <a:tcPr marL="0" marR="0" marT="2235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2885">
                        <a:lnSpc>
                          <a:spcPts val="2505"/>
                        </a:lnSpc>
                      </a:pPr>
                      <a:r>
                        <a:rPr sz="2200">
                          <a:latin typeface="Calibri"/>
                          <a:cs typeface="Calibri"/>
                        </a:rPr>
                        <a:t>It</a:t>
                      </a:r>
                      <a:r>
                        <a:rPr sz="2200" spc="-60">
                          <a:latin typeface="Calibri"/>
                          <a:cs typeface="Calibri"/>
                        </a:rPr>
                        <a:t> </a:t>
                      </a:r>
                      <a:r>
                        <a:rPr sz="2200">
                          <a:latin typeface="Calibri"/>
                          <a:cs typeface="Calibri"/>
                        </a:rPr>
                        <a:t>is</a:t>
                      </a:r>
                      <a:r>
                        <a:rPr sz="2200" spc="-50">
                          <a:latin typeface="Calibri"/>
                          <a:cs typeface="Calibri"/>
                        </a:rPr>
                        <a:t> </a:t>
                      </a:r>
                      <a:r>
                        <a:rPr sz="2200">
                          <a:latin typeface="Calibri"/>
                          <a:cs typeface="Calibri"/>
                        </a:rPr>
                        <a:t>known</a:t>
                      </a:r>
                      <a:r>
                        <a:rPr sz="2200" spc="-45">
                          <a:latin typeface="Calibri"/>
                          <a:cs typeface="Calibri"/>
                        </a:rPr>
                        <a:t> </a:t>
                      </a:r>
                      <a:r>
                        <a:rPr sz="2200">
                          <a:latin typeface="Calibri"/>
                          <a:cs typeface="Calibri"/>
                        </a:rPr>
                        <a:t>as</a:t>
                      </a:r>
                      <a:r>
                        <a:rPr sz="2200" spc="-40">
                          <a:latin typeface="Calibri"/>
                          <a:cs typeface="Calibri"/>
                        </a:rPr>
                        <a:t> </a:t>
                      </a:r>
                      <a:r>
                        <a:rPr sz="2200">
                          <a:latin typeface="Calibri"/>
                          <a:cs typeface="Calibri"/>
                        </a:rPr>
                        <a:t>repetition</a:t>
                      </a:r>
                      <a:r>
                        <a:rPr sz="2200" spc="-45">
                          <a:latin typeface="Calibri"/>
                          <a:cs typeface="Calibri"/>
                        </a:rPr>
                        <a:t> </a:t>
                      </a:r>
                      <a:r>
                        <a:rPr sz="2200" spc="-35">
                          <a:latin typeface="Calibri"/>
                          <a:cs typeface="Calibri"/>
                        </a:rPr>
                        <a:t>operator.</a:t>
                      </a:r>
                      <a:r>
                        <a:rPr sz="2200" spc="-50">
                          <a:latin typeface="Calibri"/>
                          <a:cs typeface="Calibri"/>
                        </a:rPr>
                        <a:t> </a:t>
                      </a:r>
                      <a:r>
                        <a:rPr sz="2200">
                          <a:latin typeface="Calibri"/>
                          <a:cs typeface="Calibri"/>
                        </a:rPr>
                        <a:t>It</a:t>
                      </a:r>
                      <a:r>
                        <a:rPr sz="2200" spc="-55">
                          <a:latin typeface="Calibri"/>
                          <a:cs typeface="Calibri"/>
                        </a:rPr>
                        <a:t> </a:t>
                      </a:r>
                      <a:r>
                        <a:rPr sz="2200" spc="-10">
                          <a:latin typeface="Calibri"/>
                          <a:cs typeface="Calibri"/>
                        </a:rPr>
                        <a:t>concatenates</a:t>
                      </a:r>
                      <a:r>
                        <a:rPr sz="2200" spc="-15">
                          <a:latin typeface="Calibri"/>
                          <a:cs typeface="Calibri"/>
                        </a:rPr>
                        <a:t> </a:t>
                      </a:r>
                      <a:r>
                        <a:rPr sz="2200">
                          <a:latin typeface="Calibri"/>
                          <a:cs typeface="Calibri"/>
                        </a:rPr>
                        <a:t>the</a:t>
                      </a:r>
                      <a:r>
                        <a:rPr sz="2200" spc="-35">
                          <a:latin typeface="Calibri"/>
                          <a:cs typeface="Calibri"/>
                        </a:rPr>
                        <a:t> </a:t>
                      </a:r>
                      <a:r>
                        <a:rPr sz="2200" spc="-10">
                          <a:latin typeface="Calibri"/>
                          <a:cs typeface="Calibri"/>
                        </a:rPr>
                        <a:t>multiple</a:t>
                      </a:r>
                      <a:endParaRPr sz="2200">
                        <a:latin typeface="Calibri"/>
                        <a:cs typeface="Calibri"/>
                      </a:endParaRPr>
                    </a:p>
                    <a:p>
                      <a:pPr marL="222885">
                        <a:lnSpc>
                          <a:spcPct val="100000"/>
                        </a:lnSpc>
                      </a:pPr>
                      <a:r>
                        <a:rPr sz="2200">
                          <a:latin typeface="Calibri"/>
                          <a:cs typeface="Calibri"/>
                        </a:rPr>
                        <a:t>copies</a:t>
                      </a:r>
                      <a:r>
                        <a:rPr sz="2200" spc="-50">
                          <a:latin typeface="Calibri"/>
                          <a:cs typeface="Calibri"/>
                        </a:rPr>
                        <a:t> </a:t>
                      </a:r>
                      <a:r>
                        <a:rPr sz="2200">
                          <a:latin typeface="Calibri"/>
                          <a:cs typeface="Calibri"/>
                        </a:rPr>
                        <a:t>of</a:t>
                      </a:r>
                      <a:r>
                        <a:rPr sz="2200" spc="-40">
                          <a:latin typeface="Calibri"/>
                          <a:cs typeface="Calibri"/>
                        </a:rPr>
                        <a:t> </a:t>
                      </a:r>
                      <a:r>
                        <a:rPr sz="2200">
                          <a:latin typeface="Calibri"/>
                          <a:cs typeface="Calibri"/>
                        </a:rPr>
                        <a:t>the</a:t>
                      </a:r>
                      <a:r>
                        <a:rPr sz="2200" spc="-30">
                          <a:latin typeface="Calibri"/>
                          <a:cs typeface="Calibri"/>
                        </a:rPr>
                        <a:t> </a:t>
                      </a:r>
                      <a:r>
                        <a:rPr sz="2200">
                          <a:latin typeface="Calibri"/>
                          <a:cs typeface="Calibri"/>
                        </a:rPr>
                        <a:t>same</a:t>
                      </a:r>
                      <a:r>
                        <a:rPr sz="2200" spc="-35">
                          <a:latin typeface="Calibri"/>
                          <a:cs typeface="Calibri"/>
                        </a:rPr>
                        <a:t> </a:t>
                      </a:r>
                      <a:r>
                        <a:rPr sz="2200" spc="-20">
                          <a:latin typeface="Calibri"/>
                          <a:cs typeface="Calibri"/>
                        </a:rPr>
                        <a:t>list.</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857250">
                <a:tc>
                  <a:txBody>
                    <a:bodyPr/>
                    <a:lstStyle/>
                    <a:p>
                      <a:pPr algn="ctr">
                        <a:lnSpc>
                          <a:spcPct val="100000"/>
                        </a:lnSpc>
                        <a:spcBef>
                          <a:spcPts val="1764"/>
                        </a:spcBef>
                      </a:pPr>
                      <a:r>
                        <a:rPr sz="2200" b="1" spc="-25">
                          <a:latin typeface="Calibri"/>
                          <a:cs typeface="Calibri"/>
                        </a:rPr>
                        <a:t>[]</a:t>
                      </a:r>
                      <a:endParaRPr sz="2200">
                        <a:latin typeface="Calibri"/>
                        <a:cs typeface="Calibri"/>
                      </a:endParaRPr>
                    </a:p>
                  </a:txBody>
                  <a:tcPr marL="0" marR="0" marT="22415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2885">
                        <a:lnSpc>
                          <a:spcPts val="2510"/>
                        </a:lnSpc>
                      </a:pPr>
                      <a:r>
                        <a:rPr sz="2200">
                          <a:latin typeface="Calibri"/>
                          <a:cs typeface="Calibri"/>
                        </a:rPr>
                        <a:t>It</a:t>
                      </a:r>
                      <a:r>
                        <a:rPr sz="2200" spc="-45">
                          <a:latin typeface="Calibri"/>
                          <a:cs typeface="Calibri"/>
                        </a:rPr>
                        <a:t> </a:t>
                      </a:r>
                      <a:r>
                        <a:rPr sz="2200">
                          <a:latin typeface="Calibri"/>
                          <a:cs typeface="Calibri"/>
                        </a:rPr>
                        <a:t>is</a:t>
                      </a:r>
                      <a:r>
                        <a:rPr sz="2200" spc="-40">
                          <a:latin typeface="Calibri"/>
                          <a:cs typeface="Calibri"/>
                        </a:rPr>
                        <a:t> </a:t>
                      </a:r>
                      <a:r>
                        <a:rPr sz="2200">
                          <a:latin typeface="Calibri"/>
                          <a:cs typeface="Calibri"/>
                        </a:rPr>
                        <a:t>known</a:t>
                      </a:r>
                      <a:r>
                        <a:rPr sz="2200" spc="-30">
                          <a:latin typeface="Calibri"/>
                          <a:cs typeface="Calibri"/>
                        </a:rPr>
                        <a:t> </a:t>
                      </a:r>
                      <a:r>
                        <a:rPr sz="2200">
                          <a:latin typeface="Calibri"/>
                          <a:cs typeface="Calibri"/>
                        </a:rPr>
                        <a:t>as</a:t>
                      </a:r>
                      <a:r>
                        <a:rPr sz="2200" spc="-30">
                          <a:latin typeface="Calibri"/>
                          <a:cs typeface="Calibri"/>
                        </a:rPr>
                        <a:t> </a:t>
                      </a:r>
                      <a:r>
                        <a:rPr sz="2200">
                          <a:latin typeface="Calibri"/>
                          <a:cs typeface="Calibri"/>
                        </a:rPr>
                        <a:t>slice</a:t>
                      </a:r>
                      <a:r>
                        <a:rPr sz="2200" spc="-40">
                          <a:latin typeface="Calibri"/>
                          <a:cs typeface="Calibri"/>
                        </a:rPr>
                        <a:t> </a:t>
                      </a:r>
                      <a:r>
                        <a:rPr sz="2200" spc="-35">
                          <a:latin typeface="Calibri"/>
                          <a:cs typeface="Calibri"/>
                        </a:rPr>
                        <a:t>operator. </a:t>
                      </a:r>
                      <a:r>
                        <a:rPr sz="2200">
                          <a:latin typeface="Calibri"/>
                          <a:cs typeface="Calibri"/>
                        </a:rPr>
                        <a:t>It</a:t>
                      </a:r>
                      <a:r>
                        <a:rPr sz="2200" spc="-40">
                          <a:latin typeface="Calibri"/>
                          <a:cs typeface="Calibri"/>
                        </a:rPr>
                        <a:t> </a:t>
                      </a:r>
                      <a:r>
                        <a:rPr sz="2200">
                          <a:latin typeface="Calibri"/>
                          <a:cs typeface="Calibri"/>
                        </a:rPr>
                        <a:t>is</a:t>
                      </a:r>
                      <a:r>
                        <a:rPr sz="2200" spc="-30">
                          <a:latin typeface="Calibri"/>
                          <a:cs typeface="Calibri"/>
                        </a:rPr>
                        <a:t> </a:t>
                      </a:r>
                      <a:r>
                        <a:rPr sz="2200">
                          <a:latin typeface="Calibri"/>
                          <a:cs typeface="Calibri"/>
                        </a:rPr>
                        <a:t>used</a:t>
                      </a:r>
                      <a:r>
                        <a:rPr sz="2200" spc="-25">
                          <a:latin typeface="Calibri"/>
                          <a:cs typeface="Calibri"/>
                        </a:rPr>
                        <a:t> </a:t>
                      </a:r>
                      <a:r>
                        <a:rPr sz="2200">
                          <a:latin typeface="Calibri"/>
                          <a:cs typeface="Calibri"/>
                        </a:rPr>
                        <a:t>to</a:t>
                      </a:r>
                      <a:r>
                        <a:rPr sz="2200" spc="-25">
                          <a:latin typeface="Calibri"/>
                          <a:cs typeface="Calibri"/>
                        </a:rPr>
                        <a:t> </a:t>
                      </a:r>
                      <a:r>
                        <a:rPr sz="2200">
                          <a:latin typeface="Calibri"/>
                          <a:cs typeface="Calibri"/>
                        </a:rPr>
                        <a:t>access</a:t>
                      </a:r>
                      <a:r>
                        <a:rPr sz="2200" spc="-25">
                          <a:latin typeface="Calibri"/>
                          <a:cs typeface="Calibri"/>
                        </a:rPr>
                        <a:t> </a:t>
                      </a:r>
                      <a:r>
                        <a:rPr sz="2200">
                          <a:latin typeface="Calibri"/>
                          <a:cs typeface="Calibri"/>
                        </a:rPr>
                        <a:t>the</a:t>
                      </a:r>
                      <a:r>
                        <a:rPr sz="2200" spc="-20">
                          <a:latin typeface="Calibri"/>
                          <a:cs typeface="Calibri"/>
                        </a:rPr>
                        <a:t> </a:t>
                      </a:r>
                      <a:r>
                        <a:rPr sz="2200">
                          <a:latin typeface="Calibri"/>
                          <a:cs typeface="Calibri"/>
                        </a:rPr>
                        <a:t>list</a:t>
                      </a:r>
                      <a:r>
                        <a:rPr sz="2200" spc="-40">
                          <a:latin typeface="Calibri"/>
                          <a:cs typeface="Calibri"/>
                        </a:rPr>
                        <a:t> </a:t>
                      </a:r>
                      <a:r>
                        <a:rPr sz="2200" spc="-20">
                          <a:latin typeface="Calibri"/>
                          <a:cs typeface="Calibri"/>
                        </a:rPr>
                        <a:t>item</a:t>
                      </a:r>
                      <a:endParaRPr sz="2200">
                        <a:latin typeface="Calibri"/>
                        <a:cs typeface="Calibri"/>
                      </a:endParaRPr>
                    </a:p>
                    <a:p>
                      <a:pPr marL="222885">
                        <a:lnSpc>
                          <a:spcPct val="100000"/>
                        </a:lnSpc>
                      </a:pPr>
                      <a:r>
                        <a:rPr sz="2200">
                          <a:latin typeface="Calibri"/>
                          <a:cs typeface="Calibri"/>
                        </a:rPr>
                        <a:t>from</a:t>
                      </a:r>
                      <a:r>
                        <a:rPr sz="2200" spc="-80">
                          <a:latin typeface="Calibri"/>
                          <a:cs typeface="Calibri"/>
                        </a:rPr>
                        <a:t> </a:t>
                      </a:r>
                      <a:r>
                        <a:rPr sz="2200" spc="-10">
                          <a:latin typeface="Calibri"/>
                          <a:cs typeface="Calibri"/>
                        </a:rPr>
                        <a:t>list.</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857250">
                <a:tc>
                  <a:txBody>
                    <a:bodyPr/>
                    <a:lstStyle/>
                    <a:p>
                      <a:pPr algn="ctr">
                        <a:lnSpc>
                          <a:spcPct val="100000"/>
                        </a:lnSpc>
                        <a:spcBef>
                          <a:spcPts val="1764"/>
                        </a:spcBef>
                      </a:pPr>
                      <a:r>
                        <a:rPr sz="2200" b="1" spc="-25">
                          <a:latin typeface="Calibri"/>
                          <a:cs typeface="Calibri"/>
                        </a:rPr>
                        <a:t>[:]</a:t>
                      </a:r>
                      <a:endParaRPr sz="2200">
                        <a:latin typeface="Calibri"/>
                        <a:cs typeface="Calibri"/>
                      </a:endParaRPr>
                    </a:p>
                  </a:txBody>
                  <a:tcPr marL="0" marR="0" marT="22415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2885">
                        <a:lnSpc>
                          <a:spcPts val="2510"/>
                        </a:lnSpc>
                      </a:pPr>
                      <a:r>
                        <a:rPr sz="2200">
                          <a:latin typeface="Calibri"/>
                          <a:cs typeface="Calibri"/>
                        </a:rPr>
                        <a:t>It</a:t>
                      </a:r>
                      <a:r>
                        <a:rPr sz="2200" spc="-50">
                          <a:latin typeface="Calibri"/>
                          <a:cs typeface="Calibri"/>
                        </a:rPr>
                        <a:t> </a:t>
                      </a:r>
                      <a:r>
                        <a:rPr sz="2200">
                          <a:latin typeface="Calibri"/>
                          <a:cs typeface="Calibri"/>
                        </a:rPr>
                        <a:t>is</a:t>
                      </a:r>
                      <a:r>
                        <a:rPr sz="2200" spc="-40">
                          <a:latin typeface="Calibri"/>
                          <a:cs typeface="Calibri"/>
                        </a:rPr>
                        <a:t> </a:t>
                      </a:r>
                      <a:r>
                        <a:rPr sz="2200">
                          <a:latin typeface="Calibri"/>
                          <a:cs typeface="Calibri"/>
                        </a:rPr>
                        <a:t>known</a:t>
                      </a:r>
                      <a:r>
                        <a:rPr sz="2200" spc="-40">
                          <a:latin typeface="Calibri"/>
                          <a:cs typeface="Calibri"/>
                        </a:rPr>
                        <a:t> </a:t>
                      </a:r>
                      <a:r>
                        <a:rPr sz="2200">
                          <a:latin typeface="Calibri"/>
                          <a:cs typeface="Calibri"/>
                        </a:rPr>
                        <a:t>as</a:t>
                      </a:r>
                      <a:r>
                        <a:rPr sz="2200" spc="-30">
                          <a:latin typeface="Calibri"/>
                          <a:cs typeface="Calibri"/>
                        </a:rPr>
                        <a:t> </a:t>
                      </a:r>
                      <a:r>
                        <a:rPr sz="2200">
                          <a:latin typeface="Calibri"/>
                          <a:cs typeface="Calibri"/>
                        </a:rPr>
                        <a:t>range</a:t>
                      </a:r>
                      <a:r>
                        <a:rPr sz="2200" spc="-25">
                          <a:latin typeface="Calibri"/>
                          <a:cs typeface="Calibri"/>
                        </a:rPr>
                        <a:t> </a:t>
                      </a:r>
                      <a:r>
                        <a:rPr sz="2200">
                          <a:latin typeface="Calibri"/>
                          <a:cs typeface="Calibri"/>
                        </a:rPr>
                        <a:t>slice</a:t>
                      </a:r>
                      <a:r>
                        <a:rPr sz="2200" spc="-40">
                          <a:latin typeface="Calibri"/>
                          <a:cs typeface="Calibri"/>
                        </a:rPr>
                        <a:t> </a:t>
                      </a:r>
                      <a:r>
                        <a:rPr sz="2200" spc="-35">
                          <a:latin typeface="Calibri"/>
                          <a:cs typeface="Calibri"/>
                        </a:rPr>
                        <a:t>operator.</a:t>
                      </a:r>
                      <a:r>
                        <a:rPr sz="2200" spc="-45">
                          <a:latin typeface="Calibri"/>
                          <a:cs typeface="Calibri"/>
                        </a:rPr>
                        <a:t> </a:t>
                      </a:r>
                      <a:r>
                        <a:rPr sz="2200">
                          <a:latin typeface="Calibri"/>
                          <a:cs typeface="Calibri"/>
                        </a:rPr>
                        <a:t>It</a:t>
                      </a:r>
                      <a:r>
                        <a:rPr sz="2200" spc="-40">
                          <a:latin typeface="Calibri"/>
                          <a:cs typeface="Calibri"/>
                        </a:rPr>
                        <a:t> </a:t>
                      </a:r>
                      <a:r>
                        <a:rPr sz="2200">
                          <a:latin typeface="Calibri"/>
                          <a:cs typeface="Calibri"/>
                        </a:rPr>
                        <a:t>is</a:t>
                      </a:r>
                      <a:r>
                        <a:rPr sz="2200" spc="-30">
                          <a:latin typeface="Calibri"/>
                          <a:cs typeface="Calibri"/>
                        </a:rPr>
                        <a:t> </a:t>
                      </a:r>
                      <a:r>
                        <a:rPr sz="2200">
                          <a:latin typeface="Calibri"/>
                          <a:cs typeface="Calibri"/>
                        </a:rPr>
                        <a:t>used</a:t>
                      </a:r>
                      <a:r>
                        <a:rPr sz="2200" spc="-40">
                          <a:latin typeface="Calibri"/>
                          <a:cs typeface="Calibri"/>
                        </a:rPr>
                        <a:t> </a:t>
                      </a:r>
                      <a:r>
                        <a:rPr sz="2200">
                          <a:latin typeface="Calibri"/>
                          <a:cs typeface="Calibri"/>
                        </a:rPr>
                        <a:t>to</a:t>
                      </a:r>
                      <a:r>
                        <a:rPr sz="2200" spc="-20">
                          <a:latin typeface="Calibri"/>
                          <a:cs typeface="Calibri"/>
                        </a:rPr>
                        <a:t> </a:t>
                      </a:r>
                      <a:r>
                        <a:rPr sz="2200">
                          <a:latin typeface="Calibri"/>
                          <a:cs typeface="Calibri"/>
                        </a:rPr>
                        <a:t>access</a:t>
                      </a:r>
                      <a:r>
                        <a:rPr sz="2200" spc="-30">
                          <a:latin typeface="Calibri"/>
                          <a:cs typeface="Calibri"/>
                        </a:rPr>
                        <a:t> </a:t>
                      </a:r>
                      <a:r>
                        <a:rPr sz="2200">
                          <a:latin typeface="Calibri"/>
                          <a:cs typeface="Calibri"/>
                        </a:rPr>
                        <a:t>the</a:t>
                      </a:r>
                      <a:r>
                        <a:rPr sz="2200" spc="-25">
                          <a:latin typeface="Calibri"/>
                          <a:cs typeface="Calibri"/>
                        </a:rPr>
                        <a:t> </a:t>
                      </a:r>
                      <a:r>
                        <a:rPr sz="2200" spc="-10">
                          <a:latin typeface="Calibri"/>
                          <a:cs typeface="Calibri"/>
                        </a:rPr>
                        <a:t>range</a:t>
                      </a:r>
                      <a:endParaRPr sz="2200">
                        <a:latin typeface="Calibri"/>
                        <a:cs typeface="Calibri"/>
                      </a:endParaRPr>
                    </a:p>
                    <a:p>
                      <a:pPr marL="222885">
                        <a:lnSpc>
                          <a:spcPct val="100000"/>
                        </a:lnSpc>
                      </a:pPr>
                      <a:r>
                        <a:rPr sz="2200">
                          <a:latin typeface="Calibri"/>
                          <a:cs typeface="Calibri"/>
                        </a:rPr>
                        <a:t>of</a:t>
                      </a:r>
                      <a:r>
                        <a:rPr sz="2200" spc="-60">
                          <a:latin typeface="Calibri"/>
                          <a:cs typeface="Calibri"/>
                        </a:rPr>
                        <a:t> </a:t>
                      </a:r>
                      <a:r>
                        <a:rPr sz="2200">
                          <a:latin typeface="Calibri"/>
                          <a:cs typeface="Calibri"/>
                        </a:rPr>
                        <a:t>list</a:t>
                      </a:r>
                      <a:r>
                        <a:rPr sz="2200" spc="-60">
                          <a:latin typeface="Calibri"/>
                          <a:cs typeface="Calibri"/>
                        </a:rPr>
                        <a:t> </a:t>
                      </a:r>
                      <a:r>
                        <a:rPr sz="2200">
                          <a:latin typeface="Calibri"/>
                          <a:cs typeface="Calibri"/>
                        </a:rPr>
                        <a:t>items</a:t>
                      </a:r>
                      <a:r>
                        <a:rPr sz="2200" spc="-30">
                          <a:latin typeface="Calibri"/>
                          <a:cs typeface="Calibri"/>
                        </a:rPr>
                        <a:t> </a:t>
                      </a:r>
                      <a:r>
                        <a:rPr sz="2200">
                          <a:latin typeface="Calibri"/>
                          <a:cs typeface="Calibri"/>
                        </a:rPr>
                        <a:t>from</a:t>
                      </a:r>
                      <a:r>
                        <a:rPr sz="2200" spc="-40">
                          <a:latin typeface="Calibri"/>
                          <a:cs typeface="Calibri"/>
                        </a:rPr>
                        <a:t> </a:t>
                      </a:r>
                      <a:r>
                        <a:rPr sz="2200" spc="-20">
                          <a:latin typeface="Calibri"/>
                          <a:cs typeface="Calibri"/>
                        </a:rPr>
                        <a:t>list.</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928369">
                <a:tc>
                  <a:txBody>
                    <a:bodyPr/>
                    <a:lstStyle/>
                    <a:p>
                      <a:pPr algn="ctr">
                        <a:lnSpc>
                          <a:spcPct val="100000"/>
                        </a:lnSpc>
                        <a:spcBef>
                          <a:spcPts val="1764"/>
                        </a:spcBef>
                      </a:pPr>
                      <a:r>
                        <a:rPr sz="2200" b="1" spc="-25">
                          <a:latin typeface="Calibri"/>
                          <a:cs typeface="Calibri"/>
                        </a:rPr>
                        <a:t>in</a:t>
                      </a:r>
                      <a:endParaRPr sz="2200">
                        <a:latin typeface="Calibri"/>
                        <a:cs typeface="Calibri"/>
                      </a:endParaRPr>
                    </a:p>
                  </a:txBody>
                  <a:tcPr marL="0" marR="0" marT="22415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2885">
                        <a:lnSpc>
                          <a:spcPts val="2510"/>
                        </a:lnSpc>
                      </a:pPr>
                      <a:r>
                        <a:rPr sz="2200">
                          <a:latin typeface="Calibri"/>
                          <a:cs typeface="Calibri"/>
                        </a:rPr>
                        <a:t>It</a:t>
                      </a:r>
                      <a:r>
                        <a:rPr sz="2200" spc="-50">
                          <a:latin typeface="Calibri"/>
                          <a:cs typeface="Calibri"/>
                        </a:rPr>
                        <a:t> </a:t>
                      </a:r>
                      <a:r>
                        <a:rPr sz="2200">
                          <a:latin typeface="Calibri"/>
                          <a:cs typeface="Calibri"/>
                        </a:rPr>
                        <a:t>is</a:t>
                      </a:r>
                      <a:r>
                        <a:rPr sz="2200" spc="-40">
                          <a:latin typeface="Calibri"/>
                          <a:cs typeface="Calibri"/>
                        </a:rPr>
                        <a:t> </a:t>
                      </a:r>
                      <a:r>
                        <a:rPr sz="2200">
                          <a:latin typeface="Calibri"/>
                          <a:cs typeface="Calibri"/>
                        </a:rPr>
                        <a:t>known</a:t>
                      </a:r>
                      <a:r>
                        <a:rPr sz="2200" spc="-40">
                          <a:latin typeface="Calibri"/>
                          <a:cs typeface="Calibri"/>
                        </a:rPr>
                        <a:t> </a:t>
                      </a:r>
                      <a:r>
                        <a:rPr sz="2200">
                          <a:latin typeface="Calibri"/>
                          <a:cs typeface="Calibri"/>
                        </a:rPr>
                        <a:t>as</a:t>
                      </a:r>
                      <a:r>
                        <a:rPr sz="2200" spc="-30">
                          <a:latin typeface="Calibri"/>
                          <a:cs typeface="Calibri"/>
                        </a:rPr>
                        <a:t> </a:t>
                      </a:r>
                      <a:r>
                        <a:rPr sz="2200">
                          <a:latin typeface="Calibri"/>
                          <a:cs typeface="Calibri"/>
                        </a:rPr>
                        <a:t>membership</a:t>
                      </a:r>
                      <a:r>
                        <a:rPr sz="2200" spc="-15">
                          <a:latin typeface="Calibri"/>
                          <a:cs typeface="Calibri"/>
                        </a:rPr>
                        <a:t> </a:t>
                      </a:r>
                      <a:r>
                        <a:rPr sz="2200" spc="-35">
                          <a:latin typeface="Calibri"/>
                          <a:cs typeface="Calibri"/>
                        </a:rPr>
                        <a:t>operator.</a:t>
                      </a:r>
                      <a:r>
                        <a:rPr sz="2200" spc="-40">
                          <a:latin typeface="Calibri"/>
                          <a:cs typeface="Calibri"/>
                        </a:rPr>
                        <a:t> </a:t>
                      </a:r>
                      <a:r>
                        <a:rPr sz="2200">
                          <a:latin typeface="Calibri"/>
                          <a:cs typeface="Calibri"/>
                        </a:rPr>
                        <a:t>It</a:t>
                      </a:r>
                      <a:r>
                        <a:rPr sz="2200" spc="-45">
                          <a:latin typeface="Calibri"/>
                          <a:cs typeface="Calibri"/>
                        </a:rPr>
                        <a:t> </a:t>
                      </a:r>
                      <a:r>
                        <a:rPr sz="2200">
                          <a:latin typeface="Calibri"/>
                          <a:cs typeface="Calibri"/>
                        </a:rPr>
                        <a:t>returns</a:t>
                      </a:r>
                      <a:r>
                        <a:rPr sz="2200" spc="-40">
                          <a:latin typeface="Calibri"/>
                          <a:cs typeface="Calibri"/>
                        </a:rPr>
                        <a:t> </a:t>
                      </a:r>
                      <a:r>
                        <a:rPr sz="2200">
                          <a:latin typeface="Calibri"/>
                          <a:cs typeface="Calibri"/>
                        </a:rPr>
                        <a:t>if</a:t>
                      </a:r>
                      <a:r>
                        <a:rPr sz="2200" spc="-40">
                          <a:latin typeface="Calibri"/>
                          <a:cs typeface="Calibri"/>
                        </a:rPr>
                        <a:t> </a:t>
                      </a:r>
                      <a:r>
                        <a:rPr sz="2200">
                          <a:latin typeface="Calibri"/>
                          <a:cs typeface="Calibri"/>
                        </a:rPr>
                        <a:t>a</a:t>
                      </a:r>
                      <a:r>
                        <a:rPr sz="2200" spc="-45">
                          <a:latin typeface="Calibri"/>
                          <a:cs typeface="Calibri"/>
                        </a:rPr>
                        <a:t> </a:t>
                      </a:r>
                      <a:r>
                        <a:rPr sz="2200" spc="-10">
                          <a:latin typeface="Calibri"/>
                          <a:cs typeface="Calibri"/>
                        </a:rPr>
                        <a:t>particular</a:t>
                      </a:r>
                      <a:endParaRPr sz="2200">
                        <a:latin typeface="Calibri"/>
                        <a:cs typeface="Calibri"/>
                      </a:endParaRPr>
                    </a:p>
                    <a:p>
                      <a:pPr marL="222885">
                        <a:lnSpc>
                          <a:spcPct val="100000"/>
                        </a:lnSpc>
                      </a:pPr>
                      <a:r>
                        <a:rPr sz="2200">
                          <a:latin typeface="Calibri"/>
                          <a:cs typeface="Calibri"/>
                        </a:rPr>
                        <a:t>item</a:t>
                      </a:r>
                      <a:r>
                        <a:rPr sz="2200" spc="-45">
                          <a:latin typeface="Calibri"/>
                          <a:cs typeface="Calibri"/>
                        </a:rPr>
                        <a:t> </a:t>
                      </a:r>
                      <a:r>
                        <a:rPr sz="2200">
                          <a:latin typeface="Calibri"/>
                          <a:cs typeface="Calibri"/>
                        </a:rPr>
                        <a:t>is</a:t>
                      </a:r>
                      <a:r>
                        <a:rPr sz="2200" spc="-40">
                          <a:latin typeface="Calibri"/>
                          <a:cs typeface="Calibri"/>
                        </a:rPr>
                        <a:t> </a:t>
                      </a:r>
                      <a:r>
                        <a:rPr sz="2200">
                          <a:latin typeface="Calibri"/>
                          <a:cs typeface="Calibri"/>
                        </a:rPr>
                        <a:t>present</a:t>
                      </a:r>
                      <a:r>
                        <a:rPr sz="2200" spc="-50">
                          <a:latin typeface="Calibri"/>
                          <a:cs typeface="Calibri"/>
                        </a:rPr>
                        <a:t> </a:t>
                      </a:r>
                      <a:r>
                        <a:rPr sz="2200">
                          <a:latin typeface="Calibri"/>
                          <a:cs typeface="Calibri"/>
                        </a:rPr>
                        <a:t>in</a:t>
                      </a:r>
                      <a:r>
                        <a:rPr sz="2200" spc="-50">
                          <a:latin typeface="Calibri"/>
                          <a:cs typeface="Calibri"/>
                        </a:rPr>
                        <a:t> </a:t>
                      </a:r>
                      <a:r>
                        <a:rPr sz="2200">
                          <a:latin typeface="Calibri"/>
                          <a:cs typeface="Calibri"/>
                        </a:rPr>
                        <a:t>the</a:t>
                      </a:r>
                      <a:r>
                        <a:rPr sz="2200" spc="-35">
                          <a:latin typeface="Calibri"/>
                          <a:cs typeface="Calibri"/>
                        </a:rPr>
                        <a:t> </a:t>
                      </a:r>
                      <a:r>
                        <a:rPr sz="2200">
                          <a:latin typeface="Calibri"/>
                          <a:cs typeface="Calibri"/>
                        </a:rPr>
                        <a:t>specified</a:t>
                      </a:r>
                      <a:r>
                        <a:rPr sz="2200" spc="-50">
                          <a:latin typeface="Calibri"/>
                          <a:cs typeface="Calibri"/>
                        </a:rPr>
                        <a:t> </a:t>
                      </a:r>
                      <a:r>
                        <a:rPr sz="2200" spc="-10">
                          <a:latin typeface="Calibri"/>
                          <a:cs typeface="Calibri"/>
                        </a:rPr>
                        <a:t>list.</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928369">
                <a:tc>
                  <a:txBody>
                    <a:bodyPr/>
                    <a:lstStyle/>
                    <a:p>
                      <a:pPr algn="ctr">
                        <a:lnSpc>
                          <a:spcPct val="100000"/>
                        </a:lnSpc>
                        <a:spcBef>
                          <a:spcPts val="1770"/>
                        </a:spcBef>
                      </a:pPr>
                      <a:r>
                        <a:rPr sz="2200" b="1">
                          <a:latin typeface="Calibri"/>
                          <a:cs typeface="Calibri"/>
                        </a:rPr>
                        <a:t>not</a:t>
                      </a:r>
                      <a:r>
                        <a:rPr sz="2200" b="1" spc="-50">
                          <a:latin typeface="Calibri"/>
                          <a:cs typeface="Calibri"/>
                        </a:rPr>
                        <a:t> </a:t>
                      </a:r>
                      <a:r>
                        <a:rPr sz="2200" b="1" spc="-25">
                          <a:latin typeface="Calibri"/>
                          <a:cs typeface="Calibri"/>
                        </a:rPr>
                        <a:t>in</a:t>
                      </a:r>
                      <a:endParaRPr sz="2200">
                        <a:latin typeface="Calibri"/>
                        <a:cs typeface="Calibri"/>
                      </a:endParaRPr>
                    </a:p>
                  </a:txBody>
                  <a:tcPr marL="0" marR="0" marT="2247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2885">
                        <a:lnSpc>
                          <a:spcPts val="2510"/>
                        </a:lnSpc>
                      </a:pPr>
                      <a:r>
                        <a:rPr sz="2200">
                          <a:latin typeface="Calibri"/>
                          <a:cs typeface="Calibri"/>
                        </a:rPr>
                        <a:t>It</a:t>
                      </a:r>
                      <a:r>
                        <a:rPr sz="2200" spc="-40">
                          <a:latin typeface="Calibri"/>
                          <a:cs typeface="Calibri"/>
                        </a:rPr>
                        <a:t> </a:t>
                      </a:r>
                      <a:r>
                        <a:rPr sz="2200">
                          <a:latin typeface="Calibri"/>
                          <a:cs typeface="Calibri"/>
                        </a:rPr>
                        <a:t>is</a:t>
                      </a:r>
                      <a:r>
                        <a:rPr sz="2200" spc="-35">
                          <a:latin typeface="Calibri"/>
                          <a:cs typeface="Calibri"/>
                        </a:rPr>
                        <a:t> </a:t>
                      </a:r>
                      <a:r>
                        <a:rPr sz="2200">
                          <a:latin typeface="Calibri"/>
                          <a:cs typeface="Calibri"/>
                        </a:rPr>
                        <a:t>also</a:t>
                      </a:r>
                      <a:r>
                        <a:rPr sz="2200" spc="-30">
                          <a:latin typeface="Calibri"/>
                          <a:cs typeface="Calibri"/>
                        </a:rPr>
                        <a:t> </a:t>
                      </a:r>
                      <a:r>
                        <a:rPr sz="2200">
                          <a:latin typeface="Calibri"/>
                          <a:cs typeface="Calibri"/>
                        </a:rPr>
                        <a:t>a</a:t>
                      </a:r>
                      <a:r>
                        <a:rPr sz="2200" spc="-35">
                          <a:latin typeface="Calibri"/>
                          <a:cs typeface="Calibri"/>
                        </a:rPr>
                        <a:t> </a:t>
                      </a:r>
                      <a:r>
                        <a:rPr sz="2200">
                          <a:latin typeface="Calibri"/>
                          <a:cs typeface="Calibri"/>
                        </a:rPr>
                        <a:t>membership</a:t>
                      </a:r>
                      <a:r>
                        <a:rPr sz="2200" spc="-15">
                          <a:latin typeface="Calibri"/>
                          <a:cs typeface="Calibri"/>
                        </a:rPr>
                        <a:t> </a:t>
                      </a:r>
                      <a:r>
                        <a:rPr sz="2200" spc="-10">
                          <a:latin typeface="Calibri"/>
                          <a:cs typeface="Calibri"/>
                        </a:rPr>
                        <a:t>operator</a:t>
                      </a:r>
                      <a:r>
                        <a:rPr sz="2200" spc="-25">
                          <a:latin typeface="Calibri"/>
                          <a:cs typeface="Calibri"/>
                        </a:rPr>
                        <a:t> </a:t>
                      </a:r>
                      <a:r>
                        <a:rPr sz="2200">
                          <a:latin typeface="Calibri"/>
                          <a:cs typeface="Calibri"/>
                        </a:rPr>
                        <a:t>and</a:t>
                      </a:r>
                      <a:r>
                        <a:rPr sz="2200" spc="-35">
                          <a:latin typeface="Calibri"/>
                          <a:cs typeface="Calibri"/>
                        </a:rPr>
                        <a:t> </a:t>
                      </a:r>
                      <a:r>
                        <a:rPr sz="2200">
                          <a:latin typeface="Calibri"/>
                          <a:cs typeface="Calibri"/>
                        </a:rPr>
                        <a:t>It</a:t>
                      </a:r>
                      <a:r>
                        <a:rPr sz="2200" spc="-35">
                          <a:latin typeface="Calibri"/>
                          <a:cs typeface="Calibri"/>
                        </a:rPr>
                        <a:t> </a:t>
                      </a:r>
                      <a:r>
                        <a:rPr sz="2200">
                          <a:latin typeface="Calibri"/>
                          <a:cs typeface="Calibri"/>
                        </a:rPr>
                        <a:t>returns</a:t>
                      </a:r>
                      <a:r>
                        <a:rPr sz="2200" spc="-35">
                          <a:latin typeface="Calibri"/>
                          <a:cs typeface="Calibri"/>
                        </a:rPr>
                        <a:t> </a:t>
                      </a:r>
                      <a:r>
                        <a:rPr sz="2200">
                          <a:latin typeface="Calibri"/>
                          <a:cs typeface="Calibri"/>
                        </a:rPr>
                        <a:t>true</a:t>
                      </a:r>
                      <a:r>
                        <a:rPr sz="2200" spc="-25">
                          <a:latin typeface="Calibri"/>
                          <a:cs typeface="Calibri"/>
                        </a:rPr>
                        <a:t> </a:t>
                      </a:r>
                      <a:r>
                        <a:rPr sz="2200">
                          <a:latin typeface="Calibri"/>
                          <a:cs typeface="Calibri"/>
                        </a:rPr>
                        <a:t>if</a:t>
                      </a:r>
                      <a:r>
                        <a:rPr sz="2200" spc="-35">
                          <a:latin typeface="Calibri"/>
                          <a:cs typeface="Calibri"/>
                        </a:rPr>
                        <a:t> </a:t>
                      </a:r>
                      <a:r>
                        <a:rPr sz="2200" spc="-50">
                          <a:latin typeface="Calibri"/>
                          <a:cs typeface="Calibri"/>
                        </a:rPr>
                        <a:t>a</a:t>
                      </a:r>
                      <a:endParaRPr sz="2200">
                        <a:latin typeface="Calibri"/>
                        <a:cs typeface="Calibri"/>
                      </a:endParaRPr>
                    </a:p>
                    <a:p>
                      <a:pPr marL="222885">
                        <a:lnSpc>
                          <a:spcPct val="100000"/>
                        </a:lnSpc>
                      </a:pPr>
                      <a:r>
                        <a:rPr sz="2200">
                          <a:latin typeface="Calibri"/>
                          <a:cs typeface="Calibri"/>
                        </a:rPr>
                        <a:t>particular</a:t>
                      </a:r>
                      <a:r>
                        <a:rPr sz="2200" spc="-85">
                          <a:latin typeface="Calibri"/>
                          <a:cs typeface="Calibri"/>
                        </a:rPr>
                        <a:t> </a:t>
                      </a:r>
                      <a:r>
                        <a:rPr sz="2200">
                          <a:latin typeface="Calibri"/>
                          <a:cs typeface="Calibri"/>
                        </a:rPr>
                        <a:t>list</a:t>
                      </a:r>
                      <a:r>
                        <a:rPr sz="2200" spc="-40">
                          <a:latin typeface="Calibri"/>
                          <a:cs typeface="Calibri"/>
                        </a:rPr>
                        <a:t> </a:t>
                      </a:r>
                      <a:r>
                        <a:rPr sz="2200">
                          <a:latin typeface="Calibri"/>
                          <a:cs typeface="Calibri"/>
                        </a:rPr>
                        <a:t>item</a:t>
                      </a:r>
                      <a:r>
                        <a:rPr sz="2200" spc="-20">
                          <a:latin typeface="Calibri"/>
                          <a:cs typeface="Calibri"/>
                        </a:rPr>
                        <a:t> </a:t>
                      </a:r>
                      <a:r>
                        <a:rPr sz="2200">
                          <a:latin typeface="Calibri"/>
                          <a:cs typeface="Calibri"/>
                        </a:rPr>
                        <a:t>is</a:t>
                      </a:r>
                      <a:r>
                        <a:rPr sz="2200" spc="-40">
                          <a:latin typeface="Calibri"/>
                          <a:cs typeface="Calibri"/>
                        </a:rPr>
                        <a:t> </a:t>
                      </a:r>
                      <a:r>
                        <a:rPr sz="2200">
                          <a:latin typeface="Calibri"/>
                          <a:cs typeface="Calibri"/>
                        </a:rPr>
                        <a:t>not</a:t>
                      </a:r>
                      <a:r>
                        <a:rPr sz="2200" spc="-25">
                          <a:latin typeface="Calibri"/>
                          <a:cs typeface="Calibri"/>
                        </a:rPr>
                        <a:t> </a:t>
                      </a:r>
                      <a:r>
                        <a:rPr sz="2200">
                          <a:latin typeface="Calibri"/>
                          <a:cs typeface="Calibri"/>
                        </a:rPr>
                        <a:t>present</a:t>
                      </a:r>
                      <a:r>
                        <a:rPr sz="2200" spc="-40">
                          <a:latin typeface="Calibri"/>
                          <a:cs typeface="Calibri"/>
                        </a:rPr>
                        <a:t> </a:t>
                      </a:r>
                      <a:r>
                        <a:rPr sz="2200">
                          <a:latin typeface="Calibri"/>
                          <a:cs typeface="Calibri"/>
                        </a:rPr>
                        <a:t>in</a:t>
                      </a:r>
                      <a:r>
                        <a:rPr sz="2200" spc="-30">
                          <a:latin typeface="Calibri"/>
                          <a:cs typeface="Calibri"/>
                        </a:rPr>
                        <a:t> </a:t>
                      </a:r>
                      <a:r>
                        <a:rPr sz="2200">
                          <a:latin typeface="Calibri"/>
                          <a:cs typeface="Calibri"/>
                        </a:rPr>
                        <a:t>the</a:t>
                      </a:r>
                      <a:r>
                        <a:rPr sz="2200" spc="-35">
                          <a:latin typeface="Calibri"/>
                          <a:cs typeface="Calibri"/>
                        </a:rPr>
                        <a:t> </a:t>
                      </a:r>
                      <a:r>
                        <a:rPr sz="2200" spc="-10">
                          <a:latin typeface="Calibri"/>
                          <a:cs typeface="Calibri"/>
                        </a:rPr>
                        <a:t>list.</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bl>
          </a:graphicData>
        </a:graphic>
      </p:graphicFrame>
      <p:sp>
        <p:nvSpPr>
          <p:cNvPr id="5" name="Slide Number Placeholder 4">
            <a:extLst>
              <a:ext uri="{FF2B5EF4-FFF2-40B4-BE49-F238E27FC236}">
                <a16:creationId xmlns:a16="http://schemas.microsoft.com/office/drawing/2014/main" id="{786F8B43-2516-24F8-08DC-51B2C853BBC9}"/>
              </a:ext>
            </a:extLst>
          </p:cNvPr>
          <p:cNvSpPr>
            <a:spLocks noGrp="1"/>
          </p:cNvSpPr>
          <p:nvPr>
            <p:ph type="sldNum" sz="quarter" idx="7"/>
          </p:nvPr>
        </p:nvSpPr>
        <p:spPr/>
        <p:txBody>
          <a:bodyPr/>
          <a:lstStyle/>
          <a:p>
            <a:fld id="{B6F15528-21DE-4FAA-801E-634DDDAF4B2B}" type="slidenum">
              <a:rPr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1455" y="82373"/>
            <a:ext cx="4595495" cy="574675"/>
          </a:xfrm>
          <a:prstGeom prst="rect">
            <a:avLst/>
          </a:prstGeom>
        </p:spPr>
        <p:txBody>
          <a:bodyPr vert="horz" wrap="square" lIns="0" tIns="12700" rIns="0" bIns="0" rtlCol="0">
            <a:spAutoFit/>
          </a:bodyPr>
          <a:lstStyle/>
          <a:p>
            <a:pPr marL="12700">
              <a:spcBef>
                <a:spcPts val="100"/>
              </a:spcBef>
            </a:pPr>
            <a:r>
              <a:rPr sz="3600"/>
              <a:t>List</a:t>
            </a:r>
            <a:r>
              <a:rPr sz="3600" spc="-110"/>
              <a:t> </a:t>
            </a:r>
            <a:r>
              <a:rPr sz="3600" spc="-10"/>
              <a:t>Operators</a:t>
            </a:r>
            <a:r>
              <a:rPr sz="3600" spc="-65"/>
              <a:t> </a:t>
            </a:r>
            <a:r>
              <a:rPr sz="3600">
                <a:solidFill>
                  <a:srgbClr val="000000"/>
                </a:solidFill>
              </a:rPr>
              <a:t>in</a:t>
            </a:r>
            <a:r>
              <a:rPr sz="3600" spc="-100">
                <a:solidFill>
                  <a:srgbClr val="000000"/>
                </a:solidFill>
              </a:rPr>
              <a:t> </a:t>
            </a:r>
            <a:r>
              <a:rPr sz="3600" spc="-10">
                <a:solidFill>
                  <a:srgbClr val="0983C0"/>
                </a:solidFill>
              </a:rPr>
              <a:t>Python</a:t>
            </a:r>
            <a:endParaRPr sz="3600"/>
          </a:p>
        </p:txBody>
      </p:sp>
      <p:sp>
        <p:nvSpPr>
          <p:cNvPr id="3" name="object 3"/>
          <p:cNvSpPr txBox="1"/>
          <p:nvPr/>
        </p:nvSpPr>
        <p:spPr>
          <a:xfrm>
            <a:off x="8932292" y="285370"/>
            <a:ext cx="671195" cy="330835"/>
          </a:xfrm>
          <a:prstGeom prst="rect">
            <a:avLst/>
          </a:prstGeom>
        </p:spPr>
        <p:txBody>
          <a:bodyPr vert="horz" wrap="square" lIns="0" tIns="12700" rIns="0" bIns="0" rtlCol="0">
            <a:spAutoFit/>
          </a:bodyPr>
          <a:lstStyle/>
          <a:p>
            <a:pPr marL="12700">
              <a:spcBef>
                <a:spcPts val="100"/>
              </a:spcBef>
            </a:pPr>
            <a:r>
              <a:rPr sz="2000" b="1" spc="-10">
                <a:latin typeface="Calibri"/>
                <a:cs typeface="Calibri"/>
              </a:rPr>
              <a:t>cont…</a:t>
            </a:r>
            <a:endParaRPr sz="2000">
              <a:latin typeface="Calibri"/>
              <a:cs typeface="Calibri"/>
            </a:endParaRPr>
          </a:p>
        </p:txBody>
      </p:sp>
      <p:sp>
        <p:nvSpPr>
          <p:cNvPr id="4" name="object 4"/>
          <p:cNvSpPr/>
          <p:nvPr/>
        </p:nvSpPr>
        <p:spPr>
          <a:xfrm>
            <a:off x="1524000" y="785749"/>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sp>
        <p:nvSpPr>
          <p:cNvPr id="5" name="object 5"/>
          <p:cNvSpPr/>
          <p:nvPr/>
        </p:nvSpPr>
        <p:spPr>
          <a:xfrm>
            <a:off x="1809725" y="861186"/>
            <a:ext cx="8715375" cy="3139440"/>
          </a:xfrm>
          <a:custGeom>
            <a:avLst/>
            <a:gdLst/>
            <a:ahLst/>
            <a:cxnLst/>
            <a:rect l="l" t="t" r="r" b="b"/>
            <a:pathLst>
              <a:path w="8715375" h="3139440">
                <a:moveTo>
                  <a:pt x="0" y="3139313"/>
                </a:moveTo>
                <a:lnTo>
                  <a:pt x="8715375" y="3139313"/>
                </a:lnTo>
                <a:lnTo>
                  <a:pt x="8715375" y="0"/>
                </a:lnTo>
                <a:lnTo>
                  <a:pt x="0" y="0"/>
                </a:lnTo>
                <a:lnTo>
                  <a:pt x="0" y="3139313"/>
                </a:lnTo>
                <a:close/>
              </a:path>
            </a:pathLst>
          </a:custGeom>
          <a:ln w="12700">
            <a:solidFill>
              <a:srgbClr val="4F81BC"/>
            </a:solidFill>
          </a:ln>
        </p:spPr>
        <p:txBody>
          <a:bodyPr wrap="square" lIns="0" tIns="0" rIns="0" bIns="0" rtlCol="0"/>
          <a:lstStyle/>
          <a:p>
            <a:endParaRPr/>
          </a:p>
        </p:txBody>
      </p:sp>
      <p:sp>
        <p:nvSpPr>
          <p:cNvPr id="6" name="object 6"/>
          <p:cNvSpPr/>
          <p:nvPr/>
        </p:nvSpPr>
        <p:spPr>
          <a:xfrm>
            <a:off x="1809724" y="4286263"/>
            <a:ext cx="7143750" cy="2247265"/>
          </a:xfrm>
          <a:custGeom>
            <a:avLst/>
            <a:gdLst/>
            <a:ahLst/>
            <a:cxnLst/>
            <a:rect l="l" t="t" r="r" b="b"/>
            <a:pathLst>
              <a:path w="7143750" h="2247265">
                <a:moveTo>
                  <a:pt x="0" y="2246757"/>
                </a:moveTo>
                <a:lnTo>
                  <a:pt x="7143750" y="2246757"/>
                </a:lnTo>
                <a:lnTo>
                  <a:pt x="7143750" y="0"/>
                </a:lnTo>
                <a:lnTo>
                  <a:pt x="0" y="0"/>
                </a:lnTo>
                <a:lnTo>
                  <a:pt x="0" y="2246757"/>
                </a:lnTo>
                <a:close/>
              </a:path>
            </a:pathLst>
          </a:custGeom>
          <a:ln w="12700">
            <a:solidFill>
              <a:srgbClr val="4F81BC"/>
            </a:solidFill>
          </a:ln>
        </p:spPr>
        <p:txBody>
          <a:bodyPr wrap="square" lIns="0" tIns="0" rIns="0" bIns="0" rtlCol="0"/>
          <a:lstStyle/>
          <a:p>
            <a:endParaRPr/>
          </a:p>
        </p:txBody>
      </p:sp>
      <p:sp>
        <p:nvSpPr>
          <p:cNvPr id="7" name="object 7"/>
          <p:cNvSpPr txBox="1"/>
          <p:nvPr/>
        </p:nvSpPr>
        <p:spPr>
          <a:xfrm>
            <a:off x="1888642" y="879094"/>
            <a:ext cx="8338820" cy="5586095"/>
          </a:xfrm>
          <a:prstGeom prst="rect">
            <a:avLst/>
          </a:prstGeom>
        </p:spPr>
        <p:txBody>
          <a:bodyPr vert="horz" wrap="square" lIns="0" tIns="12065" rIns="0" bIns="0" rtlCol="0">
            <a:spAutoFit/>
          </a:bodyPr>
          <a:lstStyle/>
          <a:p>
            <a:pPr marL="12700">
              <a:spcBef>
                <a:spcPts val="95"/>
              </a:spcBef>
            </a:pPr>
            <a:r>
              <a:rPr sz="2200" b="1">
                <a:solidFill>
                  <a:srgbClr val="0983C0"/>
                </a:solidFill>
                <a:latin typeface="Consolas"/>
                <a:cs typeface="Consolas"/>
              </a:rPr>
              <a:t>Example:</a:t>
            </a:r>
            <a:r>
              <a:rPr sz="2200" b="1" spc="-110">
                <a:solidFill>
                  <a:srgbClr val="0983C0"/>
                </a:solidFill>
                <a:latin typeface="Consolas"/>
                <a:cs typeface="Consolas"/>
              </a:rPr>
              <a:t> </a:t>
            </a:r>
            <a:r>
              <a:rPr sz="2200" b="1" spc="-10">
                <a:latin typeface="Consolas"/>
                <a:cs typeface="Consolas"/>
              </a:rPr>
              <a:t>“listopdemo.py”</a:t>
            </a:r>
            <a:endParaRPr sz="2200">
              <a:latin typeface="Consolas"/>
              <a:cs typeface="Consolas"/>
            </a:endParaRPr>
          </a:p>
          <a:p>
            <a:pPr marL="12700"/>
            <a:r>
              <a:rPr sz="2200" spc="-10">
                <a:latin typeface="Consolas"/>
                <a:cs typeface="Consolas"/>
              </a:rPr>
              <a:t>num=[</a:t>
            </a:r>
            <a:r>
              <a:rPr sz="2200" spc="-10">
                <a:solidFill>
                  <a:srgbClr val="800080"/>
                </a:solidFill>
                <a:latin typeface="Consolas"/>
                <a:cs typeface="Consolas"/>
              </a:rPr>
              <a:t>1</a:t>
            </a:r>
            <a:r>
              <a:rPr sz="2200" spc="-10">
                <a:latin typeface="Consolas"/>
                <a:cs typeface="Consolas"/>
              </a:rPr>
              <a:t>,</a:t>
            </a:r>
            <a:r>
              <a:rPr sz="2200" spc="-10">
                <a:solidFill>
                  <a:srgbClr val="800080"/>
                </a:solidFill>
                <a:latin typeface="Consolas"/>
                <a:cs typeface="Consolas"/>
              </a:rPr>
              <a:t>2</a:t>
            </a:r>
            <a:r>
              <a:rPr sz="2200" spc="-10">
                <a:latin typeface="Consolas"/>
                <a:cs typeface="Consolas"/>
              </a:rPr>
              <a:t>,</a:t>
            </a:r>
            <a:r>
              <a:rPr sz="2200" spc="-10">
                <a:solidFill>
                  <a:srgbClr val="800080"/>
                </a:solidFill>
                <a:latin typeface="Consolas"/>
                <a:cs typeface="Consolas"/>
              </a:rPr>
              <a:t>3</a:t>
            </a:r>
            <a:r>
              <a:rPr sz="2200" spc="-10">
                <a:latin typeface="Consolas"/>
                <a:cs typeface="Consolas"/>
              </a:rPr>
              <a:t>,</a:t>
            </a:r>
            <a:r>
              <a:rPr sz="2200" spc="-10">
                <a:solidFill>
                  <a:srgbClr val="800080"/>
                </a:solidFill>
                <a:latin typeface="Consolas"/>
                <a:cs typeface="Consolas"/>
              </a:rPr>
              <a:t>4</a:t>
            </a:r>
            <a:r>
              <a:rPr sz="2200" spc="-10">
                <a:latin typeface="Consolas"/>
                <a:cs typeface="Consolas"/>
              </a:rPr>
              <a:t>,</a:t>
            </a:r>
            <a:r>
              <a:rPr sz="2200" spc="-10">
                <a:solidFill>
                  <a:srgbClr val="800080"/>
                </a:solidFill>
                <a:latin typeface="Consolas"/>
                <a:cs typeface="Consolas"/>
              </a:rPr>
              <a:t>5</a:t>
            </a:r>
            <a:r>
              <a:rPr sz="2200" spc="-10">
                <a:latin typeface="Consolas"/>
                <a:cs typeface="Consolas"/>
              </a:rPr>
              <a:t>]</a:t>
            </a:r>
            <a:endParaRPr sz="2200">
              <a:latin typeface="Consolas"/>
              <a:cs typeface="Consolas"/>
            </a:endParaRPr>
          </a:p>
          <a:p>
            <a:pPr marL="12700">
              <a:spcBef>
                <a:spcPts val="5"/>
              </a:spcBef>
            </a:pPr>
            <a:r>
              <a:rPr sz="2200" spc="-10">
                <a:latin typeface="Consolas"/>
                <a:cs typeface="Consolas"/>
              </a:rPr>
              <a:t>lang=[</a:t>
            </a:r>
            <a:r>
              <a:rPr sz="2200" spc="-10">
                <a:solidFill>
                  <a:srgbClr val="FF00FF"/>
                </a:solidFill>
                <a:latin typeface="Consolas"/>
                <a:cs typeface="Consolas"/>
              </a:rPr>
              <a:t>'python'</a:t>
            </a:r>
            <a:r>
              <a:rPr sz="2200" spc="-10">
                <a:latin typeface="Consolas"/>
                <a:cs typeface="Consolas"/>
              </a:rPr>
              <a:t>,</a:t>
            </a:r>
            <a:r>
              <a:rPr sz="2200" spc="-10">
                <a:solidFill>
                  <a:srgbClr val="FF00FF"/>
                </a:solidFill>
                <a:latin typeface="Consolas"/>
                <a:cs typeface="Consolas"/>
              </a:rPr>
              <a:t>'c'</a:t>
            </a:r>
            <a:r>
              <a:rPr sz="2200" spc="-10">
                <a:latin typeface="Consolas"/>
                <a:cs typeface="Consolas"/>
              </a:rPr>
              <a:t>,</a:t>
            </a:r>
            <a:r>
              <a:rPr sz="2200" spc="-10">
                <a:solidFill>
                  <a:srgbClr val="FF00FF"/>
                </a:solidFill>
                <a:latin typeface="Consolas"/>
                <a:cs typeface="Consolas"/>
              </a:rPr>
              <a:t>'java'</a:t>
            </a:r>
            <a:r>
              <a:rPr sz="2200" spc="-10">
                <a:latin typeface="Consolas"/>
                <a:cs typeface="Consolas"/>
              </a:rPr>
              <a:t>,</a:t>
            </a:r>
            <a:r>
              <a:rPr sz="2200" spc="-10">
                <a:solidFill>
                  <a:srgbClr val="FF00FF"/>
                </a:solidFill>
                <a:latin typeface="Consolas"/>
                <a:cs typeface="Consolas"/>
              </a:rPr>
              <a:t>'php'</a:t>
            </a:r>
            <a:r>
              <a:rPr sz="2200" spc="-10">
                <a:latin typeface="Consolas"/>
                <a:cs typeface="Consolas"/>
              </a:rPr>
              <a:t>]</a:t>
            </a:r>
            <a:endParaRPr sz="2200">
              <a:latin typeface="Consolas"/>
              <a:cs typeface="Consolas"/>
            </a:endParaRPr>
          </a:p>
          <a:p>
            <a:pPr marL="12700" marR="1236345"/>
            <a:r>
              <a:rPr sz="2200">
                <a:solidFill>
                  <a:srgbClr val="0000FF"/>
                </a:solidFill>
                <a:latin typeface="Consolas"/>
                <a:cs typeface="Consolas"/>
              </a:rPr>
              <a:t>print</a:t>
            </a:r>
            <a:r>
              <a:rPr sz="2200">
                <a:latin typeface="Consolas"/>
                <a:cs typeface="Consolas"/>
              </a:rPr>
              <a:t>(num</a:t>
            </a:r>
            <a:r>
              <a:rPr sz="2200" spc="-80">
                <a:latin typeface="Consolas"/>
                <a:cs typeface="Consolas"/>
              </a:rPr>
              <a:t> </a:t>
            </a:r>
            <a:r>
              <a:rPr sz="2200">
                <a:latin typeface="Consolas"/>
                <a:cs typeface="Consolas"/>
              </a:rPr>
              <a:t>+</a:t>
            </a:r>
            <a:r>
              <a:rPr sz="2200" spc="-55">
                <a:latin typeface="Consolas"/>
                <a:cs typeface="Consolas"/>
              </a:rPr>
              <a:t> </a:t>
            </a:r>
            <a:r>
              <a:rPr sz="2200">
                <a:latin typeface="Consolas"/>
                <a:cs typeface="Consolas"/>
              </a:rPr>
              <a:t>lang)</a:t>
            </a:r>
            <a:r>
              <a:rPr sz="2200" spc="-65">
                <a:latin typeface="Consolas"/>
                <a:cs typeface="Consolas"/>
              </a:rPr>
              <a:t> </a:t>
            </a:r>
            <a:r>
              <a:rPr sz="2200">
                <a:solidFill>
                  <a:srgbClr val="008000"/>
                </a:solidFill>
                <a:latin typeface="Consolas"/>
                <a:cs typeface="Consolas"/>
              </a:rPr>
              <a:t>#concatenates</a:t>
            </a:r>
            <a:r>
              <a:rPr sz="2200" spc="-70">
                <a:solidFill>
                  <a:srgbClr val="008000"/>
                </a:solidFill>
                <a:latin typeface="Consolas"/>
                <a:cs typeface="Consolas"/>
              </a:rPr>
              <a:t> </a:t>
            </a:r>
            <a:r>
              <a:rPr sz="2200">
                <a:solidFill>
                  <a:srgbClr val="008000"/>
                </a:solidFill>
                <a:latin typeface="Consolas"/>
                <a:cs typeface="Consolas"/>
              </a:rPr>
              <a:t>two</a:t>
            </a:r>
            <a:r>
              <a:rPr sz="2200" spc="-60">
                <a:solidFill>
                  <a:srgbClr val="008000"/>
                </a:solidFill>
                <a:latin typeface="Consolas"/>
                <a:cs typeface="Consolas"/>
              </a:rPr>
              <a:t> </a:t>
            </a:r>
            <a:r>
              <a:rPr sz="2200" spc="-10">
                <a:solidFill>
                  <a:srgbClr val="008000"/>
                </a:solidFill>
                <a:latin typeface="Consolas"/>
                <a:cs typeface="Consolas"/>
              </a:rPr>
              <a:t>lists </a:t>
            </a:r>
            <a:r>
              <a:rPr sz="2200">
                <a:solidFill>
                  <a:srgbClr val="0000FF"/>
                </a:solidFill>
                <a:latin typeface="Consolas"/>
                <a:cs typeface="Consolas"/>
              </a:rPr>
              <a:t>print</a:t>
            </a:r>
            <a:r>
              <a:rPr sz="2200">
                <a:latin typeface="Consolas"/>
                <a:cs typeface="Consolas"/>
              </a:rPr>
              <a:t>(num</a:t>
            </a:r>
            <a:r>
              <a:rPr sz="2200" spc="-65">
                <a:latin typeface="Consolas"/>
                <a:cs typeface="Consolas"/>
              </a:rPr>
              <a:t> </a:t>
            </a:r>
            <a:r>
              <a:rPr sz="2200">
                <a:latin typeface="Consolas"/>
                <a:cs typeface="Consolas"/>
              </a:rPr>
              <a:t>*</a:t>
            </a:r>
            <a:r>
              <a:rPr sz="2200" spc="-35">
                <a:latin typeface="Consolas"/>
                <a:cs typeface="Consolas"/>
              </a:rPr>
              <a:t> </a:t>
            </a:r>
            <a:r>
              <a:rPr sz="2200">
                <a:solidFill>
                  <a:srgbClr val="800080"/>
                </a:solidFill>
                <a:latin typeface="Consolas"/>
                <a:cs typeface="Consolas"/>
              </a:rPr>
              <a:t>2</a:t>
            </a:r>
            <a:r>
              <a:rPr sz="2200">
                <a:latin typeface="Consolas"/>
                <a:cs typeface="Consolas"/>
              </a:rPr>
              <a:t>)</a:t>
            </a:r>
            <a:r>
              <a:rPr sz="2200" spc="-55">
                <a:latin typeface="Consolas"/>
                <a:cs typeface="Consolas"/>
              </a:rPr>
              <a:t> </a:t>
            </a:r>
            <a:r>
              <a:rPr sz="2200">
                <a:solidFill>
                  <a:srgbClr val="008000"/>
                </a:solidFill>
                <a:latin typeface="Consolas"/>
                <a:cs typeface="Consolas"/>
              </a:rPr>
              <a:t>#concatenates</a:t>
            </a:r>
            <a:r>
              <a:rPr sz="2200" spc="-50">
                <a:solidFill>
                  <a:srgbClr val="008000"/>
                </a:solidFill>
                <a:latin typeface="Consolas"/>
                <a:cs typeface="Consolas"/>
              </a:rPr>
              <a:t> </a:t>
            </a:r>
            <a:r>
              <a:rPr sz="2200">
                <a:solidFill>
                  <a:srgbClr val="008000"/>
                </a:solidFill>
                <a:latin typeface="Consolas"/>
                <a:cs typeface="Consolas"/>
              </a:rPr>
              <a:t>same</a:t>
            </a:r>
            <a:r>
              <a:rPr sz="2200" spc="-55">
                <a:solidFill>
                  <a:srgbClr val="008000"/>
                </a:solidFill>
                <a:latin typeface="Consolas"/>
                <a:cs typeface="Consolas"/>
              </a:rPr>
              <a:t> </a:t>
            </a:r>
            <a:r>
              <a:rPr sz="2200">
                <a:solidFill>
                  <a:srgbClr val="008000"/>
                </a:solidFill>
                <a:latin typeface="Consolas"/>
                <a:cs typeface="Consolas"/>
              </a:rPr>
              <a:t>list</a:t>
            </a:r>
            <a:r>
              <a:rPr sz="2200" spc="-40">
                <a:solidFill>
                  <a:srgbClr val="008000"/>
                </a:solidFill>
                <a:latin typeface="Consolas"/>
                <a:cs typeface="Consolas"/>
              </a:rPr>
              <a:t> </a:t>
            </a:r>
            <a:r>
              <a:rPr sz="2200">
                <a:solidFill>
                  <a:srgbClr val="008000"/>
                </a:solidFill>
                <a:latin typeface="Consolas"/>
                <a:cs typeface="Consolas"/>
              </a:rPr>
              <a:t>2</a:t>
            </a:r>
            <a:r>
              <a:rPr sz="2200" spc="-55">
                <a:solidFill>
                  <a:srgbClr val="008000"/>
                </a:solidFill>
                <a:latin typeface="Consolas"/>
                <a:cs typeface="Consolas"/>
              </a:rPr>
              <a:t> </a:t>
            </a:r>
            <a:r>
              <a:rPr sz="2200" spc="-10">
                <a:solidFill>
                  <a:srgbClr val="008000"/>
                </a:solidFill>
                <a:latin typeface="Consolas"/>
                <a:cs typeface="Consolas"/>
              </a:rPr>
              <a:t>times </a:t>
            </a:r>
            <a:r>
              <a:rPr sz="2200">
                <a:solidFill>
                  <a:srgbClr val="0000FF"/>
                </a:solidFill>
                <a:latin typeface="Consolas"/>
                <a:cs typeface="Consolas"/>
              </a:rPr>
              <a:t>print</a:t>
            </a:r>
            <a:r>
              <a:rPr sz="2200">
                <a:latin typeface="Consolas"/>
                <a:cs typeface="Consolas"/>
              </a:rPr>
              <a:t>(lang[</a:t>
            </a:r>
            <a:r>
              <a:rPr sz="2200">
                <a:solidFill>
                  <a:srgbClr val="800080"/>
                </a:solidFill>
                <a:latin typeface="Consolas"/>
                <a:cs typeface="Consolas"/>
              </a:rPr>
              <a:t>2</a:t>
            </a:r>
            <a:r>
              <a:rPr sz="2200">
                <a:latin typeface="Consolas"/>
                <a:cs typeface="Consolas"/>
              </a:rPr>
              <a:t>])</a:t>
            </a:r>
            <a:r>
              <a:rPr sz="2200" spc="-65">
                <a:latin typeface="Consolas"/>
                <a:cs typeface="Consolas"/>
              </a:rPr>
              <a:t> </a:t>
            </a:r>
            <a:r>
              <a:rPr sz="2200">
                <a:solidFill>
                  <a:srgbClr val="008000"/>
                </a:solidFill>
                <a:latin typeface="Consolas"/>
                <a:cs typeface="Consolas"/>
              </a:rPr>
              <a:t>#</a:t>
            </a:r>
            <a:r>
              <a:rPr sz="2200" spc="-65">
                <a:solidFill>
                  <a:srgbClr val="008000"/>
                </a:solidFill>
                <a:latin typeface="Consolas"/>
                <a:cs typeface="Consolas"/>
              </a:rPr>
              <a:t> </a:t>
            </a:r>
            <a:r>
              <a:rPr sz="2200">
                <a:solidFill>
                  <a:srgbClr val="008000"/>
                </a:solidFill>
                <a:latin typeface="Consolas"/>
                <a:cs typeface="Consolas"/>
              </a:rPr>
              <a:t>prints</a:t>
            </a:r>
            <a:r>
              <a:rPr sz="2200" spc="-65">
                <a:solidFill>
                  <a:srgbClr val="008000"/>
                </a:solidFill>
                <a:latin typeface="Consolas"/>
                <a:cs typeface="Consolas"/>
              </a:rPr>
              <a:t> </a:t>
            </a:r>
            <a:r>
              <a:rPr sz="2200">
                <a:solidFill>
                  <a:srgbClr val="008000"/>
                </a:solidFill>
                <a:latin typeface="Consolas"/>
                <a:cs typeface="Consolas"/>
              </a:rPr>
              <a:t>2nd</a:t>
            </a:r>
            <a:r>
              <a:rPr sz="2200" spc="-65">
                <a:solidFill>
                  <a:srgbClr val="008000"/>
                </a:solidFill>
                <a:latin typeface="Consolas"/>
                <a:cs typeface="Consolas"/>
              </a:rPr>
              <a:t> </a:t>
            </a:r>
            <a:r>
              <a:rPr sz="2200">
                <a:solidFill>
                  <a:srgbClr val="008000"/>
                </a:solidFill>
                <a:latin typeface="Consolas"/>
                <a:cs typeface="Consolas"/>
              </a:rPr>
              <a:t>index</a:t>
            </a:r>
            <a:r>
              <a:rPr sz="2200" spc="-65">
                <a:solidFill>
                  <a:srgbClr val="008000"/>
                </a:solidFill>
                <a:latin typeface="Consolas"/>
                <a:cs typeface="Consolas"/>
              </a:rPr>
              <a:t> </a:t>
            </a:r>
            <a:r>
              <a:rPr sz="2200" spc="-10">
                <a:solidFill>
                  <a:srgbClr val="008000"/>
                </a:solidFill>
                <a:latin typeface="Consolas"/>
                <a:cs typeface="Consolas"/>
              </a:rPr>
              <a:t>value</a:t>
            </a:r>
            <a:endParaRPr sz="2200">
              <a:latin typeface="Consolas"/>
              <a:cs typeface="Consolas"/>
            </a:endParaRPr>
          </a:p>
          <a:p>
            <a:pPr marL="12700" marR="5080"/>
            <a:r>
              <a:rPr sz="2200">
                <a:solidFill>
                  <a:srgbClr val="0000FF"/>
                </a:solidFill>
                <a:latin typeface="Consolas"/>
                <a:cs typeface="Consolas"/>
              </a:rPr>
              <a:t>print</a:t>
            </a:r>
            <a:r>
              <a:rPr sz="2200">
                <a:latin typeface="Consolas"/>
                <a:cs typeface="Consolas"/>
              </a:rPr>
              <a:t>(lang[</a:t>
            </a:r>
            <a:r>
              <a:rPr sz="2200">
                <a:solidFill>
                  <a:srgbClr val="800080"/>
                </a:solidFill>
                <a:latin typeface="Consolas"/>
                <a:cs typeface="Consolas"/>
              </a:rPr>
              <a:t>1</a:t>
            </a:r>
            <a:r>
              <a:rPr sz="2200">
                <a:latin typeface="Consolas"/>
                <a:cs typeface="Consolas"/>
              </a:rPr>
              <a:t>:</a:t>
            </a:r>
            <a:r>
              <a:rPr sz="2200">
                <a:solidFill>
                  <a:srgbClr val="800080"/>
                </a:solidFill>
                <a:latin typeface="Consolas"/>
                <a:cs typeface="Consolas"/>
              </a:rPr>
              <a:t>4</a:t>
            </a:r>
            <a:r>
              <a:rPr sz="2200">
                <a:latin typeface="Consolas"/>
                <a:cs typeface="Consolas"/>
              </a:rPr>
              <a:t>])</a:t>
            </a:r>
            <a:r>
              <a:rPr sz="2200" spc="-70">
                <a:latin typeface="Consolas"/>
                <a:cs typeface="Consolas"/>
              </a:rPr>
              <a:t> </a:t>
            </a:r>
            <a:r>
              <a:rPr sz="2200">
                <a:solidFill>
                  <a:srgbClr val="008000"/>
                </a:solidFill>
                <a:latin typeface="Consolas"/>
                <a:cs typeface="Consolas"/>
              </a:rPr>
              <a:t>#prints</a:t>
            </a:r>
            <a:r>
              <a:rPr sz="2200" spc="-65">
                <a:solidFill>
                  <a:srgbClr val="008000"/>
                </a:solidFill>
                <a:latin typeface="Consolas"/>
                <a:cs typeface="Consolas"/>
              </a:rPr>
              <a:t> </a:t>
            </a:r>
            <a:r>
              <a:rPr sz="2200">
                <a:solidFill>
                  <a:srgbClr val="008000"/>
                </a:solidFill>
                <a:latin typeface="Consolas"/>
                <a:cs typeface="Consolas"/>
              </a:rPr>
              <a:t>values</a:t>
            </a:r>
            <a:r>
              <a:rPr sz="2200" spc="-65">
                <a:solidFill>
                  <a:srgbClr val="008000"/>
                </a:solidFill>
                <a:latin typeface="Consolas"/>
                <a:cs typeface="Consolas"/>
              </a:rPr>
              <a:t> </a:t>
            </a:r>
            <a:r>
              <a:rPr sz="2200">
                <a:solidFill>
                  <a:srgbClr val="008000"/>
                </a:solidFill>
                <a:latin typeface="Consolas"/>
                <a:cs typeface="Consolas"/>
              </a:rPr>
              <a:t>from</a:t>
            </a:r>
            <a:r>
              <a:rPr sz="2200" spc="-55">
                <a:solidFill>
                  <a:srgbClr val="008000"/>
                </a:solidFill>
                <a:latin typeface="Consolas"/>
                <a:cs typeface="Consolas"/>
              </a:rPr>
              <a:t> </a:t>
            </a:r>
            <a:r>
              <a:rPr sz="2200">
                <a:solidFill>
                  <a:srgbClr val="008000"/>
                </a:solidFill>
                <a:latin typeface="Consolas"/>
                <a:cs typeface="Consolas"/>
              </a:rPr>
              <a:t>1st</a:t>
            </a:r>
            <a:r>
              <a:rPr sz="2200" spc="-65">
                <a:solidFill>
                  <a:srgbClr val="008000"/>
                </a:solidFill>
                <a:latin typeface="Consolas"/>
                <a:cs typeface="Consolas"/>
              </a:rPr>
              <a:t> </a:t>
            </a:r>
            <a:r>
              <a:rPr sz="2200">
                <a:solidFill>
                  <a:srgbClr val="008000"/>
                </a:solidFill>
                <a:latin typeface="Consolas"/>
                <a:cs typeface="Consolas"/>
              </a:rPr>
              <a:t>to</a:t>
            </a:r>
            <a:r>
              <a:rPr sz="2200" spc="-65">
                <a:solidFill>
                  <a:srgbClr val="008000"/>
                </a:solidFill>
                <a:latin typeface="Consolas"/>
                <a:cs typeface="Consolas"/>
              </a:rPr>
              <a:t> </a:t>
            </a:r>
            <a:r>
              <a:rPr sz="2200">
                <a:solidFill>
                  <a:srgbClr val="008000"/>
                </a:solidFill>
                <a:latin typeface="Consolas"/>
                <a:cs typeface="Consolas"/>
              </a:rPr>
              <a:t>3rd</a:t>
            </a:r>
            <a:r>
              <a:rPr sz="2200" spc="-65">
                <a:solidFill>
                  <a:srgbClr val="008000"/>
                </a:solidFill>
                <a:latin typeface="Consolas"/>
                <a:cs typeface="Consolas"/>
              </a:rPr>
              <a:t> </a:t>
            </a:r>
            <a:r>
              <a:rPr sz="2200" spc="-10">
                <a:solidFill>
                  <a:srgbClr val="008000"/>
                </a:solidFill>
                <a:latin typeface="Consolas"/>
                <a:cs typeface="Consolas"/>
              </a:rPr>
              <a:t>index. </a:t>
            </a:r>
            <a:r>
              <a:rPr sz="2200">
                <a:solidFill>
                  <a:srgbClr val="0000FF"/>
                </a:solidFill>
                <a:latin typeface="Consolas"/>
                <a:cs typeface="Consolas"/>
              </a:rPr>
              <a:t>print</a:t>
            </a:r>
            <a:r>
              <a:rPr sz="2200">
                <a:latin typeface="Consolas"/>
                <a:cs typeface="Consolas"/>
              </a:rPr>
              <a:t>(</a:t>
            </a:r>
            <a:r>
              <a:rPr sz="2200">
                <a:solidFill>
                  <a:srgbClr val="FF00FF"/>
                </a:solidFill>
                <a:latin typeface="Consolas"/>
                <a:cs typeface="Consolas"/>
              </a:rPr>
              <a:t>'cpp'</a:t>
            </a:r>
            <a:r>
              <a:rPr sz="2200" spc="-60">
                <a:solidFill>
                  <a:srgbClr val="FF00FF"/>
                </a:solidFill>
                <a:latin typeface="Consolas"/>
                <a:cs typeface="Consolas"/>
              </a:rPr>
              <a:t> </a:t>
            </a:r>
            <a:r>
              <a:rPr sz="2200">
                <a:solidFill>
                  <a:srgbClr val="0000FF"/>
                </a:solidFill>
                <a:latin typeface="Consolas"/>
                <a:cs typeface="Consolas"/>
              </a:rPr>
              <a:t>in</a:t>
            </a:r>
            <a:r>
              <a:rPr sz="2200" spc="-50">
                <a:solidFill>
                  <a:srgbClr val="0000FF"/>
                </a:solidFill>
                <a:latin typeface="Consolas"/>
                <a:cs typeface="Consolas"/>
              </a:rPr>
              <a:t> </a:t>
            </a:r>
            <a:r>
              <a:rPr sz="2200">
                <a:latin typeface="Consolas"/>
                <a:cs typeface="Consolas"/>
              </a:rPr>
              <a:t>lang)</a:t>
            </a:r>
            <a:r>
              <a:rPr sz="2200" spc="-55">
                <a:latin typeface="Consolas"/>
                <a:cs typeface="Consolas"/>
              </a:rPr>
              <a:t> </a:t>
            </a:r>
            <a:r>
              <a:rPr sz="2200">
                <a:solidFill>
                  <a:srgbClr val="008000"/>
                </a:solidFill>
                <a:latin typeface="Consolas"/>
                <a:cs typeface="Consolas"/>
              </a:rPr>
              <a:t>#</a:t>
            </a:r>
            <a:r>
              <a:rPr sz="2200" spc="-55">
                <a:solidFill>
                  <a:srgbClr val="008000"/>
                </a:solidFill>
                <a:latin typeface="Consolas"/>
                <a:cs typeface="Consolas"/>
              </a:rPr>
              <a:t> </a:t>
            </a:r>
            <a:r>
              <a:rPr sz="2200">
                <a:solidFill>
                  <a:srgbClr val="008000"/>
                </a:solidFill>
                <a:latin typeface="Consolas"/>
                <a:cs typeface="Consolas"/>
              </a:rPr>
              <a:t>prints</a:t>
            </a:r>
            <a:r>
              <a:rPr sz="2200" spc="-55">
                <a:solidFill>
                  <a:srgbClr val="008000"/>
                </a:solidFill>
                <a:latin typeface="Consolas"/>
                <a:cs typeface="Consolas"/>
              </a:rPr>
              <a:t> </a:t>
            </a:r>
            <a:r>
              <a:rPr sz="2200" spc="-10">
                <a:solidFill>
                  <a:srgbClr val="008000"/>
                </a:solidFill>
                <a:latin typeface="Consolas"/>
                <a:cs typeface="Consolas"/>
              </a:rPr>
              <a:t>False</a:t>
            </a:r>
            <a:endParaRPr sz="2200">
              <a:latin typeface="Consolas"/>
              <a:cs typeface="Consolas"/>
            </a:endParaRPr>
          </a:p>
          <a:p>
            <a:pPr marL="12700"/>
            <a:r>
              <a:rPr sz="2200">
                <a:solidFill>
                  <a:srgbClr val="0000FF"/>
                </a:solidFill>
                <a:latin typeface="Consolas"/>
                <a:cs typeface="Consolas"/>
              </a:rPr>
              <a:t>print</a:t>
            </a:r>
            <a:r>
              <a:rPr sz="2200">
                <a:latin typeface="Consolas"/>
                <a:cs typeface="Consolas"/>
              </a:rPr>
              <a:t>(</a:t>
            </a:r>
            <a:r>
              <a:rPr sz="2200">
                <a:solidFill>
                  <a:srgbClr val="800080"/>
                </a:solidFill>
                <a:latin typeface="Consolas"/>
                <a:cs typeface="Consolas"/>
              </a:rPr>
              <a:t>6</a:t>
            </a:r>
            <a:r>
              <a:rPr sz="2200" spc="-55">
                <a:solidFill>
                  <a:srgbClr val="800080"/>
                </a:solidFill>
                <a:latin typeface="Consolas"/>
                <a:cs typeface="Consolas"/>
              </a:rPr>
              <a:t> </a:t>
            </a:r>
            <a:r>
              <a:rPr sz="2200">
                <a:solidFill>
                  <a:srgbClr val="0000FF"/>
                </a:solidFill>
                <a:latin typeface="Consolas"/>
                <a:cs typeface="Consolas"/>
              </a:rPr>
              <a:t>not</a:t>
            </a:r>
            <a:r>
              <a:rPr sz="2200" spc="-30">
                <a:solidFill>
                  <a:srgbClr val="0000FF"/>
                </a:solidFill>
                <a:latin typeface="Consolas"/>
                <a:cs typeface="Consolas"/>
              </a:rPr>
              <a:t> </a:t>
            </a:r>
            <a:r>
              <a:rPr sz="2200">
                <a:solidFill>
                  <a:srgbClr val="0000FF"/>
                </a:solidFill>
                <a:latin typeface="Consolas"/>
                <a:cs typeface="Consolas"/>
              </a:rPr>
              <a:t>in</a:t>
            </a:r>
            <a:r>
              <a:rPr sz="2200" spc="-30">
                <a:solidFill>
                  <a:srgbClr val="0000FF"/>
                </a:solidFill>
                <a:latin typeface="Consolas"/>
                <a:cs typeface="Consolas"/>
              </a:rPr>
              <a:t> </a:t>
            </a:r>
            <a:r>
              <a:rPr sz="2200">
                <a:latin typeface="Consolas"/>
                <a:cs typeface="Consolas"/>
              </a:rPr>
              <a:t>num)</a:t>
            </a:r>
            <a:r>
              <a:rPr sz="2200" spc="-40">
                <a:latin typeface="Consolas"/>
                <a:cs typeface="Consolas"/>
              </a:rPr>
              <a:t> </a:t>
            </a:r>
            <a:r>
              <a:rPr sz="2200">
                <a:solidFill>
                  <a:srgbClr val="008000"/>
                </a:solidFill>
                <a:latin typeface="Consolas"/>
                <a:cs typeface="Consolas"/>
              </a:rPr>
              <a:t>#</a:t>
            </a:r>
            <a:r>
              <a:rPr sz="2200" spc="-40">
                <a:solidFill>
                  <a:srgbClr val="008000"/>
                </a:solidFill>
                <a:latin typeface="Consolas"/>
                <a:cs typeface="Consolas"/>
              </a:rPr>
              <a:t> </a:t>
            </a:r>
            <a:r>
              <a:rPr sz="2200">
                <a:solidFill>
                  <a:srgbClr val="008000"/>
                </a:solidFill>
                <a:latin typeface="Consolas"/>
                <a:cs typeface="Consolas"/>
              </a:rPr>
              <a:t>prints</a:t>
            </a:r>
            <a:r>
              <a:rPr sz="2200" spc="-40">
                <a:solidFill>
                  <a:srgbClr val="008000"/>
                </a:solidFill>
                <a:latin typeface="Consolas"/>
                <a:cs typeface="Consolas"/>
              </a:rPr>
              <a:t> </a:t>
            </a:r>
            <a:r>
              <a:rPr sz="2200" spc="-20">
                <a:solidFill>
                  <a:srgbClr val="008000"/>
                </a:solidFill>
                <a:latin typeface="Consolas"/>
                <a:cs typeface="Consolas"/>
              </a:rPr>
              <a:t>True</a:t>
            </a:r>
            <a:endParaRPr sz="2200">
              <a:latin typeface="Consolas"/>
              <a:cs typeface="Consolas"/>
            </a:endParaRPr>
          </a:p>
          <a:p>
            <a:pPr>
              <a:spcBef>
                <a:spcPts val="640"/>
              </a:spcBef>
            </a:pPr>
            <a:endParaRPr sz="2200">
              <a:latin typeface="Consolas"/>
              <a:cs typeface="Consolas"/>
            </a:endParaRPr>
          </a:p>
          <a:p>
            <a:pPr marL="12700">
              <a:tabLst>
                <a:tab pos="2120265" algn="l"/>
              </a:tabLst>
            </a:pPr>
            <a:r>
              <a:rPr sz="2000" b="1" spc="-10">
                <a:solidFill>
                  <a:srgbClr val="FFC000"/>
                </a:solidFill>
                <a:latin typeface="Consolas"/>
                <a:cs typeface="Consolas"/>
              </a:rPr>
              <a:t>Output:</a:t>
            </a:r>
            <a:r>
              <a:rPr sz="2000" b="1">
                <a:solidFill>
                  <a:srgbClr val="FFC000"/>
                </a:solidFill>
                <a:latin typeface="Consolas"/>
                <a:cs typeface="Consolas"/>
              </a:rPr>
              <a:t>	</a:t>
            </a:r>
            <a:r>
              <a:rPr sz="2000" b="1">
                <a:latin typeface="Consolas"/>
                <a:cs typeface="Consolas"/>
              </a:rPr>
              <a:t>python</a:t>
            </a:r>
            <a:r>
              <a:rPr sz="2000" b="1" spc="-30">
                <a:latin typeface="Consolas"/>
                <a:cs typeface="Consolas"/>
              </a:rPr>
              <a:t> </a:t>
            </a:r>
            <a:r>
              <a:rPr sz="2000" spc="-10">
                <a:latin typeface="Consolas"/>
                <a:cs typeface="Consolas"/>
              </a:rPr>
              <a:t>listopdemo.py</a:t>
            </a:r>
            <a:endParaRPr sz="2000">
              <a:latin typeface="Consolas"/>
              <a:cs typeface="Consolas"/>
            </a:endParaRPr>
          </a:p>
          <a:p>
            <a:pPr marL="12700">
              <a:spcBef>
                <a:spcPts val="5"/>
              </a:spcBef>
            </a:pPr>
            <a:r>
              <a:rPr sz="2000">
                <a:solidFill>
                  <a:srgbClr val="999999"/>
                </a:solidFill>
                <a:latin typeface="Consolas"/>
                <a:cs typeface="Consolas"/>
              </a:rPr>
              <a:t>[</a:t>
            </a:r>
            <a:r>
              <a:rPr sz="2000">
                <a:solidFill>
                  <a:srgbClr val="990054"/>
                </a:solidFill>
                <a:latin typeface="Consolas"/>
                <a:cs typeface="Consolas"/>
              </a:rPr>
              <a:t>1</a:t>
            </a:r>
            <a:r>
              <a:rPr sz="2000">
                <a:solidFill>
                  <a:srgbClr val="999999"/>
                </a:solidFill>
                <a:latin typeface="Consolas"/>
                <a:cs typeface="Consolas"/>
              </a:rPr>
              <a:t>,</a:t>
            </a:r>
            <a:r>
              <a:rPr sz="2000" spc="-20">
                <a:solidFill>
                  <a:srgbClr val="999999"/>
                </a:solidFill>
                <a:latin typeface="Consolas"/>
                <a:cs typeface="Consolas"/>
              </a:rPr>
              <a:t> </a:t>
            </a:r>
            <a:r>
              <a:rPr sz="2000">
                <a:solidFill>
                  <a:srgbClr val="990054"/>
                </a:solidFill>
                <a:latin typeface="Consolas"/>
                <a:cs typeface="Consolas"/>
              </a:rPr>
              <a:t>2</a:t>
            </a:r>
            <a:r>
              <a:rPr sz="2000">
                <a:solidFill>
                  <a:srgbClr val="999999"/>
                </a:solidFill>
                <a:latin typeface="Consolas"/>
                <a:cs typeface="Consolas"/>
              </a:rPr>
              <a:t>,</a:t>
            </a:r>
            <a:r>
              <a:rPr sz="2000" spc="-10">
                <a:solidFill>
                  <a:srgbClr val="999999"/>
                </a:solidFill>
                <a:latin typeface="Consolas"/>
                <a:cs typeface="Consolas"/>
              </a:rPr>
              <a:t> </a:t>
            </a:r>
            <a:r>
              <a:rPr sz="2000">
                <a:solidFill>
                  <a:srgbClr val="990054"/>
                </a:solidFill>
                <a:latin typeface="Consolas"/>
                <a:cs typeface="Consolas"/>
              </a:rPr>
              <a:t>3</a:t>
            </a:r>
            <a:r>
              <a:rPr sz="2000">
                <a:solidFill>
                  <a:srgbClr val="999999"/>
                </a:solidFill>
                <a:latin typeface="Consolas"/>
                <a:cs typeface="Consolas"/>
              </a:rPr>
              <a:t>,</a:t>
            </a:r>
            <a:r>
              <a:rPr sz="2000" spc="-10">
                <a:solidFill>
                  <a:srgbClr val="999999"/>
                </a:solidFill>
                <a:latin typeface="Consolas"/>
                <a:cs typeface="Consolas"/>
              </a:rPr>
              <a:t> </a:t>
            </a:r>
            <a:r>
              <a:rPr sz="2000">
                <a:solidFill>
                  <a:srgbClr val="990054"/>
                </a:solidFill>
                <a:latin typeface="Consolas"/>
                <a:cs typeface="Consolas"/>
              </a:rPr>
              <a:t>4</a:t>
            </a:r>
            <a:r>
              <a:rPr sz="2000">
                <a:solidFill>
                  <a:srgbClr val="999999"/>
                </a:solidFill>
                <a:latin typeface="Consolas"/>
                <a:cs typeface="Consolas"/>
              </a:rPr>
              <a:t>,</a:t>
            </a:r>
            <a:r>
              <a:rPr sz="2000" spc="-10">
                <a:solidFill>
                  <a:srgbClr val="999999"/>
                </a:solidFill>
                <a:latin typeface="Consolas"/>
                <a:cs typeface="Consolas"/>
              </a:rPr>
              <a:t> </a:t>
            </a:r>
            <a:r>
              <a:rPr sz="2000">
                <a:solidFill>
                  <a:srgbClr val="990054"/>
                </a:solidFill>
                <a:latin typeface="Consolas"/>
                <a:cs typeface="Consolas"/>
              </a:rPr>
              <a:t>5</a:t>
            </a:r>
            <a:r>
              <a:rPr sz="2000">
                <a:solidFill>
                  <a:srgbClr val="999999"/>
                </a:solidFill>
                <a:latin typeface="Consolas"/>
                <a:cs typeface="Consolas"/>
              </a:rPr>
              <a:t>,</a:t>
            </a:r>
            <a:r>
              <a:rPr sz="2000" spc="-10">
                <a:solidFill>
                  <a:srgbClr val="999999"/>
                </a:solidFill>
                <a:latin typeface="Consolas"/>
                <a:cs typeface="Consolas"/>
              </a:rPr>
              <a:t> </a:t>
            </a:r>
            <a:r>
              <a:rPr sz="2000">
                <a:solidFill>
                  <a:srgbClr val="669900"/>
                </a:solidFill>
                <a:latin typeface="Consolas"/>
                <a:cs typeface="Consolas"/>
              </a:rPr>
              <a:t>'python'</a:t>
            </a:r>
            <a:r>
              <a:rPr sz="2000">
                <a:solidFill>
                  <a:srgbClr val="999999"/>
                </a:solidFill>
                <a:latin typeface="Consolas"/>
                <a:cs typeface="Consolas"/>
              </a:rPr>
              <a:t>,</a:t>
            </a:r>
            <a:r>
              <a:rPr sz="2000" spc="-45">
                <a:solidFill>
                  <a:srgbClr val="999999"/>
                </a:solidFill>
                <a:latin typeface="Consolas"/>
                <a:cs typeface="Consolas"/>
              </a:rPr>
              <a:t> </a:t>
            </a:r>
            <a:r>
              <a:rPr sz="2000">
                <a:solidFill>
                  <a:srgbClr val="669900"/>
                </a:solidFill>
                <a:latin typeface="Consolas"/>
                <a:cs typeface="Consolas"/>
              </a:rPr>
              <a:t>'c'</a:t>
            </a:r>
            <a:r>
              <a:rPr sz="2000">
                <a:solidFill>
                  <a:srgbClr val="999999"/>
                </a:solidFill>
                <a:latin typeface="Consolas"/>
                <a:cs typeface="Consolas"/>
              </a:rPr>
              <a:t>,</a:t>
            </a:r>
            <a:r>
              <a:rPr sz="2000" spc="-10">
                <a:solidFill>
                  <a:srgbClr val="999999"/>
                </a:solidFill>
                <a:latin typeface="Consolas"/>
                <a:cs typeface="Consolas"/>
              </a:rPr>
              <a:t> </a:t>
            </a:r>
            <a:r>
              <a:rPr sz="2000">
                <a:solidFill>
                  <a:srgbClr val="669900"/>
                </a:solidFill>
                <a:latin typeface="Consolas"/>
                <a:cs typeface="Consolas"/>
              </a:rPr>
              <a:t>'java'</a:t>
            </a:r>
            <a:r>
              <a:rPr sz="2000">
                <a:solidFill>
                  <a:srgbClr val="999999"/>
                </a:solidFill>
                <a:latin typeface="Consolas"/>
                <a:cs typeface="Consolas"/>
              </a:rPr>
              <a:t>,</a:t>
            </a:r>
            <a:r>
              <a:rPr sz="2000" spc="-25">
                <a:solidFill>
                  <a:srgbClr val="999999"/>
                </a:solidFill>
                <a:latin typeface="Consolas"/>
                <a:cs typeface="Consolas"/>
              </a:rPr>
              <a:t> </a:t>
            </a:r>
            <a:r>
              <a:rPr sz="2000" spc="-10">
                <a:solidFill>
                  <a:srgbClr val="669900"/>
                </a:solidFill>
                <a:latin typeface="Consolas"/>
                <a:cs typeface="Consolas"/>
              </a:rPr>
              <a:t>'php'</a:t>
            </a:r>
            <a:r>
              <a:rPr sz="2000" spc="-10">
                <a:solidFill>
                  <a:srgbClr val="999999"/>
                </a:solidFill>
                <a:latin typeface="Consolas"/>
                <a:cs typeface="Consolas"/>
              </a:rPr>
              <a:t>]</a:t>
            </a:r>
            <a:endParaRPr sz="2000">
              <a:latin typeface="Consolas"/>
              <a:cs typeface="Consolas"/>
            </a:endParaRPr>
          </a:p>
          <a:p>
            <a:pPr marL="12700"/>
            <a:r>
              <a:rPr sz="2000">
                <a:solidFill>
                  <a:srgbClr val="999999"/>
                </a:solidFill>
                <a:latin typeface="Consolas"/>
                <a:cs typeface="Consolas"/>
              </a:rPr>
              <a:t>[</a:t>
            </a:r>
            <a:r>
              <a:rPr sz="2000">
                <a:solidFill>
                  <a:srgbClr val="990054"/>
                </a:solidFill>
                <a:latin typeface="Consolas"/>
                <a:cs typeface="Consolas"/>
              </a:rPr>
              <a:t>1</a:t>
            </a:r>
            <a:r>
              <a:rPr sz="2000">
                <a:solidFill>
                  <a:srgbClr val="999999"/>
                </a:solidFill>
                <a:latin typeface="Consolas"/>
                <a:cs typeface="Consolas"/>
              </a:rPr>
              <a:t>,</a:t>
            </a:r>
            <a:r>
              <a:rPr sz="2000" spc="-20">
                <a:solidFill>
                  <a:srgbClr val="999999"/>
                </a:solidFill>
                <a:latin typeface="Consolas"/>
                <a:cs typeface="Consolas"/>
              </a:rPr>
              <a:t> </a:t>
            </a:r>
            <a:r>
              <a:rPr sz="2000">
                <a:solidFill>
                  <a:srgbClr val="990054"/>
                </a:solidFill>
                <a:latin typeface="Consolas"/>
                <a:cs typeface="Consolas"/>
              </a:rPr>
              <a:t>2</a:t>
            </a:r>
            <a:r>
              <a:rPr sz="2000">
                <a:solidFill>
                  <a:srgbClr val="999999"/>
                </a:solidFill>
                <a:latin typeface="Consolas"/>
                <a:cs typeface="Consolas"/>
              </a:rPr>
              <a:t>,</a:t>
            </a:r>
            <a:r>
              <a:rPr sz="2000" spc="-10">
                <a:solidFill>
                  <a:srgbClr val="999999"/>
                </a:solidFill>
                <a:latin typeface="Consolas"/>
                <a:cs typeface="Consolas"/>
              </a:rPr>
              <a:t> </a:t>
            </a:r>
            <a:r>
              <a:rPr sz="2000">
                <a:solidFill>
                  <a:srgbClr val="990054"/>
                </a:solidFill>
                <a:latin typeface="Consolas"/>
                <a:cs typeface="Consolas"/>
              </a:rPr>
              <a:t>3</a:t>
            </a:r>
            <a:r>
              <a:rPr sz="2000">
                <a:solidFill>
                  <a:srgbClr val="999999"/>
                </a:solidFill>
                <a:latin typeface="Consolas"/>
                <a:cs typeface="Consolas"/>
              </a:rPr>
              <a:t>,</a:t>
            </a:r>
            <a:r>
              <a:rPr sz="2000" spc="-10">
                <a:solidFill>
                  <a:srgbClr val="999999"/>
                </a:solidFill>
                <a:latin typeface="Consolas"/>
                <a:cs typeface="Consolas"/>
              </a:rPr>
              <a:t> </a:t>
            </a:r>
            <a:r>
              <a:rPr sz="2000">
                <a:solidFill>
                  <a:srgbClr val="990054"/>
                </a:solidFill>
                <a:latin typeface="Consolas"/>
                <a:cs typeface="Consolas"/>
              </a:rPr>
              <a:t>4</a:t>
            </a:r>
            <a:r>
              <a:rPr sz="2000">
                <a:solidFill>
                  <a:srgbClr val="999999"/>
                </a:solidFill>
                <a:latin typeface="Consolas"/>
                <a:cs typeface="Consolas"/>
              </a:rPr>
              <a:t>,</a:t>
            </a:r>
            <a:r>
              <a:rPr sz="2000" spc="-10">
                <a:solidFill>
                  <a:srgbClr val="999999"/>
                </a:solidFill>
                <a:latin typeface="Consolas"/>
                <a:cs typeface="Consolas"/>
              </a:rPr>
              <a:t> </a:t>
            </a:r>
            <a:r>
              <a:rPr sz="2000">
                <a:solidFill>
                  <a:srgbClr val="990054"/>
                </a:solidFill>
                <a:latin typeface="Consolas"/>
                <a:cs typeface="Consolas"/>
              </a:rPr>
              <a:t>5</a:t>
            </a:r>
            <a:r>
              <a:rPr sz="2000">
                <a:solidFill>
                  <a:srgbClr val="999999"/>
                </a:solidFill>
                <a:latin typeface="Consolas"/>
                <a:cs typeface="Consolas"/>
              </a:rPr>
              <a:t>,</a:t>
            </a:r>
            <a:r>
              <a:rPr sz="2000" spc="-10">
                <a:solidFill>
                  <a:srgbClr val="999999"/>
                </a:solidFill>
                <a:latin typeface="Consolas"/>
                <a:cs typeface="Consolas"/>
              </a:rPr>
              <a:t> </a:t>
            </a:r>
            <a:r>
              <a:rPr sz="2000">
                <a:solidFill>
                  <a:srgbClr val="990054"/>
                </a:solidFill>
                <a:latin typeface="Consolas"/>
                <a:cs typeface="Consolas"/>
              </a:rPr>
              <a:t>1</a:t>
            </a:r>
            <a:r>
              <a:rPr sz="2000">
                <a:solidFill>
                  <a:srgbClr val="999999"/>
                </a:solidFill>
                <a:latin typeface="Consolas"/>
                <a:cs typeface="Consolas"/>
              </a:rPr>
              <a:t>,</a:t>
            </a:r>
            <a:r>
              <a:rPr sz="2000" spc="-10">
                <a:solidFill>
                  <a:srgbClr val="999999"/>
                </a:solidFill>
                <a:latin typeface="Consolas"/>
                <a:cs typeface="Consolas"/>
              </a:rPr>
              <a:t> </a:t>
            </a:r>
            <a:r>
              <a:rPr sz="2000">
                <a:solidFill>
                  <a:srgbClr val="990054"/>
                </a:solidFill>
                <a:latin typeface="Consolas"/>
                <a:cs typeface="Consolas"/>
              </a:rPr>
              <a:t>2</a:t>
            </a:r>
            <a:r>
              <a:rPr sz="2000">
                <a:solidFill>
                  <a:srgbClr val="999999"/>
                </a:solidFill>
                <a:latin typeface="Consolas"/>
                <a:cs typeface="Consolas"/>
              </a:rPr>
              <a:t>,</a:t>
            </a:r>
            <a:r>
              <a:rPr sz="2000" spc="-10">
                <a:solidFill>
                  <a:srgbClr val="999999"/>
                </a:solidFill>
                <a:latin typeface="Consolas"/>
                <a:cs typeface="Consolas"/>
              </a:rPr>
              <a:t> </a:t>
            </a:r>
            <a:r>
              <a:rPr sz="2000">
                <a:solidFill>
                  <a:srgbClr val="990054"/>
                </a:solidFill>
                <a:latin typeface="Consolas"/>
                <a:cs typeface="Consolas"/>
              </a:rPr>
              <a:t>3</a:t>
            </a:r>
            <a:r>
              <a:rPr sz="2000">
                <a:solidFill>
                  <a:srgbClr val="999999"/>
                </a:solidFill>
                <a:latin typeface="Consolas"/>
                <a:cs typeface="Consolas"/>
              </a:rPr>
              <a:t>,</a:t>
            </a:r>
            <a:r>
              <a:rPr sz="2000" spc="-10">
                <a:solidFill>
                  <a:srgbClr val="999999"/>
                </a:solidFill>
                <a:latin typeface="Consolas"/>
                <a:cs typeface="Consolas"/>
              </a:rPr>
              <a:t> </a:t>
            </a:r>
            <a:r>
              <a:rPr sz="2000">
                <a:solidFill>
                  <a:srgbClr val="990054"/>
                </a:solidFill>
                <a:latin typeface="Consolas"/>
                <a:cs typeface="Consolas"/>
              </a:rPr>
              <a:t>4</a:t>
            </a:r>
            <a:r>
              <a:rPr sz="2000">
                <a:solidFill>
                  <a:srgbClr val="999999"/>
                </a:solidFill>
                <a:latin typeface="Consolas"/>
                <a:cs typeface="Consolas"/>
              </a:rPr>
              <a:t>,</a:t>
            </a:r>
            <a:r>
              <a:rPr sz="2000" spc="-5">
                <a:solidFill>
                  <a:srgbClr val="999999"/>
                </a:solidFill>
                <a:latin typeface="Consolas"/>
                <a:cs typeface="Consolas"/>
              </a:rPr>
              <a:t> </a:t>
            </a:r>
            <a:r>
              <a:rPr sz="2000" spc="-25">
                <a:solidFill>
                  <a:srgbClr val="990054"/>
                </a:solidFill>
                <a:latin typeface="Consolas"/>
                <a:cs typeface="Consolas"/>
              </a:rPr>
              <a:t>5</a:t>
            </a:r>
            <a:r>
              <a:rPr sz="2000" spc="-25">
                <a:solidFill>
                  <a:srgbClr val="999999"/>
                </a:solidFill>
                <a:latin typeface="Consolas"/>
                <a:cs typeface="Consolas"/>
              </a:rPr>
              <a:t>]</a:t>
            </a:r>
            <a:endParaRPr sz="2000">
              <a:latin typeface="Consolas"/>
              <a:cs typeface="Consolas"/>
            </a:endParaRPr>
          </a:p>
          <a:p>
            <a:pPr marL="12700"/>
            <a:r>
              <a:rPr sz="2000" spc="-20">
                <a:latin typeface="Consolas"/>
                <a:cs typeface="Consolas"/>
              </a:rPr>
              <a:t>java</a:t>
            </a:r>
            <a:endParaRPr sz="2000">
              <a:latin typeface="Consolas"/>
              <a:cs typeface="Consolas"/>
            </a:endParaRPr>
          </a:p>
          <a:p>
            <a:pPr marL="12700" marR="5523230"/>
            <a:r>
              <a:rPr sz="2000">
                <a:solidFill>
                  <a:srgbClr val="999999"/>
                </a:solidFill>
                <a:latin typeface="Consolas"/>
                <a:cs typeface="Consolas"/>
              </a:rPr>
              <a:t>[</a:t>
            </a:r>
            <a:r>
              <a:rPr sz="2000">
                <a:solidFill>
                  <a:srgbClr val="669900"/>
                </a:solidFill>
                <a:latin typeface="Consolas"/>
                <a:cs typeface="Consolas"/>
              </a:rPr>
              <a:t>'c'</a:t>
            </a:r>
            <a:r>
              <a:rPr sz="2000">
                <a:solidFill>
                  <a:srgbClr val="999999"/>
                </a:solidFill>
                <a:latin typeface="Consolas"/>
                <a:cs typeface="Consolas"/>
              </a:rPr>
              <a:t>,</a:t>
            </a:r>
            <a:r>
              <a:rPr sz="2000" spc="-30">
                <a:solidFill>
                  <a:srgbClr val="999999"/>
                </a:solidFill>
                <a:latin typeface="Consolas"/>
                <a:cs typeface="Consolas"/>
              </a:rPr>
              <a:t> </a:t>
            </a:r>
            <a:r>
              <a:rPr sz="2000">
                <a:solidFill>
                  <a:srgbClr val="669900"/>
                </a:solidFill>
                <a:latin typeface="Consolas"/>
                <a:cs typeface="Consolas"/>
              </a:rPr>
              <a:t>'java'</a:t>
            </a:r>
            <a:r>
              <a:rPr sz="2000">
                <a:solidFill>
                  <a:srgbClr val="999999"/>
                </a:solidFill>
                <a:latin typeface="Consolas"/>
                <a:cs typeface="Consolas"/>
              </a:rPr>
              <a:t>,</a:t>
            </a:r>
            <a:r>
              <a:rPr sz="2000" spc="-30">
                <a:solidFill>
                  <a:srgbClr val="999999"/>
                </a:solidFill>
                <a:latin typeface="Consolas"/>
                <a:cs typeface="Consolas"/>
              </a:rPr>
              <a:t> </a:t>
            </a:r>
            <a:r>
              <a:rPr sz="2000" spc="-10">
                <a:solidFill>
                  <a:srgbClr val="669900"/>
                </a:solidFill>
                <a:latin typeface="Consolas"/>
                <a:cs typeface="Consolas"/>
              </a:rPr>
              <a:t>'php'</a:t>
            </a:r>
            <a:r>
              <a:rPr sz="2000" spc="-10">
                <a:solidFill>
                  <a:srgbClr val="999999"/>
                </a:solidFill>
                <a:latin typeface="Consolas"/>
                <a:cs typeface="Consolas"/>
              </a:rPr>
              <a:t>] </a:t>
            </a:r>
            <a:r>
              <a:rPr sz="2000" spc="-10">
                <a:solidFill>
                  <a:srgbClr val="990054"/>
                </a:solidFill>
                <a:latin typeface="Consolas"/>
                <a:cs typeface="Consolas"/>
              </a:rPr>
              <a:t>False</a:t>
            </a:r>
            <a:endParaRPr sz="2000">
              <a:latin typeface="Consolas"/>
              <a:cs typeface="Consolas"/>
            </a:endParaRPr>
          </a:p>
          <a:p>
            <a:pPr marL="12700"/>
            <a:r>
              <a:rPr sz="2000" spc="-20">
                <a:solidFill>
                  <a:srgbClr val="990054"/>
                </a:solidFill>
                <a:latin typeface="Consolas"/>
                <a:cs typeface="Consolas"/>
              </a:rPr>
              <a:t>True</a:t>
            </a:r>
            <a:endParaRPr sz="2000">
              <a:latin typeface="Consolas"/>
              <a:cs typeface="Consolas"/>
            </a:endParaRPr>
          </a:p>
        </p:txBody>
      </p:sp>
      <p:sp>
        <p:nvSpPr>
          <p:cNvPr id="8" name="Slide Number Placeholder 7">
            <a:extLst>
              <a:ext uri="{FF2B5EF4-FFF2-40B4-BE49-F238E27FC236}">
                <a16:creationId xmlns:a16="http://schemas.microsoft.com/office/drawing/2014/main" id="{C583B634-5F34-DC5A-34F7-43B8B1995A47}"/>
              </a:ext>
            </a:extLst>
          </p:cNvPr>
          <p:cNvSpPr>
            <a:spLocks noGrp="1"/>
          </p:cNvSpPr>
          <p:nvPr>
            <p:ph type="sldNum" sz="quarter" idx="7"/>
          </p:nvPr>
        </p:nvSpPr>
        <p:spPr/>
        <p:txBody>
          <a:bodyPr/>
          <a:lstStyle/>
          <a:p>
            <a:fld id="{B6F15528-21DE-4FAA-801E-634DDDAF4B2B}" type="slidenum">
              <a:rPr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89753" y="390907"/>
            <a:ext cx="2415540" cy="513715"/>
          </a:xfrm>
          <a:prstGeom prst="rect">
            <a:avLst/>
          </a:prstGeom>
        </p:spPr>
        <p:txBody>
          <a:bodyPr vert="horz" wrap="square" lIns="0" tIns="13335" rIns="0" bIns="0" rtlCol="0">
            <a:spAutoFit/>
          </a:bodyPr>
          <a:lstStyle/>
          <a:p>
            <a:pPr marL="12700">
              <a:spcBef>
                <a:spcPts val="105"/>
              </a:spcBef>
            </a:pPr>
            <a:r>
              <a:rPr>
                <a:solidFill>
                  <a:srgbClr val="000000"/>
                </a:solidFill>
              </a:rPr>
              <a:t>Iterating</a:t>
            </a:r>
            <a:r>
              <a:rPr spc="-90">
                <a:solidFill>
                  <a:srgbClr val="000000"/>
                </a:solidFill>
              </a:rPr>
              <a:t> </a:t>
            </a:r>
            <a:r>
              <a:rPr>
                <a:solidFill>
                  <a:srgbClr val="000000"/>
                </a:solidFill>
              </a:rPr>
              <a:t>a</a:t>
            </a:r>
            <a:r>
              <a:rPr spc="-105">
                <a:solidFill>
                  <a:srgbClr val="000000"/>
                </a:solidFill>
              </a:rPr>
              <a:t> </a:t>
            </a:r>
            <a:r>
              <a:rPr spc="-20">
                <a:solidFill>
                  <a:srgbClr val="000000"/>
                </a:solidFill>
              </a:rPr>
              <a:t>List</a:t>
            </a:r>
          </a:p>
        </p:txBody>
      </p:sp>
      <p:sp>
        <p:nvSpPr>
          <p:cNvPr id="3" name="object 3"/>
          <p:cNvSpPr txBox="1"/>
          <p:nvPr/>
        </p:nvSpPr>
        <p:spPr>
          <a:xfrm>
            <a:off x="2031288" y="1156461"/>
            <a:ext cx="8272780" cy="756920"/>
          </a:xfrm>
          <a:prstGeom prst="rect">
            <a:avLst/>
          </a:prstGeom>
        </p:spPr>
        <p:txBody>
          <a:bodyPr vert="horz" wrap="square" lIns="0" tIns="12700" rIns="0" bIns="0" rtlCol="0">
            <a:spAutoFit/>
          </a:bodyPr>
          <a:lstStyle/>
          <a:p>
            <a:pPr marL="355600" marR="5080" indent="-343535">
              <a:spcBef>
                <a:spcPts val="100"/>
              </a:spcBef>
              <a:buFont typeface="Arial MT"/>
              <a:buChar char="•"/>
              <a:tabLst>
                <a:tab pos="355600" algn="l"/>
                <a:tab pos="666115" algn="l"/>
                <a:tab pos="1158875" algn="l"/>
                <a:tab pos="1725930" algn="l"/>
                <a:tab pos="2172335" algn="l"/>
                <a:tab pos="3283585" algn="l"/>
                <a:tab pos="3714750" algn="l"/>
                <a:tab pos="4501515" algn="l"/>
                <a:tab pos="4782185" algn="l"/>
                <a:tab pos="5281930" algn="l"/>
                <a:tab pos="5508625" algn="l"/>
                <a:tab pos="5880735" algn="l"/>
                <a:tab pos="6642734" algn="l"/>
                <a:tab pos="6953884" algn="l"/>
                <a:tab pos="7903209" algn="l"/>
              </a:tabLst>
            </a:pPr>
            <a:r>
              <a:rPr sz="2400" spc="-50">
                <a:latin typeface="Calibri"/>
                <a:cs typeface="Calibri"/>
              </a:rPr>
              <a:t>A</a:t>
            </a:r>
            <a:r>
              <a:rPr sz="2400">
                <a:latin typeface="Calibri"/>
                <a:cs typeface="Calibri"/>
              </a:rPr>
              <a:t>	</a:t>
            </a:r>
            <a:r>
              <a:rPr sz="2400" spc="-20">
                <a:latin typeface="Calibri"/>
                <a:cs typeface="Calibri"/>
              </a:rPr>
              <a:t>list</a:t>
            </a:r>
            <a:r>
              <a:rPr sz="2400">
                <a:latin typeface="Calibri"/>
                <a:cs typeface="Calibri"/>
              </a:rPr>
              <a:t>	</a:t>
            </a:r>
            <a:r>
              <a:rPr sz="2400" spc="-25">
                <a:latin typeface="Calibri"/>
                <a:cs typeface="Calibri"/>
              </a:rPr>
              <a:t>can</a:t>
            </a:r>
            <a:r>
              <a:rPr sz="2400">
                <a:latin typeface="Calibri"/>
                <a:cs typeface="Calibri"/>
              </a:rPr>
              <a:t>	</a:t>
            </a:r>
            <a:r>
              <a:rPr sz="2400" spc="-25">
                <a:latin typeface="Calibri"/>
                <a:cs typeface="Calibri"/>
              </a:rPr>
              <a:t>be</a:t>
            </a:r>
            <a:r>
              <a:rPr sz="2400">
                <a:latin typeface="Calibri"/>
                <a:cs typeface="Calibri"/>
              </a:rPr>
              <a:t>	</a:t>
            </a:r>
            <a:r>
              <a:rPr sz="2400" spc="-10">
                <a:latin typeface="Calibri"/>
                <a:cs typeface="Calibri"/>
              </a:rPr>
              <a:t>iterated</a:t>
            </a:r>
            <a:r>
              <a:rPr sz="2400">
                <a:latin typeface="Calibri"/>
                <a:cs typeface="Calibri"/>
              </a:rPr>
              <a:t>	</a:t>
            </a:r>
            <a:r>
              <a:rPr sz="2400" spc="-25">
                <a:latin typeface="Calibri"/>
                <a:cs typeface="Calibri"/>
              </a:rPr>
              <a:t>by</a:t>
            </a:r>
            <a:r>
              <a:rPr sz="2400">
                <a:latin typeface="Calibri"/>
                <a:cs typeface="Calibri"/>
              </a:rPr>
              <a:t>	</a:t>
            </a:r>
            <a:r>
              <a:rPr sz="2400" spc="-10">
                <a:latin typeface="Calibri"/>
                <a:cs typeface="Calibri"/>
              </a:rPr>
              <a:t>using</a:t>
            </a:r>
            <a:r>
              <a:rPr sz="2400">
                <a:latin typeface="Calibri"/>
                <a:cs typeface="Calibri"/>
              </a:rPr>
              <a:t>	</a:t>
            </a:r>
            <a:r>
              <a:rPr sz="2400" spc="-50">
                <a:latin typeface="Calibri"/>
                <a:cs typeface="Calibri"/>
              </a:rPr>
              <a:t>a</a:t>
            </a:r>
            <a:r>
              <a:rPr sz="2400">
                <a:latin typeface="Calibri"/>
                <a:cs typeface="Calibri"/>
              </a:rPr>
              <a:t>	</a:t>
            </a:r>
            <a:r>
              <a:rPr sz="2400" b="1" spc="-25">
                <a:solidFill>
                  <a:srgbClr val="C00000"/>
                </a:solidFill>
                <a:latin typeface="Calibri"/>
                <a:cs typeface="Calibri"/>
              </a:rPr>
              <a:t>for</a:t>
            </a:r>
            <a:r>
              <a:rPr sz="2400" b="1">
                <a:solidFill>
                  <a:srgbClr val="C00000"/>
                </a:solidFill>
                <a:latin typeface="Calibri"/>
                <a:cs typeface="Calibri"/>
              </a:rPr>
              <a:t>	</a:t>
            </a:r>
            <a:r>
              <a:rPr sz="2400" b="1" spc="-50">
                <a:solidFill>
                  <a:srgbClr val="C00000"/>
                </a:solidFill>
                <a:latin typeface="Calibri"/>
                <a:cs typeface="Calibri"/>
              </a:rPr>
              <a:t>-</a:t>
            </a:r>
            <a:r>
              <a:rPr sz="2400" b="1">
                <a:solidFill>
                  <a:srgbClr val="C00000"/>
                </a:solidFill>
                <a:latin typeface="Calibri"/>
                <a:cs typeface="Calibri"/>
              </a:rPr>
              <a:t>	</a:t>
            </a:r>
            <a:r>
              <a:rPr sz="2400" b="1" spc="-25">
                <a:solidFill>
                  <a:srgbClr val="C00000"/>
                </a:solidFill>
                <a:latin typeface="Calibri"/>
                <a:cs typeface="Calibri"/>
              </a:rPr>
              <a:t>in</a:t>
            </a:r>
            <a:r>
              <a:rPr sz="2400" b="1">
                <a:solidFill>
                  <a:srgbClr val="C00000"/>
                </a:solidFill>
                <a:latin typeface="Calibri"/>
                <a:cs typeface="Calibri"/>
              </a:rPr>
              <a:t>	</a:t>
            </a:r>
            <a:r>
              <a:rPr sz="2400" spc="-10">
                <a:latin typeface="Calibri"/>
                <a:cs typeface="Calibri"/>
              </a:rPr>
              <a:t>loop.</a:t>
            </a:r>
            <a:r>
              <a:rPr sz="2400">
                <a:latin typeface="Calibri"/>
                <a:cs typeface="Calibri"/>
              </a:rPr>
              <a:t>	</a:t>
            </a:r>
            <a:r>
              <a:rPr sz="2400" spc="-50">
                <a:latin typeface="Calibri"/>
                <a:cs typeface="Calibri"/>
              </a:rPr>
              <a:t>A</a:t>
            </a:r>
            <a:r>
              <a:rPr sz="2400">
                <a:latin typeface="Calibri"/>
                <a:cs typeface="Calibri"/>
              </a:rPr>
              <a:t>	</a:t>
            </a:r>
            <a:r>
              <a:rPr sz="2400" spc="-10">
                <a:latin typeface="Calibri"/>
                <a:cs typeface="Calibri"/>
              </a:rPr>
              <a:t>simple</a:t>
            </a:r>
            <a:r>
              <a:rPr sz="2400">
                <a:latin typeface="Calibri"/>
                <a:cs typeface="Calibri"/>
              </a:rPr>
              <a:t>	</a:t>
            </a:r>
            <a:r>
              <a:rPr sz="2400" spc="-25">
                <a:latin typeface="Calibri"/>
                <a:cs typeface="Calibri"/>
              </a:rPr>
              <a:t>list </a:t>
            </a:r>
            <a:r>
              <a:rPr sz="2400" spc="-10">
                <a:latin typeface="Calibri"/>
                <a:cs typeface="Calibri"/>
              </a:rPr>
              <a:t>containing</a:t>
            </a:r>
            <a:r>
              <a:rPr sz="2400" spc="-80">
                <a:latin typeface="Calibri"/>
                <a:cs typeface="Calibri"/>
              </a:rPr>
              <a:t> </a:t>
            </a:r>
            <a:r>
              <a:rPr sz="2400">
                <a:latin typeface="Calibri"/>
                <a:cs typeface="Calibri"/>
              </a:rPr>
              <a:t>four</a:t>
            </a:r>
            <a:r>
              <a:rPr sz="2400" spc="-50">
                <a:latin typeface="Calibri"/>
                <a:cs typeface="Calibri"/>
              </a:rPr>
              <a:t> </a:t>
            </a:r>
            <a:r>
              <a:rPr sz="2400">
                <a:latin typeface="Calibri"/>
                <a:cs typeface="Calibri"/>
              </a:rPr>
              <a:t>strings</a:t>
            </a:r>
            <a:r>
              <a:rPr sz="2400" spc="-55">
                <a:latin typeface="Calibri"/>
                <a:cs typeface="Calibri"/>
              </a:rPr>
              <a:t> </a:t>
            </a:r>
            <a:r>
              <a:rPr sz="2400">
                <a:latin typeface="Calibri"/>
                <a:cs typeface="Calibri"/>
              </a:rPr>
              <a:t>can</a:t>
            </a:r>
            <a:r>
              <a:rPr sz="2400" spc="-50">
                <a:latin typeface="Calibri"/>
                <a:cs typeface="Calibri"/>
              </a:rPr>
              <a:t> </a:t>
            </a:r>
            <a:r>
              <a:rPr sz="2400">
                <a:latin typeface="Calibri"/>
                <a:cs typeface="Calibri"/>
              </a:rPr>
              <a:t>be</a:t>
            </a:r>
            <a:r>
              <a:rPr sz="2400" spc="-45">
                <a:latin typeface="Calibri"/>
                <a:cs typeface="Calibri"/>
              </a:rPr>
              <a:t> </a:t>
            </a:r>
            <a:r>
              <a:rPr sz="2400" spc="-10">
                <a:latin typeface="Calibri"/>
                <a:cs typeface="Calibri"/>
              </a:rPr>
              <a:t>iterated</a:t>
            </a:r>
            <a:r>
              <a:rPr sz="2400" spc="-70">
                <a:latin typeface="Calibri"/>
                <a:cs typeface="Calibri"/>
              </a:rPr>
              <a:t> </a:t>
            </a:r>
            <a:r>
              <a:rPr sz="2400">
                <a:latin typeface="Calibri"/>
                <a:cs typeface="Calibri"/>
              </a:rPr>
              <a:t>as</a:t>
            </a:r>
            <a:r>
              <a:rPr sz="2400" spc="-50">
                <a:latin typeface="Calibri"/>
                <a:cs typeface="Calibri"/>
              </a:rPr>
              <a:t> </a:t>
            </a:r>
            <a:r>
              <a:rPr sz="2400" spc="-10">
                <a:latin typeface="Calibri"/>
                <a:cs typeface="Calibri"/>
              </a:rPr>
              <a:t>follows..</a:t>
            </a:r>
            <a:endParaRPr sz="2400">
              <a:latin typeface="Calibri"/>
              <a:cs typeface="Calibri"/>
            </a:endParaRPr>
          </a:p>
        </p:txBody>
      </p:sp>
      <p:sp>
        <p:nvSpPr>
          <p:cNvPr id="4" name="object 4"/>
          <p:cNvSpPr/>
          <p:nvPr/>
        </p:nvSpPr>
        <p:spPr>
          <a:xfrm>
            <a:off x="1524000" y="1000126"/>
            <a:ext cx="9144000" cy="1905"/>
          </a:xfrm>
          <a:custGeom>
            <a:avLst/>
            <a:gdLst/>
            <a:ahLst/>
            <a:cxnLst/>
            <a:rect l="l" t="t" r="r" b="b"/>
            <a:pathLst>
              <a:path w="9144000" h="1905">
                <a:moveTo>
                  <a:pt x="0" y="0"/>
                </a:moveTo>
                <a:lnTo>
                  <a:pt x="9144000" y="1524"/>
                </a:lnTo>
              </a:path>
            </a:pathLst>
          </a:custGeom>
          <a:ln w="12700">
            <a:solidFill>
              <a:srgbClr val="497DBA"/>
            </a:solidFill>
          </a:ln>
        </p:spPr>
        <p:txBody>
          <a:bodyPr wrap="square" lIns="0" tIns="0" rIns="0" bIns="0" rtlCol="0"/>
          <a:lstStyle/>
          <a:p>
            <a:endParaRPr/>
          </a:p>
        </p:txBody>
      </p:sp>
      <p:sp>
        <p:nvSpPr>
          <p:cNvPr id="5" name="object 5"/>
          <p:cNvSpPr txBox="1"/>
          <p:nvPr/>
        </p:nvSpPr>
        <p:spPr>
          <a:xfrm>
            <a:off x="2024037" y="2143126"/>
            <a:ext cx="5715000" cy="2124075"/>
          </a:xfrm>
          <a:prstGeom prst="rect">
            <a:avLst/>
          </a:prstGeom>
          <a:ln w="12700">
            <a:solidFill>
              <a:srgbClr val="4F81BC"/>
            </a:solidFill>
          </a:ln>
        </p:spPr>
        <p:txBody>
          <a:bodyPr vert="horz" wrap="square" lIns="0" tIns="30480" rIns="0" bIns="0" rtlCol="0">
            <a:spAutoFit/>
          </a:bodyPr>
          <a:lstStyle/>
          <a:p>
            <a:pPr marL="91440">
              <a:spcBef>
                <a:spcPts val="240"/>
              </a:spcBef>
            </a:pPr>
            <a:r>
              <a:rPr sz="2200" b="1">
                <a:solidFill>
                  <a:srgbClr val="0983C0"/>
                </a:solidFill>
                <a:latin typeface="Consolas"/>
                <a:cs typeface="Consolas"/>
              </a:rPr>
              <a:t>Example:</a:t>
            </a:r>
            <a:r>
              <a:rPr sz="2200" b="1" spc="-110">
                <a:solidFill>
                  <a:srgbClr val="0983C0"/>
                </a:solidFill>
                <a:latin typeface="Consolas"/>
                <a:cs typeface="Consolas"/>
              </a:rPr>
              <a:t> </a:t>
            </a:r>
            <a:r>
              <a:rPr sz="2200" b="1" spc="-10">
                <a:latin typeface="Consolas"/>
                <a:cs typeface="Consolas"/>
              </a:rPr>
              <a:t>“listopdemo3.py”</a:t>
            </a:r>
            <a:endParaRPr sz="2200">
              <a:latin typeface="Consolas"/>
              <a:cs typeface="Consolas"/>
            </a:endParaRPr>
          </a:p>
          <a:p>
            <a:pPr>
              <a:spcBef>
                <a:spcPts val="60"/>
              </a:spcBef>
            </a:pPr>
            <a:endParaRPr sz="2200">
              <a:latin typeface="Consolas"/>
              <a:cs typeface="Consolas"/>
            </a:endParaRPr>
          </a:p>
          <a:p>
            <a:pPr marL="91440" marR="689610">
              <a:spcBef>
                <a:spcPts val="5"/>
              </a:spcBef>
            </a:pPr>
            <a:r>
              <a:rPr sz="2200" spc="-10">
                <a:latin typeface="Consolas"/>
                <a:cs typeface="Consolas"/>
              </a:rPr>
              <a:t>lang=[</a:t>
            </a:r>
            <a:r>
              <a:rPr sz="2200" spc="-10">
                <a:solidFill>
                  <a:srgbClr val="FF00FF"/>
                </a:solidFill>
                <a:latin typeface="Consolas"/>
                <a:cs typeface="Consolas"/>
              </a:rPr>
              <a:t>'python'</a:t>
            </a:r>
            <a:r>
              <a:rPr sz="2200" spc="-10">
                <a:latin typeface="Consolas"/>
                <a:cs typeface="Consolas"/>
              </a:rPr>
              <a:t>,</a:t>
            </a:r>
            <a:r>
              <a:rPr sz="2200" spc="-10">
                <a:solidFill>
                  <a:srgbClr val="FF00FF"/>
                </a:solidFill>
                <a:latin typeface="Consolas"/>
                <a:cs typeface="Consolas"/>
              </a:rPr>
              <a:t>'c'</a:t>
            </a:r>
            <a:r>
              <a:rPr sz="2200" spc="-10">
                <a:latin typeface="Consolas"/>
                <a:cs typeface="Consolas"/>
              </a:rPr>
              <a:t>,</a:t>
            </a:r>
            <a:r>
              <a:rPr sz="2200" spc="-10">
                <a:solidFill>
                  <a:srgbClr val="FF00FF"/>
                </a:solidFill>
                <a:latin typeface="Consolas"/>
                <a:cs typeface="Consolas"/>
              </a:rPr>
              <a:t>'java'</a:t>
            </a:r>
            <a:r>
              <a:rPr sz="2200" spc="-10">
                <a:latin typeface="Consolas"/>
                <a:cs typeface="Consolas"/>
              </a:rPr>
              <a:t>,</a:t>
            </a:r>
            <a:r>
              <a:rPr sz="2200" spc="-10">
                <a:solidFill>
                  <a:srgbClr val="FF00FF"/>
                </a:solidFill>
                <a:latin typeface="Consolas"/>
                <a:cs typeface="Consolas"/>
              </a:rPr>
              <a:t>'php‘</a:t>
            </a:r>
            <a:r>
              <a:rPr sz="2200" spc="-10">
                <a:latin typeface="Consolas"/>
                <a:cs typeface="Consolas"/>
              </a:rPr>
              <a:t>] </a:t>
            </a:r>
            <a:r>
              <a:rPr sz="2200">
                <a:solidFill>
                  <a:srgbClr val="0000FF"/>
                </a:solidFill>
                <a:latin typeface="Consolas"/>
                <a:cs typeface="Consolas"/>
              </a:rPr>
              <a:t>print</a:t>
            </a:r>
            <a:r>
              <a:rPr sz="2200">
                <a:latin typeface="Consolas"/>
                <a:cs typeface="Consolas"/>
              </a:rPr>
              <a:t>(</a:t>
            </a:r>
            <a:r>
              <a:rPr sz="2200">
                <a:solidFill>
                  <a:srgbClr val="FF00FF"/>
                </a:solidFill>
                <a:latin typeface="Consolas"/>
                <a:cs typeface="Consolas"/>
              </a:rPr>
              <a:t>"The</a:t>
            </a:r>
            <a:r>
              <a:rPr sz="2200" spc="-65">
                <a:solidFill>
                  <a:srgbClr val="FF00FF"/>
                </a:solidFill>
                <a:latin typeface="Consolas"/>
                <a:cs typeface="Consolas"/>
              </a:rPr>
              <a:t> </a:t>
            </a:r>
            <a:r>
              <a:rPr sz="2200">
                <a:solidFill>
                  <a:srgbClr val="FF00FF"/>
                </a:solidFill>
                <a:latin typeface="Consolas"/>
                <a:cs typeface="Consolas"/>
              </a:rPr>
              <a:t>list</a:t>
            </a:r>
            <a:r>
              <a:rPr sz="2200" spc="-50">
                <a:solidFill>
                  <a:srgbClr val="FF00FF"/>
                </a:solidFill>
                <a:latin typeface="Consolas"/>
                <a:cs typeface="Consolas"/>
              </a:rPr>
              <a:t> </a:t>
            </a:r>
            <a:r>
              <a:rPr sz="2200">
                <a:solidFill>
                  <a:srgbClr val="FF00FF"/>
                </a:solidFill>
                <a:latin typeface="Consolas"/>
                <a:cs typeface="Consolas"/>
              </a:rPr>
              <a:t>items</a:t>
            </a:r>
            <a:r>
              <a:rPr sz="2200" spc="-55">
                <a:solidFill>
                  <a:srgbClr val="FF00FF"/>
                </a:solidFill>
                <a:latin typeface="Consolas"/>
                <a:cs typeface="Consolas"/>
              </a:rPr>
              <a:t> </a:t>
            </a:r>
            <a:r>
              <a:rPr sz="2200">
                <a:solidFill>
                  <a:srgbClr val="FF00FF"/>
                </a:solidFill>
                <a:latin typeface="Consolas"/>
                <a:cs typeface="Consolas"/>
              </a:rPr>
              <a:t>are</a:t>
            </a:r>
            <a:r>
              <a:rPr sz="2200" spc="-30">
                <a:solidFill>
                  <a:srgbClr val="FF00FF"/>
                </a:solidFill>
                <a:latin typeface="Consolas"/>
                <a:cs typeface="Consolas"/>
              </a:rPr>
              <a:t> </a:t>
            </a:r>
            <a:r>
              <a:rPr sz="2200" spc="-20">
                <a:solidFill>
                  <a:srgbClr val="FF00FF"/>
                </a:solidFill>
                <a:latin typeface="Consolas"/>
                <a:cs typeface="Consolas"/>
              </a:rPr>
              <a:t>\n"</a:t>
            </a:r>
            <a:r>
              <a:rPr sz="2200" spc="-20">
                <a:latin typeface="Consolas"/>
                <a:cs typeface="Consolas"/>
              </a:rPr>
              <a:t>) </a:t>
            </a:r>
            <a:r>
              <a:rPr sz="2200">
                <a:solidFill>
                  <a:srgbClr val="0000FF"/>
                </a:solidFill>
                <a:latin typeface="Consolas"/>
                <a:cs typeface="Consolas"/>
              </a:rPr>
              <a:t>for</a:t>
            </a:r>
            <a:r>
              <a:rPr sz="2200" spc="-30">
                <a:solidFill>
                  <a:srgbClr val="0000FF"/>
                </a:solidFill>
                <a:latin typeface="Consolas"/>
                <a:cs typeface="Consolas"/>
              </a:rPr>
              <a:t> </a:t>
            </a:r>
            <a:r>
              <a:rPr sz="2200">
                <a:latin typeface="Consolas"/>
                <a:cs typeface="Consolas"/>
              </a:rPr>
              <a:t>i</a:t>
            </a:r>
            <a:r>
              <a:rPr sz="2200" spc="-20">
                <a:latin typeface="Consolas"/>
                <a:cs typeface="Consolas"/>
              </a:rPr>
              <a:t> </a:t>
            </a:r>
            <a:r>
              <a:rPr sz="2200">
                <a:solidFill>
                  <a:srgbClr val="0000FF"/>
                </a:solidFill>
                <a:latin typeface="Consolas"/>
                <a:cs typeface="Consolas"/>
              </a:rPr>
              <a:t>in</a:t>
            </a:r>
            <a:r>
              <a:rPr sz="2200" spc="-20">
                <a:solidFill>
                  <a:srgbClr val="0000FF"/>
                </a:solidFill>
                <a:latin typeface="Consolas"/>
                <a:cs typeface="Consolas"/>
              </a:rPr>
              <a:t> </a:t>
            </a:r>
            <a:r>
              <a:rPr sz="2200" spc="-20">
                <a:latin typeface="Consolas"/>
                <a:cs typeface="Consolas"/>
              </a:rPr>
              <a:t>lang:</a:t>
            </a:r>
            <a:endParaRPr sz="2200">
              <a:latin typeface="Consolas"/>
              <a:cs typeface="Consolas"/>
            </a:endParaRPr>
          </a:p>
          <a:p>
            <a:pPr marL="1005840"/>
            <a:r>
              <a:rPr sz="2200" spc="-10">
                <a:solidFill>
                  <a:srgbClr val="0000FF"/>
                </a:solidFill>
                <a:latin typeface="Consolas"/>
                <a:cs typeface="Consolas"/>
              </a:rPr>
              <a:t>print</a:t>
            </a:r>
            <a:r>
              <a:rPr sz="2200" spc="-10">
                <a:latin typeface="Consolas"/>
                <a:cs typeface="Consolas"/>
              </a:rPr>
              <a:t>(i)</a:t>
            </a:r>
            <a:endParaRPr sz="2200">
              <a:latin typeface="Consolas"/>
              <a:cs typeface="Consolas"/>
            </a:endParaRPr>
          </a:p>
        </p:txBody>
      </p:sp>
      <p:sp>
        <p:nvSpPr>
          <p:cNvPr id="6" name="object 6"/>
          <p:cNvSpPr txBox="1"/>
          <p:nvPr/>
        </p:nvSpPr>
        <p:spPr>
          <a:xfrm>
            <a:off x="6381751" y="4357751"/>
            <a:ext cx="3929379" cy="2369820"/>
          </a:xfrm>
          <a:prstGeom prst="rect">
            <a:avLst/>
          </a:prstGeom>
          <a:ln w="12700">
            <a:solidFill>
              <a:srgbClr val="4F81BC"/>
            </a:solidFill>
          </a:ln>
        </p:spPr>
        <p:txBody>
          <a:bodyPr vert="horz" wrap="square" lIns="0" tIns="31750" rIns="0" bIns="0" rtlCol="0">
            <a:spAutoFit/>
          </a:bodyPr>
          <a:lstStyle/>
          <a:p>
            <a:pPr marL="92075">
              <a:spcBef>
                <a:spcPts val="250"/>
              </a:spcBef>
            </a:pPr>
            <a:r>
              <a:rPr sz="2000" b="1" spc="-10">
                <a:solidFill>
                  <a:srgbClr val="FFC000"/>
                </a:solidFill>
                <a:latin typeface="Consolas"/>
                <a:cs typeface="Consolas"/>
              </a:rPr>
              <a:t>Output:</a:t>
            </a:r>
            <a:endParaRPr sz="2000">
              <a:latin typeface="Consolas"/>
              <a:cs typeface="Consolas"/>
            </a:endParaRPr>
          </a:p>
          <a:p>
            <a:pPr marL="92075" marR="890905"/>
            <a:r>
              <a:rPr sz="2000" b="1">
                <a:latin typeface="Consolas"/>
                <a:cs typeface="Consolas"/>
              </a:rPr>
              <a:t>python</a:t>
            </a:r>
            <a:r>
              <a:rPr sz="2000" b="1" spc="-30">
                <a:latin typeface="Consolas"/>
                <a:cs typeface="Consolas"/>
              </a:rPr>
              <a:t> </a:t>
            </a:r>
            <a:r>
              <a:rPr sz="2000" spc="-10">
                <a:latin typeface="Consolas"/>
                <a:cs typeface="Consolas"/>
              </a:rPr>
              <a:t>listopdemo3.py </a:t>
            </a:r>
            <a:r>
              <a:rPr sz="2000">
                <a:latin typeface="Consolas"/>
                <a:cs typeface="Consolas"/>
              </a:rPr>
              <a:t>The</a:t>
            </a:r>
            <a:r>
              <a:rPr sz="2000" spc="-15">
                <a:latin typeface="Consolas"/>
                <a:cs typeface="Consolas"/>
              </a:rPr>
              <a:t> </a:t>
            </a:r>
            <a:r>
              <a:rPr sz="2000">
                <a:latin typeface="Consolas"/>
                <a:cs typeface="Consolas"/>
              </a:rPr>
              <a:t>list</a:t>
            </a:r>
            <a:r>
              <a:rPr sz="2000" spc="-15">
                <a:latin typeface="Consolas"/>
                <a:cs typeface="Consolas"/>
              </a:rPr>
              <a:t> </a:t>
            </a:r>
            <a:r>
              <a:rPr sz="2000">
                <a:latin typeface="Consolas"/>
                <a:cs typeface="Consolas"/>
              </a:rPr>
              <a:t>items</a:t>
            </a:r>
            <a:r>
              <a:rPr sz="2000" spc="-15">
                <a:latin typeface="Consolas"/>
                <a:cs typeface="Consolas"/>
              </a:rPr>
              <a:t> </a:t>
            </a:r>
            <a:r>
              <a:rPr sz="2000" spc="-25">
                <a:latin typeface="Consolas"/>
                <a:cs typeface="Consolas"/>
              </a:rPr>
              <a:t>are </a:t>
            </a:r>
            <a:r>
              <a:rPr sz="2200" spc="-10">
                <a:solidFill>
                  <a:srgbClr val="990054"/>
                </a:solidFill>
                <a:latin typeface="Consolas"/>
                <a:cs typeface="Consolas"/>
              </a:rPr>
              <a:t>python</a:t>
            </a:r>
            <a:endParaRPr sz="2200">
              <a:latin typeface="Consolas"/>
              <a:cs typeface="Consolas"/>
            </a:endParaRPr>
          </a:p>
          <a:p>
            <a:pPr marL="92075" marR="3213100">
              <a:lnSpc>
                <a:spcPts val="2640"/>
              </a:lnSpc>
              <a:spcBef>
                <a:spcPts val="80"/>
              </a:spcBef>
            </a:pPr>
            <a:r>
              <a:rPr sz="2200" spc="-50">
                <a:solidFill>
                  <a:srgbClr val="990054"/>
                </a:solidFill>
                <a:latin typeface="Consolas"/>
                <a:cs typeface="Consolas"/>
              </a:rPr>
              <a:t>c </a:t>
            </a:r>
            <a:r>
              <a:rPr sz="2200" spc="-20">
                <a:solidFill>
                  <a:srgbClr val="990054"/>
                </a:solidFill>
                <a:latin typeface="Consolas"/>
                <a:cs typeface="Consolas"/>
              </a:rPr>
              <a:t>java </a:t>
            </a:r>
            <a:r>
              <a:rPr sz="2200" spc="-25">
                <a:solidFill>
                  <a:srgbClr val="990054"/>
                </a:solidFill>
                <a:latin typeface="Consolas"/>
                <a:cs typeface="Consolas"/>
              </a:rPr>
              <a:t>php</a:t>
            </a:r>
            <a:endParaRPr sz="2200">
              <a:latin typeface="Consolas"/>
              <a:cs typeface="Consolas"/>
            </a:endParaRPr>
          </a:p>
        </p:txBody>
      </p:sp>
      <p:sp>
        <p:nvSpPr>
          <p:cNvPr id="7" name="Slide Number Placeholder 6">
            <a:extLst>
              <a:ext uri="{FF2B5EF4-FFF2-40B4-BE49-F238E27FC236}">
                <a16:creationId xmlns:a16="http://schemas.microsoft.com/office/drawing/2014/main" id="{63A42525-486B-1114-C5B3-7A6AC23F7265}"/>
              </a:ext>
            </a:extLst>
          </p:cNvPr>
          <p:cNvSpPr>
            <a:spLocks noGrp="1"/>
          </p:cNvSpPr>
          <p:nvPr>
            <p:ph type="sldNum" sz="quarter" idx="7"/>
          </p:nvPr>
        </p:nvSpPr>
        <p:spPr/>
        <p:txBody>
          <a:bodyPr/>
          <a:lstStyle/>
          <a:p>
            <a:fld id="{B6F15528-21DE-4FAA-801E-634DDDAF4B2B}" type="slidenum">
              <a:rPr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74695" y="2970657"/>
            <a:ext cx="4841875" cy="574040"/>
          </a:xfrm>
          <a:prstGeom prst="rect">
            <a:avLst/>
          </a:prstGeom>
        </p:spPr>
        <p:txBody>
          <a:bodyPr vert="horz" wrap="square" lIns="0" tIns="12700" rIns="0" bIns="0" rtlCol="0">
            <a:spAutoFit/>
          </a:bodyPr>
          <a:lstStyle/>
          <a:p>
            <a:pPr marL="12700">
              <a:spcBef>
                <a:spcPts val="100"/>
              </a:spcBef>
            </a:pPr>
            <a:r>
              <a:rPr sz="3600"/>
              <a:t>List</a:t>
            </a:r>
            <a:r>
              <a:rPr sz="3600" spc="-105"/>
              <a:t> </a:t>
            </a:r>
            <a:r>
              <a:rPr sz="3600">
                <a:solidFill>
                  <a:srgbClr val="0983C0"/>
                </a:solidFill>
              </a:rPr>
              <a:t>Functions</a:t>
            </a:r>
            <a:r>
              <a:rPr sz="3600" spc="-70">
                <a:solidFill>
                  <a:srgbClr val="0983C0"/>
                </a:solidFill>
              </a:rPr>
              <a:t> </a:t>
            </a:r>
            <a:r>
              <a:rPr sz="3600">
                <a:solidFill>
                  <a:srgbClr val="0983C0"/>
                </a:solidFill>
              </a:rPr>
              <a:t>&amp;</a:t>
            </a:r>
            <a:r>
              <a:rPr sz="3600" spc="-85">
                <a:solidFill>
                  <a:srgbClr val="0983C0"/>
                </a:solidFill>
              </a:rPr>
              <a:t> </a:t>
            </a:r>
            <a:r>
              <a:rPr sz="3600" spc="-10">
                <a:solidFill>
                  <a:srgbClr val="0983C0"/>
                </a:solidFill>
              </a:rPr>
              <a:t>Methods</a:t>
            </a:r>
            <a:endParaRPr sz="3600"/>
          </a:p>
        </p:txBody>
      </p:sp>
      <p:sp>
        <p:nvSpPr>
          <p:cNvPr id="3" name="Slide Number Placeholder 2">
            <a:extLst>
              <a:ext uri="{FF2B5EF4-FFF2-40B4-BE49-F238E27FC236}">
                <a16:creationId xmlns:a16="http://schemas.microsoft.com/office/drawing/2014/main" id="{888C21DA-FFD5-EFEA-A7E2-A7E0D0A424E1}"/>
              </a:ext>
            </a:extLst>
          </p:cNvPr>
          <p:cNvSpPr>
            <a:spLocks noGrp="1"/>
          </p:cNvSpPr>
          <p:nvPr>
            <p:ph type="sldNum" sz="quarter" idx="7"/>
          </p:nvPr>
        </p:nvSpPr>
        <p:spPr/>
        <p:txBody>
          <a:bodyPr/>
          <a:lstStyle/>
          <a:p>
            <a:fld id="{B6F15528-21DE-4FAA-801E-634DDDAF4B2B}" type="slidenum">
              <a:rPr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1993" y="381761"/>
            <a:ext cx="6207125" cy="528320"/>
          </a:xfrm>
          <a:prstGeom prst="rect">
            <a:avLst/>
          </a:prstGeom>
        </p:spPr>
        <p:txBody>
          <a:bodyPr vert="horz" wrap="square" lIns="0" tIns="12700" rIns="0" bIns="0" rtlCol="0">
            <a:spAutoFit/>
          </a:bodyPr>
          <a:lstStyle/>
          <a:p>
            <a:pPr marL="12700">
              <a:spcBef>
                <a:spcPts val="100"/>
              </a:spcBef>
            </a:pPr>
            <a:r>
              <a:rPr sz="3300"/>
              <a:t>List</a:t>
            </a:r>
            <a:r>
              <a:rPr sz="3300" spc="-80"/>
              <a:t> </a:t>
            </a:r>
            <a:r>
              <a:rPr sz="3300"/>
              <a:t>Functions</a:t>
            </a:r>
            <a:r>
              <a:rPr sz="3300" spc="-75"/>
              <a:t> </a:t>
            </a:r>
            <a:r>
              <a:rPr sz="3300"/>
              <a:t>&amp;</a:t>
            </a:r>
            <a:r>
              <a:rPr sz="3300" spc="-80"/>
              <a:t> </a:t>
            </a:r>
            <a:r>
              <a:rPr sz="3300"/>
              <a:t>Methods</a:t>
            </a:r>
            <a:r>
              <a:rPr sz="3300" spc="-45"/>
              <a:t> </a:t>
            </a:r>
            <a:r>
              <a:rPr sz="3300">
                <a:solidFill>
                  <a:srgbClr val="000000"/>
                </a:solidFill>
              </a:rPr>
              <a:t>in</a:t>
            </a:r>
            <a:r>
              <a:rPr sz="3300" spc="-75">
                <a:solidFill>
                  <a:srgbClr val="000000"/>
                </a:solidFill>
              </a:rPr>
              <a:t> </a:t>
            </a:r>
            <a:r>
              <a:rPr sz="3300" spc="-10">
                <a:solidFill>
                  <a:srgbClr val="0983C0"/>
                </a:solidFill>
              </a:rPr>
              <a:t>Python</a:t>
            </a:r>
            <a:endParaRPr sz="3300"/>
          </a:p>
        </p:txBody>
      </p:sp>
      <p:sp>
        <p:nvSpPr>
          <p:cNvPr id="3" name="object 3"/>
          <p:cNvSpPr txBox="1"/>
          <p:nvPr/>
        </p:nvSpPr>
        <p:spPr>
          <a:xfrm>
            <a:off x="1526211" y="1143145"/>
            <a:ext cx="9145610" cy="751488"/>
          </a:xfrm>
          <a:prstGeom prst="rect">
            <a:avLst/>
          </a:prstGeom>
        </p:spPr>
        <p:txBody>
          <a:bodyPr vert="horz" wrap="square" lIns="0" tIns="12700" rIns="0" bIns="0" rtlCol="0" anchor="t">
            <a:spAutoFit/>
          </a:bodyPr>
          <a:lstStyle/>
          <a:p>
            <a:pPr marL="354965" indent="-342265">
              <a:spcBef>
                <a:spcPts val="100"/>
              </a:spcBef>
              <a:buFont typeface="Arial MT"/>
              <a:buChar char="•"/>
              <a:tabLst>
                <a:tab pos="354965" algn="l"/>
                <a:tab pos="5640705" algn="l"/>
              </a:tabLst>
            </a:pPr>
            <a:r>
              <a:rPr sz="2400" dirty="0">
                <a:latin typeface="Times New Roman"/>
                <a:cs typeface="Calibri"/>
              </a:rPr>
              <a:t>Python</a:t>
            </a:r>
            <a:r>
              <a:rPr sz="2400" spc="-55" dirty="0">
                <a:latin typeface="Times New Roman"/>
                <a:cs typeface="Calibri"/>
              </a:rPr>
              <a:t> </a:t>
            </a:r>
            <a:r>
              <a:rPr sz="2400" spc="-10" dirty="0">
                <a:latin typeface="Times New Roman"/>
                <a:cs typeface="Calibri"/>
              </a:rPr>
              <a:t>provides</a:t>
            </a:r>
            <a:r>
              <a:rPr sz="2400" spc="-35" dirty="0">
                <a:latin typeface="Times New Roman"/>
                <a:cs typeface="Calibri"/>
              </a:rPr>
              <a:t> </a:t>
            </a:r>
            <a:r>
              <a:rPr sz="2400" dirty="0">
                <a:latin typeface="Times New Roman"/>
                <a:cs typeface="Calibri"/>
              </a:rPr>
              <a:t>various</a:t>
            </a:r>
            <a:r>
              <a:rPr sz="2400" spc="-45" dirty="0">
                <a:latin typeface="Times New Roman"/>
                <a:cs typeface="Calibri"/>
              </a:rPr>
              <a:t> </a:t>
            </a:r>
            <a:r>
              <a:rPr sz="2400" spc="-10" dirty="0">
                <a:latin typeface="Times New Roman"/>
                <a:cs typeface="Calibri"/>
              </a:rPr>
              <a:t>in-</a:t>
            </a:r>
            <a:r>
              <a:rPr sz="2400" dirty="0">
                <a:latin typeface="Times New Roman"/>
                <a:cs typeface="Calibri"/>
              </a:rPr>
              <a:t>built</a:t>
            </a:r>
            <a:r>
              <a:rPr sz="2400" spc="-45" dirty="0">
                <a:latin typeface="Times New Roman"/>
                <a:cs typeface="Calibri"/>
              </a:rPr>
              <a:t> </a:t>
            </a:r>
            <a:r>
              <a:rPr sz="2400" spc="-10" dirty="0">
                <a:latin typeface="Times New Roman"/>
                <a:cs typeface="Calibri"/>
              </a:rPr>
              <a:t>functions</a:t>
            </a:r>
            <a:r>
              <a:rPr sz="2400" dirty="0">
                <a:latin typeface="Times New Roman"/>
                <a:cs typeface="Calibri"/>
              </a:rPr>
              <a:t>	and</a:t>
            </a:r>
            <a:r>
              <a:rPr sz="2400" spc="-45" dirty="0">
                <a:latin typeface="Times New Roman"/>
                <a:cs typeface="Calibri"/>
              </a:rPr>
              <a:t> </a:t>
            </a:r>
            <a:r>
              <a:rPr sz="2400" dirty="0">
                <a:latin typeface="Times New Roman"/>
                <a:cs typeface="Calibri"/>
              </a:rPr>
              <a:t>methods</a:t>
            </a:r>
            <a:r>
              <a:rPr sz="2400" spc="-30" dirty="0">
                <a:latin typeface="Times New Roman"/>
                <a:cs typeface="Calibri"/>
              </a:rPr>
              <a:t> </a:t>
            </a:r>
            <a:r>
              <a:rPr sz="2400" spc="-10" dirty="0">
                <a:latin typeface="Times New Roman"/>
                <a:cs typeface="Calibri"/>
              </a:rPr>
              <a:t>which</a:t>
            </a:r>
            <a:endParaRPr sz="2400" dirty="0">
              <a:latin typeface="Times New Roman"/>
              <a:cs typeface="Calibri"/>
            </a:endParaRPr>
          </a:p>
          <a:p>
            <a:pPr marL="355600">
              <a:spcBef>
                <a:spcPts val="5"/>
              </a:spcBef>
            </a:pPr>
            <a:r>
              <a:rPr sz="2400" dirty="0">
                <a:latin typeface="Times New Roman"/>
                <a:cs typeface="Calibri"/>
              </a:rPr>
              <a:t>can</a:t>
            </a:r>
            <a:r>
              <a:rPr sz="2400" spc="-65" dirty="0">
                <a:latin typeface="Times New Roman"/>
                <a:cs typeface="Calibri"/>
              </a:rPr>
              <a:t> </a:t>
            </a:r>
            <a:r>
              <a:rPr sz="2400" dirty="0">
                <a:latin typeface="Times New Roman"/>
                <a:cs typeface="Calibri"/>
              </a:rPr>
              <a:t>be</a:t>
            </a:r>
            <a:r>
              <a:rPr sz="2400" spc="-45" dirty="0">
                <a:latin typeface="Times New Roman"/>
                <a:cs typeface="Calibri"/>
              </a:rPr>
              <a:t> </a:t>
            </a:r>
            <a:r>
              <a:rPr sz="2400" dirty="0">
                <a:latin typeface="Times New Roman"/>
                <a:cs typeface="Calibri"/>
              </a:rPr>
              <a:t>used</a:t>
            </a:r>
            <a:r>
              <a:rPr sz="2400" spc="-50" dirty="0">
                <a:latin typeface="Times New Roman"/>
                <a:cs typeface="Calibri"/>
              </a:rPr>
              <a:t> </a:t>
            </a:r>
            <a:r>
              <a:rPr sz="2400" dirty="0">
                <a:latin typeface="Times New Roman"/>
                <a:cs typeface="Calibri"/>
              </a:rPr>
              <a:t>with</a:t>
            </a:r>
            <a:r>
              <a:rPr sz="2400" spc="-65" dirty="0">
                <a:latin typeface="Times New Roman"/>
                <a:cs typeface="Calibri"/>
              </a:rPr>
              <a:t> </a:t>
            </a:r>
            <a:r>
              <a:rPr sz="2400" dirty="0">
                <a:latin typeface="Times New Roman"/>
                <a:cs typeface="Calibri"/>
              </a:rPr>
              <a:t>list.</a:t>
            </a:r>
            <a:r>
              <a:rPr sz="2400" spc="-70" dirty="0">
                <a:latin typeface="Times New Roman"/>
                <a:cs typeface="Calibri"/>
              </a:rPr>
              <a:t> </a:t>
            </a:r>
            <a:r>
              <a:rPr sz="2400" dirty="0">
                <a:latin typeface="Times New Roman"/>
                <a:cs typeface="Calibri"/>
              </a:rPr>
              <a:t>Those</a:t>
            </a:r>
            <a:r>
              <a:rPr sz="2400" spc="-35" dirty="0">
                <a:latin typeface="Times New Roman"/>
                <a:cs typeface="Calibri"/>
              </a:rPr>
              <a:t> </a:t>
            </a:r>
            <a:r>
              <a:rPr sz="2400" spc="-25" dirty="0">
                <a:latin typeface="Times New Roman"/>
                <a:cs typeface="Calibri"/>
              </a:rPr>
              <a:t>are</a:t>
            </a:r>
            <a:endParaRPr sz="2400" dirty="0">
              <a:latin typeface="Times New Roman"/>
              <a:cs typeface="Calibri"/>
            </a:endParaRPr>
          </a:p>
        </p:txBody>
      </p:sp>
      <p:sp>
        <p:nvSpPr>
          <p:cNvPr id="6" name="object 6"/>
          <p:cNvSpPr/>
          <p:nvPr/>
        </p:nvSpPr>
        <p:spPr>
          <a:xfrm>
            <a:off x="1524000" y="1000126"/>
            <a:ext cx="9144000" cy="1905"/>
          </a:xfrm>
          <a:custGeom>
            <a:avLst/>
            <a:gdLst/>
            <a:ahLst/>
            <a:cxnLst/>
            <a:rect l="l" t="t" r="r" b="b"/>
            <a:pathLst>
              <a:path w="9144000" h="1905">
                <a:moveTo>
                  <a:pt x="0" y="0"/>
                </a:moveTo>
                <a:lnTo>
                  <a:pt x="9144000" y="1524"/>
                </a:lnTo>
              </a:path>
            </a:pathLst>
          </a:custGeom>
          <a:ln w="12700">
            <a:solidFill>
              <a:srgbClr val="497DBA"/>
            </a:solidFill>
          </a:ln>
        </p:spPr>
        <p:txBody>
          <a:bodyPr wrap="square" lIns="0" tIns="0" rIns="0" bIns="0" rtlCol="0"/>
          <a:lstStyle/>
          <a:p>
            <a:endParaRPr/>
          </a:p>
        </p:txBody>
      </p:sp>
      <p:sp>
        <p:nvSpPr>
          <p:cNvPr id="11" name="Slide Number Placeholder 10">
            <a:extLst>
              <a:ext uri="{FF2B5EF4-FFF2-40B4-BE49-F238E27FC236}">
                <a16:creationId xmlns:a16="http://schemas.microsoft.com/office/drawing/2014/main" id="{631C8DD6-6C64-B444-BA34-E3C61B4AA275}"/>
              </a:ext>
            </a:extLst>
          </p:cNvPr>
          <p:cNvSpPr>
            <a:spLocks noGrp="1"/>
          </p:cNvSpPr>
          <p:nvPr>
            <p:ph type="sldNum" sz="quarter" idx="7"/>
          </p:nvPr>
        </p:nvSpPr>
        <p:spPr/>
        <p:txBody>
          <a:bodyPr/>
          <a:lstStyle/>
          <a:p>
            <a:fld id="{B6F15528-21DE-4FAA-801E-634DDDAF4B2B}" type="slidenum">
              <a:rPr lang="en-US"/>
              <a:t>12</a:t>
            </a:fld>
            <a:endParaRPr lang="en-US"/>
          </a:p>
        </p:txBody>
      </p:sp>
      <p:graphicFrame>
        <p:nvGraphicFramePr>
          <p:cNvPr id="5" name="Table 4">
            <a:extLst>
              <a:ext uri="{FF2B5EF4-FFF2-40B4-BE49-F238E27FC236}">
                <a16:creationId xmlns:a16="http://schemas.microsoft.com/office/drawing/2014/main" id="{3C7354F1-8C17-606C-E437-8EBE4F6E999A}"/>
              </a:ext>
            </a:extLst>
          </p:cNvPr>
          <p:cNvGraphicFramePr>
            <a:graphicFrameLocks noGrp="1"/>
          </p:cNvGraphicFramePr>
          <p:nvPr>
            <p:extLst>
              <p:ext uri="{D42A27DB-BD31-4B8C-83A1-F6EECF244321}">
                <p14:modId xmlns:p14="http://schemas.microsoft.com/office/powerpoint/2010/main" val="3634613617"/>
              </p:ext>
            </p:extLst>
          </p:nvPr>
        </p:nvGraphicFramePr>
        <p:xfrm>
          <a:off x="1228435" y="2223978"/>
          <a:ext cx="9873673" cy="3530600"/>
        </p:xfrm>
        <a:graphic>
          <a:graphicData uri="http://schemas.openxmlformats.org/drawingml/2006/table">
            <a:tbl>
              <a:tblPr firstRow="1" bandRow="1">
                <a:tableStyleId>{5C22544A-7EE6-4342-B048-85BDC9FD1C3A}</a:tableStyleId>
              </a:tblPr>
              <a:tblGrid>
                <a:gridCol w="2378657">
                  <a:extLst>
                    <a:ext uri="{9D8B030D-6E8A-4147-A177-3AD203B41FA5}">
                      <a16:colId xmlns:a16="http://schemas.microsoft.com/office/drawing/2014/main" val="4120120285"/>
                    </a:ext>
                  </a:extLst>
                </a:gridCol>
                <a:gridCol w="7495016">
                  <a:extLst>
                    <a:ext uri="{9D8B030D-6E8A-4147-A177-3AD203B41FA5}">
                      <a16:colId xmlns:a16="http://schemas.microsoft.com/office/drawing/2014/main" val="2916417170"/>
                    </a:ext>
                  </a:extLst>
                </a:gridCol>
              </a:tblGrid>
              <a:tr h="370840">
                <a:tc>
                  <a:txBody>
                    <a:bodyPr/>
                    <a:lstStyle/>
                    <a:p>
                      <a:pPr algn="ctr"/>
                      <a:r>
                        <a:rPr lang="en-IN" dirty="0">
                          <a:latin typeface="Times New Roman" panose="02020603050405020304" pitchFamily="18" charset="0"/>
                          <a:cs typeface="Times New Roman" panose="02020603050405020304" pitchFamily="18" charset="0"/>
                        </a:rPr>
                        <a:t>Function</a:t>
                      </a:r>
                    </a:p>
                  </a:txBody>
                  <a:tcPr/>
                </a:tc>
                <a:tc>
                  <a:txBody>
                    <a:bodyPr/>
                    <a:lstStyle/>
                    <a:p>
                      <a:pPr algn="ctr"/>
                      <a:r>
                        <a:rPr lang="en-IN" dirty="0">
                          <a:latin typeface="Times New Roman" panose="02020603050405020304" pitchFamily="18" charset="0"/>
                          <a:cs typeface="Times New Roman" panose="02020603050405020304" pitchFamily="18" charset="0"/>
                        </a:rPr>
                        <a:t>Description</a:t>
                      </a:r>
                    </a:p>
                  </a:txBody>
                  <a:tcPr/>
                </a:tc>
                <a:extLst>
                  <a:ext uri="{0D108BD9-81ED-4DB2-BD59-A6C34878D82A}">
                    <a16:rowId xmlns:a16="http://schemas.microsoft.com/office/drawing/2014/main" val="2181941111"/>
                  </a:ext>
                </a:extLst>
              </a:tr>
              <a:tr h="370840">
                <a:tc>
                  <a:txBody>
                    <a:bodyPr/>
                    <a:lstStyle/>
                    <a:p>
                      <a:pPr algn="ctr"/>
                      <a:r>
                        <a:rPr lang="en-IN" dirty="0">
                          <a:latin typeface="Times New Roman" panose="02020603050405020304" pitchFamily="18" charset="0"/>
                          <a:cs typeface="Times New Roman" panose="02020603050405020304" pitchFamily="18" charset="0"/>
                        </a:rPr>
                        <a:t>Len(</a:t>
                      </a:r>
                      <a:r>
                        <a:rPr lang="en-IN" dirty="0" err="1">
                          <a:latin typeface="Times New Roman" panose="02020603050405020304" pitchFamily="18" charset="0"/>
                          <a:cs typeface="Times New Roman" panose="02020603050405020304" pitchFamily="18" charset="0"/>
                        </a:rPr>
                        <a:t>my_list</a:t>
                      </a:r>
                      <a:r>
                        <a:rPr lang="en-IN" dirty="0">
                          <a:latin typeface="Times New Roman" panose="02020603050405020304" pitchFamily="18" charset="0"/>
                          <a:cs typeface="Times New Roman" panose="02020603050405020304" pitchFamily="18" charset="0"/>
                        </a:rPr>
                        <a:t>)</a:t>
                      </a:r>
                    </a:p>
                  </a:txBody>
                  <a:tcPr/>
                </a:tc>
                <a:tc>
                  <a:txBody>
                    <a:bodyPr/>
                    <a:lstStyle/>
                    <a:p>
                      <a:pPr algn="l"/>
                      <a:r>
                        <a:rPr lang="en-IN" dirty="0">
                          <a:latin typeface="Times New Roman" panose="02020603050405020304" pitchFamily="18" charset="0"/>
                          <a:cs typeface="Times New Roman" panose="02020603050405020304" pitchFamily="18" charset="0"/>
                        </a:rPr>
                        <a:t>To count the number of elements in a list</a:t>
                      </a:r>
                    </a:p>
                  </a:txBody>
                  <a:tcPr/>
                </a:tc>
                <a:extLst>
                  <a:ext uri="{0D108BD9-81ED-4DB2-BD59-A6C34878D82A}">
                    <a16:rowId xmlns:a16="http://schemas.microsoft.com/office/drawing/2014/main" val="728654603"/>
                  </a:ext>
                </a:extLst>
              </a:tr>
              <a:tr h="370840">
                <a:tc>
                  <a:txBody>
                    <a:bodyPr/>
                    <a:lstStyle/>
                    <a:p>
                      <a:pPr algn="ctr"/>
                      <a:r>
                        <a:rPr lang="en-IN" dirty="0">
                          <a:latin typeface="Times New Roman" panose="02020603050405020304" pitchFamily="18" charset="0"/>
                          <a:cs typeface="Times New Roman" panose="02020603050405020304" pitchFamily="18" charset="0"/>
                        </a:rPr>
                        <a:t>Max(</a:t>
                      </a:r>
                      <a:r>
                        <a:rPr lang="en-IN" dirty="0" err="1">
                          <a:latin typeface="Times New Roman" panose="02020603050405020304" pitchFamily="18" charset="0"/>
                          <a:cs typeface="Times New Roman" panose="02020603050405020304" pitchFamily="18" charset="0"/>
                        </a:rPr>
                        <a:t>my_list</a:t>
                      </a:r>
                      <a:r>
                        <a:rPr lang="en-IN" dirty="0">
                          <a:latin typeface="Times New Roman" panose="02020603050405020304" pitchFamily="18" charset="0"/>
                          <a:cs typeface="Times New Roman" panose="02020603050405020304" pitchFamily="18" charset="0"/>
                        </a:rPr>
                        <a:t>)</a:t>
                      </a:r>
                    </a:p>
                  </a:txBody>
                  <a:tcPr/>
                </a:tc>
                <a:tc>
                  <a:txBody>
                    <a:bodyPr/>
                    <a:lstStyle/>
                    <a:p>
                      <a:pPr marL="354965" indent="-342265" algn="l">
                        <a:spcBef>
                          <a:spcPts val="540"/>
                        </a:spcBef>
                        <a:buFont typeface="Arial MT"/>
                        <a:buChar char="•"/>
                        <a:tabLst>
                          <a:tab pos="354965" algn="l"/>
                        </a:tabLst>
                      </a:pPr>
                      <a:r>
                        <a:rPr lang="en-US" sz="1800" dirty="0">
                          <a:latin typeface="Times New Roman" panose="02020603050405020304" pitchFamily="18" charset="0"/>
                          <a:cs typeface="Times New Roman" panose="02020603050405020304" pitchFamily="18" charset="0"/>
                        </a:rPr>
                        <a:t>For numbers, finds the</a:t>
                      </a:r>
                      <a:r>
                        <a:rPr lang="en-US" sz="1800" spc="-4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maximum</a:t>
                      </a:r>
                      <a:r>
                        <a:rPr lang="en-US" sz="1800" spc="-6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value</a:t>
                      </a:r>
                      <a:r>
                        <a:rPr lang="en-US" sz="1800" spc="-3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in</a:t>
                      </a:r>
                      <a:r>
                        <a:rPr lang="en-US" sz="1800" spc="-4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a:t>
                      </a:r>
                      <a:r>
                        <a:rPr lang="en-US" sz="1800" spc="-30" dirty="0">
                          <a:latin typeface="Times New Roman" panose="02020603050405020304" pitchFamily="18" charset="0"/>
                          <a:cs typeface="Times New Roman" panose="02020603050405020304" pitchFamily="18" charset="0"/>
                        </a:rPr>
                        <a:t> </a:t>
                      </a:r>
                      <a:r>
                        <a:rPr lang="en-US" sz="1800" spc="-10" dirty="0">
                          <a:latin typeface="Times New Roman" panose="02020603050405020304" pitchFamily="18" charset="0"/>
                          <a:cs typeface="Times New Roman" panose="02020603050405020304" pitchFamily="18" charset="0"/>
                        </a:rPr>
                        <a:t>list.</a:t>
                      </a:r>
                    </a:p>
                    <a:p>
                      <a:pPr marL="354965" indent="-342265" algn="l">
                        <a:spcBef>
                          <a:spcPts val="540"/>
                        </a:spcBef>
                        <a:buFont typeface="Arial MT"/>
                        <a:buChar char="•"/>
                        <a:tabLst>
                          <a:tab pos="354965" algn="l"/>
                        </a:tabLst>
                      </a:pPr>
                      <a:r>
                        <a:rPr lang="en-US" sz="1800" spc="-10" dirty="0">
                          <a:latin typeface="Times New Roman" panose="02020603050405020304" pitchFamily="18" charset="0"/>
                          <a:cs typeface="Times New Roman" panose="02020603050405020304" pitchFamily="18" charset="0"/>
                        </a:rPr>
                        <a:t>For string items, the string with higher ASCII value is returned.</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65205416"/>
                  </a:ext>
                </a:extLst>
              </a:tr>
              <a:tr h="370840">
                <a:tc>
                  <a:txBody>
                    <a:bodyPr/>
                    <a:lstStyle/>
                    <a:p>
                      <a:pPr algn="ctr"/>
                      <a:r>
                        <a:rPr lang="en-IN" dirty="0">
                          <a:latin typeface="Times New Roman" panose="02020603050405020304" pitchFamily="18" charset="0"/>
                          <a:cs typeface="Times New Roman" panose="02020603050405020304" pitchFamily="18" charset="0"/>
                        </a:rPr>
                        <a:t>Min(</a:t>
                      </a:r>
                      <a:r>
                        <a:rPr lang="en-IN" dirty="0" err="1">
                          <a:latin typeface="Times New Roman" panose="02020603050405020304" pitchFamily="18" charset="0"/>
                          <a:cs typeface="Times New Roman" panose="02020603050405020304" pitchFamily="18" charset="0"/>
                        </a:rPr>
                        <a:t>my_list</a:t>
                      </a:r>
                      <a:r>
                        <a:rPr lang="en-IN" dirty="0">
                          <a:latin typeface="Times New Roman" panose="02020603050405020304" pitchFamily="18" charset="0"/>
                          <a:cs typeface="Times New Roman" panose="02020603050405020304" pitchFamily="18" charset="0"/>
                        </a:rPr>
                        <a:t>)</a:t>
                      </a:r>
                    </a:p>
                  </a:txBody>
                  <a:tcPr/>
                </a:tc>
                <a:tc>
                  <a:txBody>
                    <a:bodyPr/>
                    <a:lstStyle/>
                    <a:p>
                      <a:pPr marL="354965" indent="-342265" algn="l">
                        <a:spcBef>
                          <a:spcPts val="540"/>
                        </a:spcBef>
                        <a:buFont typeface="Arial MT"/>
                        <a:buChar char="•"/>
                        <a:tabLst>
                          <a:tab pos="354965" algn="l"/>
                        </a:tabLst>
                      </a:pPr>
                      <a:r>
                        <a:rPr lang="en-US" sz="1800" dirty="0">
                          <a:latin typeface="Times New Roman" panose="02020603050405020304" pitchFamily="18" charset="0"/>
                          <a:cs typeface="Times New Roman" panose="02020603050405020304" pitchFamily="18" charset="0"/>
                        </a:rPr>
                        <a:t>For numbers, finds the</a:t>
                      </a:r>
                      <a:r>
                        <a:rPr lang="en-US" sz="1800" spc="-4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minimum</a:t>
                      </a:r>
                      <a:r>
                        <a:rPr lang="en-US" sz="1800" spc="-6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value</a:t>
                      </a:r>
                      <a:r>
                        <a:rPr lang="en-US" sz="1800" spc="-3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in</a:t>
                      </a:r>
                      <a:r>
                        <a:rPr lang="en-US" sz="1800" spc="-4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a:t>
                      </a:r>
                      <a:r>
                        <a:rPr lang="en-US" sz="1800" spc="-30" dirty="0">
                          <a:latin typeface="Times New Roman" panose="02020603050405020304" pitchFamily="18" charset="0"/>
                          <a:cs typeface="Times New Roman" panose="02020603050405020304" pitchFamily="18" charset="0"/>
                        </a:rPr>
                        <a:t> </a:t>
                      </a:r>
                      <a:r>
                        <a:rPr lang="en-US" sz="1800" spc="-10" dirty="0">
                          <a:latin typeface="Times New Roman" panose="02020603050405020304" pitchFamily="18" charset="0"/>
                          <a:cs typeface="Times New Roman" panose="02020603050405020304" pitchFamily="18" charset="0"/>
                        </a:rPr>
                        <a:t>list.</a:t>
                      </a:r>
                    </a:p>
                    <a:p>
                      <a:pPr marL="354965" indent="-342265" algn="l">
                        <a:spcBef>
                          <a:spcPts val="540"/>
                        </a:spcBef>
                        <a:buFont typeface="Arial MT"/>
                        <a:buChar char="•"/>
                        <a:tabLst>
                          <a:tab pos="354965" algn="l"/>
                        </a:tabLst>
                      </a:pPr>
                      <a:r>
                        <a:rPr lang="en-US" sz="1800" spc="-10" dirty="0">
                          <a:latin typeface="Times New Roman" panose="02020603050405020304" pitchFamily="18" charset="0"/>
                          <a:cs typeface="Times New Roman" panose="02020603050405020304" pitchFamily="18" charset="0"/>
                        </a:rPr>
                        <a:t>For string items, the string with lower ASCII value is returned.</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30360974"/>
                  </a:ext>
                </a:extLst>
              </a:tr>
              <a:tr h="370840">
                <a:tc>
                  <a:txBody>
                    <a:bodyPr/>
                    <a:lstStyle/>
                    <a:p>
                      <a:pPr algn="ctr"/>
                      <a:r>
                        <a:rPr lang="en-IN" dirty="0">
                          <a:latin typeface="Times New Roman" panose="02020603050405020304" pitchFamily="18" charset="0"/>
                          <a:cs typeface="Times New Roman" panose="02020603050405020304" pitchFamily="18" charset="0"/>
                        </a:rPr>
                        <a:t>Sum(</a:t>
                      </a:r>
                      <a:r>
                        <a:rPr lang="en-IN" dirty="0" err="1">
                          <a:latin typeface="Times New Roman" panose="02020603050405020304" pitchFamily="18" charset="0"/>
                          <a:cs typeface="Times New Roman" panose="02020603050405020304" pitchFamily="18" charset="0"/>
                        </a:rPr>
                        <a:t>my_list</a:t>
                      </a:r>
                      <a:r>
                        <a:rPr lang="en-IN" dirty="0">
                          <a:latin typeface="Times New Roman" panose="02020603050405020304" pitchFamily="18" charset="0"/>
                          <a:cs typeface="Times New Roman" panose="02020603050405020304" pitchFamily="18" charset="0"/>
                        </a:rPr>
                        <a:t>)</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To sum all the elements in a list</a:t>
                      </a:r>
                    </a:p>
                  </a:txBody>
                  <a:tcPr/>
                </a:tc>
                <a:extLst>
                  <a:ext uri="{0D108BD9-81ED-4DB2-BD59-A6C34878D82A}">
                    <a16:rowId xmlns:a16="http://schemas.microsoft.com/office/drawing/2014/main" val="146813417"/>
                  </a:ext>
                </a:extLst>
              </a:tr>
              <a:tr h="370840">
                <a:tc>
                  <a:txBody>
                    <a:bodyPr/>
                    <a:lstStyle/>
                    <a:p>
                      <a:pPr algn="ctr"/>
                      <a:r>
                        <a:rPr lang="en-IN" dirty="0">
                          <a:latin typeface="Times New Roman" panose="02020603050405020304" pitchFamily="18" charset="0"/>
                          <a:cs typeface="Times New Roman" panose="02020603050405020304" pitchFamily="18" charset="0"/>
                        </a:rPr>
                        <a:t>list(</a:t>
                      </a:r>
                      <a:r>
                        <a:rPr lang="en-IN" dirty="0" err="1">
                          <a:latin typeface="Times New Roman" panose="02020603050405020304" pitchFamily="18" charset="0"/>
                          <a:cs typeface="Times New Roman" panose="02020603050405020304" pitchFamily="18" charset="0"/>
                        </a:rPr>
                        <a:t>sequene_data</a:t>
                      </a:r>
                      <a:r>
                        <a:rPr lang="en-IN" dirty="0">
                          <a:latin typeface="Times New Roman" panose="02020603050405020304" pitchFamily="18" charset="0"/>
                          <a:cs typeface="Times New Roman" panose="02020603050405020304" pitchFamily="18" charset="0"/>
                        </a:rPr>
                        <a:t>)</a:t>
                      </a:r>
                    </a:p>
                  </a:txBody>
                  <a:tcPr/>
                </a:tc>
                <a:tc>
                  <a:txBody>
                    <a:bodyPr/>
                    <a:lstStyle/>
                    <a:p>
                      <a:pPr algn="l"/>
                      <a:r>
                        <a:rPr lang="en-IN" dirty="0">
                          <a:latin typeface="Times New Roman" panose="02020603050405020304" pitchFamily="18" charset="0"/>
                          <a:cs typeface="Times New Roman" panose="02020603050405020304" pitchFamily="18" charset="0"/>
                        </a:rPr>
                        <a:t>To convert tuple, set, dictionary, or a string to list of data</a:t>
                      </a:r>
                    </a:p>
                  </a:txBody>
                  <a:tcPr/>
                </a:tc>
                <a:extLst>
                  <a:ext uri="{0D108BD9-81ED-4DB2-BD59-A6C34878D82A}">
                    <a16:rowId xmlns:a16="http://schemas.microsoft.com/office/drawing/2014/main" val="4232668129"/>
                  </a:ext>
                </a:extLst>
              </a:tr>
              <a:tr h="370840">
                <a:tc>
                  <a:txBody>
                    <a:bodyPr/>
                    <a:lstStyle/>
                    <a:p>
                      <a:pPr algn="ctr"/>
                      <a:r>
                        <a:rPr lang="en-IN" dirty="0">
                          <a:latin typeface="Times New Roman" panose="02020603050405020304" pitchFamily="18" charset="0"/>
                          <a:cs typeface="Times New Roman" panose="02020603050405020304" pitchFamily="18" charset="0"/>
                        </a:rPr>
                        <a:t>Sorted(</a:t>
                      </a:r>
                      <a:r>
                        <a:rPr lang="en-IN" dirty="0" err="1">
                          <a:latin typeface="Times New Roman" panose="02020603050405020304" pitchFamily="18" charset="0"/>
                          <a:cs typeface="Times New Roman" panose="02020603050405020304" pitchFamily="18" charset="0"/>
                        </a:rPr>
                        <a:t>my_list</a:t>
                      </a:r>
                      <a:r>
                        <a:rPr lang="en-IN" dirty="0">
                          <a:latin typeface="Times New Roman" panose="02020603050405020304" pitchFamily="18" charset="0"/>
                          <a:cs typeface="Times New Roman" panose="02020603050405020304" pitchFamily="18" charset="0"/>
                        </a:rPr>
                        <a:t>)</a:t>
                      </a:r>
                    </a:p>
                  </a:txBody>
                  <a:tcPr/>
                </a:tc>
                <a:tc>
                  <a:txBody>
                    <a:bodyPr/>
                    <a:lstStyle/>
                    <a:p>
                      <a:pPr algn="l"/>
                      <a:r>
                        <a:rPr lang="en-IN" dirty="0">
                          <a:latin typeface="Times New Roman" panose="02020603050405020304" pitchFamily="18" charset="0"/>
                          <a:cs typeface="Times New Roman" panose="02020603050405020304" pitchFamily="18" charset="0"/>
                        </a:rPr>
                        <a:t>To sort the elements in a list and creates a new list. (original list will be preserved)</a:t>
                      </a:r>
                    </a:p>
                  </a:txBody>
                  <a:tcPr/>
                </a:tc>
                <a:extLst>
                  <a:ext uri="{0D108BD9-81ED-4DB2-BD59-A6C34878D82A}">
                    <a16:rowId xmlns:a16="http://schemas.microsoft.com/office/drawing/2014/main" val="429225629"/>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22AA84E-738E-54FB-5CCF-C52CC9183D9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7ADA2A2-1280-1DE7-371D-7E6D76E34CDA}"/>
              </a:ext>
            </a:extLst>
          </p:cNvPr>
          <p:cNvSpPr txBox="1">
            <a:spLocks noGrp="1"/>
          </p:cNvSpPr>
          <p:nvPr>
            <p:ph type="title"/>
          </p:nvPr>
        </p:nvSpPr>
        <p:spPr>
          <a:xfrm>
            <a:off x="2991993" y="381761"/>
            <a:ext cx="6207125" cy="528320"/>
          </a:xfrm>
          <a:prstGeom prst="rect">
            <a:avLst/>
          </a:prstGeom>
        </p:spPr>
        <p:txBody>
          <a:bodyPr vert="horz" wrap="square" lIns="0" tIns="12700" rIns="0" bIns="0" rtlCol="0">
            <a:spAutoFit/>
          </a:bodyPr>
          <a:lstStyle/>
          <a:p>
            <a:pPr marL="12700">
              <a:spcBef>
                <a:spcPts val="100"/>
              </a:spcBef>
            </a:pPr>
            <a:r>
              <a:rPr sz="3300"/>
              <a:t>List</a:t>
            </a:r>
            <a:r>
              <a:rPr sz="3300" spc="-80"/>
              <a:t> </a:t>
            </a:r>
            <a:r>
              <a:rPr sz="3300"/>
              <a:t>Functions</a:t>
            </a:r>
            <a:r>
              <a:rPr sz="3300" spc="-75"/>
              <a:t> </a:t>
            </a:r>
            <a:r>
              <a:rPr sz="3300"/>
              <a:t>&amp;</a:t>
            </a:r>
            <a:r>
              <a:rPr sz="3300" spc="-80"/>
              <a:t> </a:t>
            </a:r>
            <a:r>
              <a:rPr sz="3300"/>
              <a:t>Methods</a:t>
            </a:r>
            <a:r>
              <a:rPr sz="3300" spc="-45"/>
              <a:t> </a:t>
            </a:r>
            <a:r>
              <a:rPr sz="3300">
                <a:solidFill>
                  <a:srgbClr val="000000"/>
                </a:solidFill>
              </a:rPr>
              <a:t>in</a:t>
            </a:r>
            <a:r>
              <a:rPr sz="3300" spc="-75">
                <a:solidFill>
                  <a:srgbClr val="000000"/>
                </a:solidFill>
              </a:rPr>
              <a:t> </a:t>
            </a:r>
            <a:r>
              <a:rPr sz="3300" spc="-10">
                <a:solidFill>
                  <a:srgbClr val="0983C0"/>
                </a:solidFill>
              </a:rPr>
              <a:t>Python</a:t>
            </a:r>
            <a:endParaRPr sz="3300"/>
          </a:p>
        </p:txBody>
      </p:sp>
      <p:sp>
        <p:nvSpPr>
          <p:cNvPr id="6" name="object 6">
            <a:extLst>
              <a:ext uri="{FF2B5EF4-FFF2-40B4-BE49-F238E27FC236}">
                <a16:creationId xmlns:a16="http://schemas.microsoft.com/office/drawing/2014/main" id="{BEBAA535-5575-547C-BFD3-9B5B7CC8D829}"/>
              </a:ext>
            </a:extLst>
          </p:cNvPr>
          <p:cNvSpPr/>
          <p:nvPr/>
        </p:nvSpPr>
        <p:spPr>
          <a:xfrm>
            <a:off x="1524000" y="1000126"/>
            <a:ext cx="9144000" cy="1905"/>
          </a:xfrm>
          <a:custGeom>
            <a:avLst/>
            <a:gdLst/>
            <a:ahLst/>
            <a:cxnLst/>
            <a:rect l="l" t="t" r="r" b="b"/>
            <a:pathLst>
              <a:path w="9144000" h="1905">
                <a:moveTo>
                  <a:pt x="0" y="0"/>
                </a:moveTo>
                <a:lnTo>
                  <a:pt x="9144000" y="1524"/>
                </a:lnTo>
              </a:path>
            </a:pathLst>
          </a:custGeom>
          <a:ln w="12700">
            <a:solidFill>
              <a:srgbClr val="497DBA"/>
            </a:solidFill>
          </a:ln>
        </p:spPr>
        <p:txBody>
          <a:bodyPr wrap="square" lIns="0" tIns="0" rIns="0" bIns="0" rtlCol="0"/>
          <a:lstStyle/>
          <a:p>
            <a:endParaRPr/>
          </a:p>
        </p:txBody>
      </p:sp>
      <p:sp>
        <p:nvSpPr>
          <p:cNvPr id="11" name="Slide Number Placeholder 10">
            <a:extLst>
              <a:ext uri="{FF2B5EF4-FFF2-40B4-BE49-F238E27FC236}">
                <a16:creationId xmlns:a16="http://schemas.microsoft.com/office/drawing/2014/main" id="{62AAF3AE-196E-3FFC-AED1-937C082D031F}"/>
              </a:ext>
            </a:extLst>
          </p:cNvPr>
          <p:cNvSpPr>
            <a:spLocks noGrp="1"/>
          </p:cNvSpPr>
          <p:nvPr>
            <p:ph type="sldNum" sz="quarter" idx="7"/>
          </p:nvPr>
        </p:nvSpPr>
        <p:spPr/>
        <p:txBody>
          <a:bodyPr/>
          <a:lstStyle/>
          <a:p>
            <a:fld id="{B6F15528-21DE-4FAA-801E-634DDDAF4B2B}" type="slidenum">
              <a:rPr lang="en-US"/>
              <a:t>13</a:t>
            </a:fld>
            <a:endParaRPr lang="en-US"/>
          </a:p>
        </p:txBody>
      </p:sp>
      <p:graphicFrame>
        <p:nvGraphicFramePr>
          <p:cNvPr id="5" name="Table 4">
            <a:extLst>
              <a:ext uri="{FF2B5EF4-FFF2-40B4-BE49-F238E27FC236}">
                <a16:creationId xmlns:a16="http://schemas.microsoft.com/office/drawing/2014/main" id="{E7287206-9B61-CE6A-AFEA-7A8C7DE22187}"/>
              </a:ext>
            </a:extLst>
          </p:cNvPr>
          <p:cNvGraphicFramePr>
            <a:graphicFrameLocks noGrp="1"/>
          </p:cNvGraphicFramePr>
          <p:nvPr>
            <p:extLst>
              <p:ext uri="{D42A27DB-BD31-4B8C-83A1-F6EECF244321}">
                <p14:modId xmlns:p14="http://schemas.microsoft.com/office/powerpoint/2010/main" val="4194797460"/>
              </p:ext>
            </p:extLst>
          </p:nvPr>
        </p:nvGraphicFramePr>
        <p:xfrm>
          <a:off x="775855" y="1407794"/>
          <a:ext cx="10806545" cy="4450080"/>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4120120285"/>
                    </a:ext>
                  </a:extLst>
                </a:gridCol>
                <a:gridCol w="7860145">
                  <a:extLst>
                    <a:ext uri="{9D8B030D-6E8A-4147-A177-3AD203B41FA5}">
                      <a16:colId xmlns:a16="http://schemas.microsoft.com/office/drawing/2014/main" val="2916417170"/>
                    </a:ext>
                  </a:extLst>
                </a:gridCol>
              </a:tblGrid>
              <a:tr h="370840">
                <a:tc>
                  <a:txBody>
                    <a:bodyPr/>
                    <a:lstStyle/>
                    <a:p>
                      <a:pPr algn="l" rtl="0" fontAlgn="ctr">
                        <a:buNone/>
                      </a:pPr>
                      <a:r>
                        <a:rPr lang="en-IN" sz="1800" b="1" i="0" u="none" strike="noStrike" dirty="0">
                          <a:solidFill>
                            <a:srgbClr val="FFFFFF"/>
                          </a:solidFill>
                          <a:effectLst/>
                          <a:latin typeface="Times New Roman" panose="02020603050405020304" pitchFamily="18" charset="0"/>
                          <a:cs typeface="Times New Roman" panose="02020603050405020304" pitchFamily="18" charset="0"/>
                        </a:rPr>
                        <a:t>Method</a:t>
                      </a:r>
                      <a:endParaRPr lang="en-IN" sz="1800" dirty="0">
                        <a:effectLst/>
                        <a:latin typeface="Times New Roman" panose="02020603050405020304" pitchFamily="18" charset="0"/>
                        <a:cs typeface="Times New Roman" panose="02020603050405020304" pitchFamily="18" charset="0"/>
                      </a:endParaRPr>
                    </a:p>
                  </a:txBody>
                  <a:tcPr marL="974" marR="974" marT="974" marB="4872" anchor="ctr"/>
                </a:tc>
                <a:tc>
                  <a:txBody>
                    <a:bodyPr/>
                    <a:lstStyle/>
                    <a:p>
                      <a:pPr algn="l" rtl="0" fontAlgn="ctr">
                        <a:buNone/>
                      </a:pPr>
                      <a:r>
                        <a:rPr lang="en-IN" sz="1800" b="1" i="0" u="none" strike="noStrike" dirty="0">
                          <a:solidFill>
                            <a:srgbClr val="FFFFFF"/>
                          </a:solidFill>
                          <a:effectLst/>
                          <a:latin typeface="Times New Roman" panose="02020603050405020304" pitchFamily="18" charset="0"/>
                          <a:cs typeface="Times New Roman" panose="02020603050405020304" pitchFamily="18" charset="0"/>
                        </a:rPr>
                        <a:t>Description</a:t>
                      </a:r>
                      <a:endParaRPr lang="en-IN" sz="1800" dirty="0">
                        <a:effectLst/>
                        <a:latin typeface="Times New Roman" panose="02020603050405020304" pitchFamily="18" charset="0"/>
                        <a:cs typeface="Times New Roman" panose="02020603050405020304" pitchFamily="18" charset="0"/>
                      </a:endParaRPr>
                    </a:p>
                  </a:txBody>
                  <a:tcPr marL="974" marR="974" marT="974" marB="4872" anchor="ctr"/>
                </a:tc>
                <a:extLst>
                  <a:ext uri="{0D108BD9-81ED-4DB2-BD59-A6C34878D82A}">
                    <a16:rowId xmlns:a16="http://schemas.microsoft.com/office/drawing/2014/main" val="2181941111"/>
                  </a:ext>
                </a:extLst>
              </a:tr>
              <a:tr h="370840">
                <a:tc>
                  <a:txBody>
                    <a:bodyPr/>
                    <a:lstStyle/>
                    <a:p>
                      <a:pPr marL="12700" indent="0" algn="l">
                        <a:buFont typeface="Arial MT"/>
                        <a:buNone/>
                        <a:tabLst>
                          <a:tab pos="173990" algn="l"/>
                        </a:tabLst>
                      </a:pPr>
                      <a:r>
                        <a:rPr lang="en-US" sz="1800" spc="-10" dirty="0" err="1">
                          <a:latin typeface="Times New Roman"/>
                          <a:cs typeface="Calibri"/>
                        </a:rPr>
                        <a:t>my_list.sort</a:t>
                      </a:r>
                      <a:r>
                        <a:rPr lang="en-US" sz="1800" spc="-10" dirty="0">
                          <a:latin typeface="Times New Roman"/>
                          <a:cs typeface="Calibri"/>
                        </a:rPr>
                        <a:t>()</a:t>
                      </a:r>
                      <a:endParaRPr lang="en-US" sz="1800" dirty="0">
                        <a:latin typeface="Times New Roman"/>
                        <a:cs typeface="Calibri"/>
                      </a:endParaRPr>
                    </a:p>
                  </a:txBody>
                  <a:tcPr marL="974" marR="974" marT="974" marB="4872" anchor="ctr"/>
                </a:tc>
                <a:tc>
                  <a:txBody>
                    <a:bodyPr/>
                    <a:lstStyle/>
                    <a:p>
                      <a:pPr algn="l" rtl="0" fontAlgn="ctr">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Sorts the elements in a list</a:t>
                      </a:r>
                      <a:endParaRPr lang="en-IN" sz="1800" dirty="0">
                        <a:effectLst/>
                        <a:latin typeface="Times New Roman" panose="02020603050405020304" pitchFamily="18" charset="0"/>
                        <a:cs typeface="Times New Roman" panose="02020603050405020304" pitchFamily="18" charset="0"/>
                      </a:endParaRPr>
                    </a:p>
                  </a:txBody>
                  <a:tcPr marL="974" marR="974" marT="974" marB="4872" anchor="ctr"/>
                </a:tc>
                <a:extLst>
                  <a:ext uri="{0D108BD9-81ED-4DB2-BD59-A6C34878D82A}">
                    <a16:rowId xmlns:a16="http://schemas.microsoft.com/office/drawing/2014/main" val="728654603"/>
                  </a:ext>
                </a:extLst>
              </a:tr>
              <a:tr h="370840">
                <a:tc>
                  <a:txBody>
                    <a:bodyPr/>
                    <a:lstStyle/>
                    <a:p>
                      <a:pPr algn="l" rtl="0" fontAlgn="ctr">
                        <a:buNone/>
                      </a:pPr>
                      <a:r>
                        <a:rPr lang="en-IN" sz="1800" b="0" i="0" u="none" strike="noStrike" dirty="0" err="1">
                          <a:solidFill>
                            <a:srgbClr val="000000"/>
                          </a:solidFill>
                          <a:effectLst/>
                          <a:latin typeface="Times New Roman" panose="02020603050405020304" pitchFamily="18" charset="0"/>
                          <a:cs typeface="Times New Roman" panose="02020603050405020304" pitchFamily="18" charset="0"/>
                        </a:rPr>
                        <a:t>My_list.append</a:t>
                      </a:r>
                      <a:r>
                        <a:rPr lang="en-IN" sz="1800" b="0" i="0" u="none" strike="noStrike" dirty="0">
                          <a:solidFill>
                            <a:srgbClr val="000000"/>
                          </a:solidFill>
                          <a:effectLst/>
                          <a:latin typeface="Times New Roman" panose="02020603050405020304" pitchFamily="18" charset="0"/>
                          <a:cs typeface="Times New Roman" panose="02020603050405020304" pitchFamily="18" charset="0"/>
                        </a:rPr>
                        <a:t>(value)</a:t>
                      </a:r>
                      <a:endParaRPr lang="en-IN" sz="1800" dirty="0">
                        <a:effectLst/>
                        <a:latin typeface="Times New Roman" panose="02020603050405020304" pitchFamily="18" charset="0"/>
                        <a:cs typeface="Times New Roman" panose="02020603050405020304" pitchFamily="18" charset="0"/>
                      </a:endParaRPr>
                    </a:p>
                  </a:txBody>
                  <a:tcPr marL="974" marR="974" marT="974" marB="4872" anchor="ctr"/>
                </a:tc>
                <a:tc>
                  <a:txBody>
                    <a:bodyPr/>
                    <a:lstStyle/>
                    <a:p>
                      <a:pPr algn="l" rtl="0" fontAlgn="ctr">
                        <a:buNone/>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Adds an element at the end of the list</a:t>
                      </a:r>
                      <a:endParaRPr lang="en-US" sz="1800" dirty="0">
                        <a:effectLst/>
                        <a:latin typeface="Times New Roman" panose="02020603050405020304" pitchFamily="18" charset="0"/>
                        <a:cs typeface="Times New Roman" panose="02020603050405020304" pitchFamily="18" charset="0"/>
                      </a:endParaRPr>
                    </a:p>
                  </a:txBody>
                  <a:tcPr marL="974" marR="974" marT="974" marB="4872" anchor="ctr"/>
                </a:tc>
                <a:extLst>
                  <a:ext uri="{0D108BD9-81ED-4DB2-BD59-A6C34878D82A}">
                    <a16:rowId xmlns:a16="http://schemas.microsoft.com/office/drawing/2014/main" val="1565205416"/>
                  </a:ext>
                </a:extLst>
              </a:tr>
              <a:tr h="370840">
                <a:tc>
                  <a:txBody>
                    <a:bodyPr/>
                    <a:lstStyle/>
                    <a:p>
                      <a:pPr algn="l" rtl="0" fontAlgn="ctr">
                        <a:buNone/>
                      </a:pPr>
                      <a:r>
                        <a:rPr lang="en-IN" sz="1800" b="0" i="0" u="none" strike="noStrike" dirty="0" err="1">
                          <a:solidFill>
                            <a:srgbClr val="000000"/>
                          </a:solidFill>
                          <a:effectLst/>
                          <a:latin typeface="Times New Roman" panose="02020603050405020304" pitchFamily="18" charset="0"/>
                          <a:cs typeface="Times New Roman" panose="02020603050405020304" pitchFamily="18" charset="0"/>
                        </a:rPr>
                        <a:t>My_list.reverse</a:t>
                      </a:r>
                      <a:r>
                        <a:rPr lang="en-IN" sz="1800" b="0" i="0" u="none" strike="noStrike" dirty="0">
                          <a:solidFill>
                            <a:srgbClr val="000000"/>
                          </a:solidFill>
                          <a:effectLst/>
                          <a:latin typeface="Times New Roman" panose="02020603050405020304" pitchFamily="18" charset="0"/>
                          <a:cs typeface="Times New Roman" panose="02020603050405020304" pitchFamily="18" charset="0"/>
                        </a:rPr>
                        <a:t>()</a:t>
                      </a:r>
                      <a:endParaRPr lang="en-IN" sz="1800" dirty="0">
                        <a:effectLst/>
                        <a:latin typeface="Times New Roman" panose="02020603050405020304" pitchFamily="18" charset="0"/>
                        <a:cs typeface="Times New Roman" panose="02020603050405020304" pitchFamily="18" charset="0"/>
                      </a:endParaRPr>
                    </a:p>
                  </a:txBody>
                  <a:tcPr marL="974" marR="974" marT="974" marB="4872" anchor="ctr"/>
                </a:tc>
                <a:tc>
                  <a:txBody>
                    <a:bodyPr/>
                    <a:lstStyle/>
                    <a:p>
                      <a:pPr algn="l" rtl="0" fontAlgn="ctr">
                        <a:buNone/>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Reverses the order of the list</a:t>
                      </a:r>
                      <a:endParaRPr lang="en-US" sz="1800" dirty="0">
                        <a:effectLst/>
                        <a:latin typeface="Times New Roman" panose="02020603050405020304" pitchFamily="18" charset="0"/>
                        <a:cs typeface="Times New Roman" panose="02020603050405020304" pitchFamily="18" charset="0"/>
                      </a:endParaRPr>
                    </a:p>
                  </a:txBody>
                  <a:tcPr marL="974" marR="974" marT="974" marB="4872" anchor="ctr"/>
                </a:tc>
                <a:extLst>
                  <a:ext uri="{0D108BD9-81ED-4DB2-BD59-A6C34878D82A}">
                    <a16:rowId xmlns:a16="http://schemas.microsoft.com/office/drawing/2014/main" val="4130360974"/>
                  </a:ext>
                </a:extLst>
              </a:tr>
              <a:tr h="370840">
                <a:tc>
                  <a:txBody>
                    <a:bodyPr/>
                    <a:lstStyle/>
                    <a:p>
                      <a:pPr algn="l" rtl="0" fontAlgn="ctr">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copy()</a:t>
                      </a:r>
                      <a:endParaRPr lang="en-IN" sz="1800" dirty="0">
                        <a:effectLst/>
                        <a:latin typeface="Times New Roman" panose="02020603050405020304" pitchFamily="18" charset="0"/>
                        <a:cs typeface="Times New Roman" panose="02020603050405020304" pitchFamily="18" charset="0"/>
                      </a:endParaRPr>
                    </a:p>
                  </a:txBody>
                  <a:tcPr marL="974" marR="974" marT="974" marB="4872" anchor="ctr"/>
                </a:tc>
                <a:tc>
                  <a:txBody>
                    <a:bodyPr/>
                    <a:lstStyle/>
                    <a:p>
                      <a:pPr algn="l" rtl="0" fontAlgn="ctr">
                        <a:buNone/>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Returns a copy of the list</a:t>
                      </a:r>
                      <a:endParaRPr lang="en-US" sz="1800" dirty="0">
                        <a:effectLst/>
                        <a:latin typeface="Times New Roman" panose="02020603050405020304" pitchFamily="18" charset="0"/>
                        <a:cs typeface="Times New Roman" panose="02020603050405020304" pitchFamily="18" charset="0"/>
                      </a:endParaRPr>
                    </a:p>
                  </a:txBody>
                  <a:tcPr marL="974" marR="974" marT="974" marB="4872" anchor="ctr"/>
                </a:tc>
                <a:extLst>
                  <a:ext uri="{0D108BD9-81ED-4DB2-BD59-A6C34878D82A}">
                    <a16:rowId xmlns:a16="http://schemas.microsoft.com/office/drawing/2014/main" val="146813417"/>
                  </a:ext>
                </a:extLst>
              </a:tr>
              <a:tr h="370840">
                <a:tc>
                  <a:txBody>
                    <a:bodyPr/>
                    <a:lstStyle/>
                    <a:p>
                      <a:pPr algn="l" rtl="0" fontAlgn="ctr">
                        <a:buNone/>
                      </a:pPr>
                      <a:r>
                        <a:rPr lang="en-IN" sz="1800" b="0" i="0" u="none" strike="noStrike" dirty="0" err="1">
                          <a:solidFill>
                            <a:srgbClr val="000000"/>
                          </a:solidFill>
                          <a:effectLst/>
                          <a:latin typeface="Times New Roman" panose="02020603050405020304" pitchFamily="18" charset="0"/>
                          <a:cs typeface="Times New Roman" panose="02020603050405020304" pitchFamily="18" charset="0"/>
                        </a:rPr>
                        <a:t>My_list.count</a:t>
                      </a:r>
                      <a:r>
                        <a:rPr lang="en-IN" sz="1800" b="0" i="0" u="none" strike="noStrike" dirty="0">
                          <a:solidFill>
                            <a:srgbClr val="000000"/>
                          </a:solidFill>
                          <a:effectLst/>
                          <a:latin typeface="Times New Roman" panose="02020603050405020304" pitchFamily="18" charset="0"/>
                          <a:cs typeface="Times New Roman" panose="02020603050405020304" pitchFamily="18" charset="0"/>
                        </a:rPr>
                        <a:t>(element)</a:t>
                      </a:r>
                      <a:endParaRPr lang="en-IN" sz="1800" dirty="0">
                        <a:effectLst/>
                        <a:latin typeface="Times New Roman" panose="02020603050405020304" pitchFamily="18" charset="0"/>
                        <a:cs typeface="Times New Roman" panose="02020603050405020304" pitchFamily="18" charset="0"/>
                      </a:endParaRPr>
                    </a:p>
                  </a:txBody>
                  <a:tcPr marL="974" marR="974" marT="974" marB="4872" anchor="ctr"/>
                </a:tc>
                <a:tc>
                  <a:txBody>
                    <a:bodyPr/>
                    <a:lstStyle/>
                    <a:p>
                      <a:pPr algn="l" rtl="0" fontAlgn="ctr">
                        <a:buNone/>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Returns the number of occurrences of an element within a list</a:t>
                      </a:r>
                      <a:endParaRPr lang="en-US" sz="1800" dirty="0">
                        <a:effectLst/>
                        <a:latin typeface="Times New Roman" panose="02020603050405020304" pitchFamily="18" charset="0"/>
                        <a:cs typeface="Times New Roman" panose="02020603050405020304" pitchFamily="18" charset="0"/>
                      </a:endParaRPr>
                    </a:p>
                  </a:txBody>
                  <a:tcPr marL="974" marR="974" marT="974" marB="4872" anchor="ctr"/>
                </a:tc>
                <a:extLst>
                  <a:ext uri="{0D108BD9-81ED-4DB2-BD59-A6C34878D82A}">
                    <a16:rowId xmlns:a16="http://schemas.microsoft.com/office/drawing/2014/main" val="4232668129"/>
                  </a:ext>
                </a:extLst>
              </a:tr>
              <a:tr h="370840">
                <a:tc>
                  <a:txBody>
                    <a:bodyPr/>
                    <a:lstStyle/>
                    <a:p>
                      <a:pPr algn="l" rtl="0" fontAlgn="ctr">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My_list1.extend(my_list2)</a:t>
                      </a:r>
                      <a:endParaRPr lang="en-IN" sz="1800" dirty="0">
                        <a:effectLst/>
                        <a:latin typeface="Times New Roman" panose="02020603050405020304" pitchFamily="18" charset="0"/>
                        <a:cs typeface="Times New Roman" panose="02020603050405020304" pitchFamily="18" charset="0"/>
                      </a:endParaRPr>
                    </a:p>
                  </a:txBody>
                  <a:tcPr marL="974" marR="974" marT="974" marB="4872" anchor="ctr"/>
                </a:tc>
                <a:tc>
                  <a:txBody>
                    <a:bodyPr/>
                    <a:lstStyle/>
                    <a:p>
                      <a:pPr algn="l" rtl="0" fontAlgn="ctr">
                        <a:buNone/>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Add the elements of a list (or any iterable), to the end of the current list</a:t>
                      </a:r>
                      <a:endParaRPr lang="en-US" sz="1800" dirty="0">
                        <a:effectLst/>
                        <a:latin typeface="Times New Roman" panose="02020603050405020304" pitchFamily="18" charset="0"/>
                        <a:cs typeface="Times New Roman" panose="02020603050405020304" pitchFamily="18" charset="0"/>
                      </a:endParaRPr>
                    </a:p>
                  </a:txBody>
                  <a:tcPr marL="974" marR="974" marT="974" marB="4872" anchor="ctr"/>
                </a:tc>
                <a:extLst>
                  <a:ext uri="{0D108BD9-81ED-4DB2-BD59-A6C34878D82A}">
                    <a16:rowId xmlns:a16="http://schemas.microsoft.com/office/drawing/2014/main" val="2552038718"/>
                  </a:ext>
                </a:extLst>
              </a:tr>
              <a:tr h="370840">
                <a:tc>
                  <a:txBody>
                    <a:bodyPr/>
                    <a:lstStyle/>
                    <a:p>
                      <a:pPr algn="l" rtl="0" fontAlgn="ctr">
                        <a:buNone/>
                      </a:pPr>
                      <a:r>
                        <a:rPr lang="en-IN" sz="1800" b="0" i="0" u="none" strike="noStrike" dirty="0" err="1">
                          <a:solidFill>
                            <a:srgbClr val="000000"/>
                          </a:solidFill>
                          <a:effectLst/>
                          <a:latin typeface="Times New Roman" panose="02020603050405020304" pitchFamily="18" charset="0"/>
                          <a:cs typeface="Times New Roman" panose="02020603050405020304" pitchFamily="18" charset="0"/>
                        </a:rPr>
                        <a:t>My_list.index</a:t>
                      </a:r>
                      <a:r>
                        <a:rPr lang="en-IN" sz="1800" b="0" i="0" u="none" strike="noStrike" dirty="0">
                          <a:solidFill>
                            <a:srgbClr val="000000"/>
                          </a:solidFill>
                          <a:effectLst/>
                          <a:latin typeface="Times New Roman" panose="02020603050405020304" pitchFamily="18" charset="0"/>
                          <a:cs typeface="Times New Roman" panose="02020603050405020304" pitchFamily="18" charset="0"/>
                        </a:rPr>
                        <a:t>(element)</a:t>
                      </a:r>
                      <a:endParaRPr lang="en-IN" sz="1800" dirty="0">
                        <a:effectLst/>
                        <a:latin typeface="Times New Roman" panose="02020603050405020304" pitchFamily="18" charset="0"/>
                        <a:cs typeface="Times New Roman" panose="02020603050405020304" pitchFamily="18" charset="0"/>
                      </a:endParaRPr>
                    </a:p>
                  </a:txBody>
                  <a:tcPr marL="974" marR="974" marT="974" marB="4872" anchor="ctr"/>
                </a:tc>
                <a:tc>
                  <a:txBody>
                    <a:bodyPr/>
                    <a:lstStyle/>
                    <a:p>
                      <a:pPr algn="l" rtl="0" fontAlgn="ctr">
                        <a:buNone/>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Returns the index of the first occurrence of an element within a list</a:t>
                      </a:r>
                      <a:endParaRPr lang="en-US" sz="1800" dirty="0">
                        <a:effectLst/>
                        <a:latin typeface="Times New Roman" panose="02020603050405020304" pitchFamily="18" charset="0"/>
                        <a:cs typeface="Times New Roman" panose="02020603050405020304" pitchFamily="18" charset="0"/>
                      </a:endParaRPr>
                    </a:p>
                  </a:txBody>
                  <a:tcPr marL="974" marR="974" marT="974" marB="4872" anchor="ctr"/>
                </a:tc>
                <a:extLst>
                  <a:ext uri="{0D108BD9-81ED-4DB2-BD59-A6C34878D82A}">
                    <a16:rowId xmlns:a16="http://schemas.microsoft.com/office/drawing/2014/main" val="2064003701"/>
                  </a:ext>
                </a:extLst>
              </a:tr>
              <a:tr h="370840">
                <a:tc>
                  <a:txBody>
                    <a:bodyPr/>
                    <a:lstStyle/>
                    <a:p>
                      <a:pPr algn="l" rtl="0" fontAlgn="ctr">
                        <a:buNone/>
                      </a:pPr>
                      <a:r>
                        <a:rPr lang="en-IN" sz="1800" b="0" i="0" u="none" strike="noStrike" dirty="0" err="1">
                          <a:solidFill>
                            <a:srgbClr val="000000"/>
                          </a:solidFill>
                          <a:effectLst/>
                          <a:latin typeface="Times New Roman" panose="02020603050405020304" pitchFamily="18" charset="0"/>
                          <a:cs typeface="Times New Roman" panose="02020603050405020304" pitchFamily="18" charset="0"/>
                        </a:rPr>
                        <a:t>My_list.insert</a:t>
                      </a:r>
                      <a:r>
                        <a:rPr lang="en-IN" sz="1800" b="0" i="0" u="none" strike="noStrike" dirty="0">
                          <a:solidFill>
                            <a:srgbClr val="000000"/>
                          </a:solidFill>
                          <a:effectLst/>
                          <a:latin typeface="Times New Roman" panose="02020603050405020304" pitchFamily="18" charset="0"/>
                          <a:cs typeface="Times New Roman" panose="02020603050405020304" pitchFamily="18" charset="0"/>
                        </a:rPr>
                        <a:t>(index, value)</a:t>
                      </a:r>
                      <a:endParaRPr lang="en-IN" sz="1800" dirty="0">
                        <a:effectLst/>
                        <a:latin typeface="Times New Roman" panose="02020603050405020304" pitchFamily="18" charset="0"/>
                        <a:cs typeface="Times New Roman" panose="02020603050405020304" pitchFamily="18" charset="0"/>
                      </a:endParaRPr>
                    </a:p>
                  </a:txBody>
                  <a:tcPr marL="974" marR="974" marT="974" marB="4872" anchor="ctr"/>
                </a:tc>
                <a:tc>
                  <a:txBody>
                    <a:bodyPr/>
                    <a:lstStyle/>
                    <a:p>
                      <a:pPr algn="l" rtl="0" fontAlgn="ctr">
                        <a:buNone/>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Adds an element at the specified position</a:t>
                      </a:r>
                      <a:endParaRPr lang="en-US" sz="1800" dirty="0">
                        <a:effectLst/>
                        <a:latin typeface="Times New Roman" panose="02020603050405020304" pitchFamily="18" charset="0"/>
                        <a:cs typeface="Times New Roman" panose="02020603050405020304" pitchFamily="18" charset="0"/>
                      </a:endParaRPr>
                    </a:p>
                  </a:txBody>
                  <a:tcPr marL="974" marR="974" marT="974" marB="4872" anchor="ctr"/>
                </a:tc>
                <a:extLst>
                  <a:ext uri="{0D108BD9-81ED-4DB2-BD59-A6C34878D82A}">
                    <a16:rowId xmlns:a16="http://schemas.microsoft.com/office/drawing/2014/main" val="2099964128"/>
                  </a:ext>
                </a:extLst>
              </a:tr>
              <a:tr h="370840">
                <a:tc>
                  <a:txBody>
                    <a:bodyPr/>
                    <a:lstStyle/>
                    <a:p>
                      <a:pPr algn="l" rtl="0" fontAlgn="ctr">
                        <a:buNone/>
                      </a:pPr>
                      <a:r>
                        <a:rPr lang="en-IN" sz="1800" b="0" i="0" u="none" strike="noStrike" dirty="0" err="1">
                          <a:solidFill>
                            <a:srgbClr val="000000"/>
                          </a:solidFill>
                          <a:effectLst/>
                          <a:latin typeface="Times New Roman" panose="02020603050405020304" pitchFamily="18" charset="0"/>
                          <a:cs typeface="Times New Roman" panose="02020603050405020304" pitchFamily="18" charset="0"/>
                        </a:rPr>
                        <a:t>My_list.pop</a:t>
                      </a:r>
                      <a:r>
                        <a:rPr lang="en-IN" sz="1800" b="0" i="0" u="none" strike="noStrike" dirty="0">
                          <a:solidFill>
                            <a:srgbClr val="000000"/>
                          </a:solidFill>
                          <a:effectLst/>
                          <a:latin typeface="Times New Roman" panose="02020603050405020304" pitchFamily="18" charset="0"/>
                          <a:cs typeface="Times New Roman" panose="02020603050405020304" pitchFamily="18" charset="0"/>
                        </a:rPr>
                        <a:t>()</a:t>
                      </a:r>
                      <a:endParaRPr lang="en-IN" sz="1800" dirty="0">
                        <a:effectLst/>
                        <a:latin typeface="Times New Roman" panose="02020603050405020304" pitchFamily="18" charset="0"/>
                        <a:cs typeface="Times New Roman" panose="02020603050405020304" pitchFamily="18" charset="0"/>
                      </a:endParaRPr>
                    </a:p>
                  </a:txBody>
                  <a:tcPr marL="974" marR="974" marT="974" marB="4872" anchor="ctr"/>
                </a:tc>
                <a:tc>
                  <a:txBody>
                    <a:bodyPr/>
                    <a:lstStyle/>
                    <a:p>
                      <a:pPr algn="l" rtl="0" fontAlgn="ctr">
                        <a:buNone/>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Removes the element at the specified position</a:t>
                      </a:r>
                      <a:endParaRPr lang="en-US" sz="1800" dirty="0">
                        <a:effectLst/>
                        <a:latin typeface="Times New Roman" panose="02020603050405020304" pitchFamily="18" charset="0"/>
                        <a:cs typeface="Times New Roman" panose="02020603050405020304" pitchFamily="18" charset="0"/>
                      </a:endParaRPr>
                    </a:p>
                  </a:txBody>
                  <a:tcPr marL="974" marR="974" marT="974" marB="4872" anchor="ctr"/>
                </a:tc>
                <a:extLst>
                  <a:ext uri="{0D108BD9-81ED-4DB2-BD59-A6C34878D82A}">
                    <a16:rowId xmlns:a16="http://schemas.microsoft.com/office/drawing/2014/main" val="3814108090"/>
                  </a:ext>
                </a:extLst>
              </a:tr>
              <a:tr h="370840">
                <a:tc>
                  <a:txBody>
                    <a:bodyPr/>
                    <a:lstStyle/>
                    <a:p>
                      <a:pPr algn="l" rtl="0" fontAlgn="ctr">
                        <a:buNone/>
                      </a:pPr>
                      <a:r>
                        <a:rPr lang="en-IN" sz="1800" b="0" i="0" u="none" strike="noStrike" dirty="0" err="1">
                          <a:solidFill>
                            <a:srgbClr val="000000"/>
                          </a:solidFill>
                          <a:effectLst/>
                          <a:latin typeface="Times New Roman" panose="02020603050405020304" pitchFamily="18" charset="0"/>
                          <a:cs typeface="Times New Roman" panose="02020603050405020304" pitchFamily="18" charset="0"/>
                        </a:rPr>
                        <a:t>My_list.remove</a:t>
                      </a:r>
                      <a:r>
                        <a:rPr lang="en-IN" sz="1800" b="0" i="0" u="none" strike="noStrike" dirty="0">
                          <a:solidFill>
                            <a:srgbClr val="000000"/>
                          </a:solidFill>
                          <a:effectLst/>
                          <a:latin typeface="Times New Roman" panose="02020603050405020304" pitchFamily="18" charset="0"/>
                          <a:cs typeface="Times New Roman" panose="02020603050405020304" pitchFamily="18" charset="0"/>
                        </a:rPr>
                        <a:t>(element)</a:t>
                      </a:r>
                      <a:endParaRPr lang="en-IN" sz="1800" dirty="0">
                        <a:effectLst/>
                        <a:latin typeface="Times New Roman" panose="02020603050405020304" pitchFamily="18" charset="0"/>
                        <a:cs typeface="Times New Roman" panose="02020603050405020304" pitchFamily="18" charset="0"/>
                      </a:endParaRPr>
                    </a:p>
                  </a:txBody>
                  <a:tcPr marL="974" marR="974" marT="974" marB="4872" anchor="ctr"/>
                </a:tc>
                <a:tc>
                  <a:txBody>
                    <a:bodyPr/>
                    <a:lstStyle/>
                    <a:p>
                      <a:pPr algn="l" rtl="0" fontAlgn="ctr">
                        <a:buNone/>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Removes the item with the specified value</a:t>
                      </a:r>
                      <a:endParaRPr lang="en-US" sz="1800" dirty="0">
                        <a:effectLst/>
                        <a:latin typeface="Times New Roman" panose="02020603050405020304" pitchFamily="18" charset="0"/>
                        <a:cs typeface="Times New Roman" panose="02020603050405020304" pitchFamily="18" charset="0"/>
                      </a:endParaRPr>
                    </a:p>
                  </a:txBody>
                  <a:tcPr marL="974" marR="974" marT="974" marB="4872" anchor="ctr"/>
                </a:tc>
                <a:extLst>
                  <a:ext uri="{0D108BD9-81ED-4DB2-BD59-A6C34878D82A}">
                    <a16:rowId xmlns:a16="http://schemas.microsoft.com/office/drawing/2014/main" val="4214827659"/>
                  </a:ext>
                </a:extLst>
              </a:tr>
              <a:tr h="370840">
                <a:tc>
                  <a:txBody>
                    <a:bodyPr/>
                    <a:lstStyle/>
                    <a:p>
                      <a:pPr algn="l" rtl="0" fontAlgn="ctr">
                        <a:buNone/>
                      </a:pPr>
                      <a:r>
                        <a:rPr lang="en-IN" sz="1800" b="0" i="0" u="none" strike="noStrike" dirty="0" err="1">
                          <a:solidFill>
                            <a:srgbClr val="000000"/>
                          </a:solidFill>
                          <a:effectLst/>
                          <a:latin typeface="Times New Roman" panose="02020603050405020304" pitchFamily="18" charset="0"/>
                          <a:cs typeface="Times New Roman" panose="02020603050405020304" pitchFamily="18" charset="0"/>
                        </a:rPr>
                        <a:t>My_list.clear</a:t>
                      </a:r>
                      <a:r>
                        <a:rPr lang="en-IN" sz="1800" b="0" i="0" u="none" strike="noStrike" dirty="0">
                          <a:solidFill>
                            <a:srgbClr val="000000"/>
                          </a:solidFill>
                          <a:effectLst/>
                          <a:latin typeface="Times New Roman" panose="02020603050405020304" pitchFamily="18" charset="0"/>
                          <a:cs typeface="Times New Roman" panose="02020603050405020304" pitchFamily="18" charset="0"/>
                        </a:rPr>
                        <a:t>()</a:t>
                      </a:r>
                      <a:endParaRPr lang="en-IN" sz="1800" dirty="0">
                        <a:effectLst/>
                        <a:latin typeface="Times New Roman" panose="02020603050405020304" pitchFamily="18" charset="0"/>
                        <a:cs typeface="Times New Roman" panose="02020603050405020304" pitchFamily="18" charset="0"/>
                      </a:endParaRPr>
                    </a:p>
                  </a:txBody>
                  <a:tcPr marL="974" marR="974" marT="974" marB="4872" anchor="ctr"/>
                </a:tc>
                <a:tc>
                  <a:txBody>
                    <a:bodyPr/>
                    <a:lstStyle/>
                    <a:p>
                      <a:pPr algn="l" rtl="0" fontAlgn="ctr">
                        <a:buNone/>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Removes all the elements from the list</a:t>
                      </a:r>
                      <a:endParaRPr lang="en-US" sz="1800" dirty="0">
                        <a:effectLst/>
                        <a:latin typeface="Times New Roman" panose="02020603050405020304" pitchFamily="18" charset="0"/>
                        <a:cs typeface="Times New Roman" panose="02020603050405020304" pitchFamily="18" charset="0"/>
                      </a:endParaRPr>
                    </a:p>
                  </a:txBody>
                  <a:tcPr marL="974" marR="974" marT="974" marB="4872" anchor="ctr"/>
                </a:tc>
                <a:extLst>
                  <a:ext uri="{0D108BD9-81ED-4DB2-BD59-A6C34878D82A}">
                    <a16:rowId xmlns:a16="http://schemas.microsoft.com/office/drawing/2014/main" val="2373842097"/>
                  </a:ext>
                </a:extLst>
              </a:tr>
            </a:tbl>
          </a:graphicData>
        </a:graphic>
      </p:graphicFrame>
      <p:sp>
        <p:nvSpPr>
          <p:cNvPr id="4" name="object 3">
            <a:extLst>
              <a:ext uri="{FF2B5EF4-FFF2-40B4-BE49-F238E27FC236}">
                <a16:creationId xmlns:a16="http://schemas.microsoft.com/office/drawing/2014/main" id="{E54857E4-E0D0-54CF-468F-507A82CE171A}"/>
              </a:ext>
            </a:extLst>
          </p:cNvPr>
          <p:cNvSpPr txBox="1"/>
          <p:nvPr/>
        </p:nvSpPr>
        <p:spPr>
          <a:xfrm>
            <a:off x="10787772" y="505923"/>
            <a:ext cx="593090" cy="299720"/>
          </a:xfrm>
          <a:prstGeom prst="rect">
            <a:avLst/>
          </a:prstGeom>
        </p:spPr>
        <p:txBody>
          <a:bodyPr vert="horz" wrap="square" lIns="0" tIns="12700" rIns="0" bIns="0" rtlCol="0">
            <a:spAutoFit/>
          </a:bodyPr>
          <a:lstStyle/>
          <a:p>
            <a:pPr marL="12700">
              <a:spcBef>
                <a:spcPts val="100"/>
              </a:spcBef>
            </a:pPr>
            <a:r>
              <a:rPr b="1" spc="-10" dirty="0">
                <a:latin typeface="Calibri"/>
                <a:cs typeface="Calibri"/>
              </a:rPr>
              <a:t>Cont..</a:t>
            </a:r>
            <a:endParaRPr dirty="0">
              <a:latin typeface="Calibri"/>
              <a:cs typeface="Calibri"/>
            </a:endParaRPr>
          </a:p>
        </p:txBody>
      </p:sp>
    </p:spTree>
    <p:extLst>
      <p:ext uri="{BB962C8B-B14F-4D97-AF65-F5344CB8AC3E}">
        <p14:creationId xmlns:p14="http://schemas.microsoft.com/office/powerpoint/2010/main" val="219970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8718" y="44578"/>
            <a:ext cx="8023860" cy="505267"/>
          </a:xfrm>
          <a:prstGeom prst="rect">
            <a:avLst/>
          </a:prstGeom>
        </p:spPr>
        <p:txBody>
          <a:bodyPr vert="horz" wrap="square" lIns="0" tIns="12700" rIns="0" bIns="0" rtlCol="0">
            <a:spAutoFit/>
          </a:bodyPr>
          <a:lstStyle/>
          <a:p>
            <a:pPr marL="12700">
              <a:spcBef>
                <a:spcPts val="100"/>
              </a:spcBef>
            </a:pPr>
            <a:r>
              <a:t>List</a:t>
            </a:r>
            <a:r>
              <a:rPr spc="-15"/>
              <a:t> </a:t>
            </a:r>
            <a:r>
              <a:t>Functions</a:t>
            </a:r>
            <a:r>
              <a:rPr spc="-45"/>
              <a:t> </a:t>
            </a:r>
            <a:r>
              <a:t>&amp;</a:t>
            </a:r>
            <a:r>
              <a:rPr spc="-10"/>
              <a:t> </a:t>
            </a:r>
            <a:r>
              <a:t>Methods</a:t>
            </a:r>
            <a:r>
              <a:rPr spc="-35"/>
              <a:t> </a:t>
            </a:r>
            <a:r>
              <a:rPr>
                <a:solidFill>
                  <a:srgbClr val="000000"/>
                </a:solidFill>
              </a:rPr>
              <a:t>in</a:t>
            </a:r>
            <a:r>
              <a:rPr spc="-35">
                <a:solidFill>
                  <a:srgbClr val="000000"/>
                </a:solidFill>
              </a:rPr>
              <a:t> </a:t>
            </a:r>
            <a:r>
              <a:rPr spc="-10">
                <a:solidFill>
                  <a:srgbClr val="0983C0"/>
                </a:solidFill>
              </a:rPr>
              <a:t>Python</a:t>
            </a:r>
          </a:p>
        </p:txBody>
      </p:sp>
      <p:sp>
        <p:nvSpPr>
          <p:cNvPr id="3" name="object 3"/>
          <p:cNvSpPr txBox="1"/>
          <p:nvPr/>
        </p:nvSpPr>
        <p:spPr>
          <a:xfrm>
            <a:off x="9300718" y="222884"/>
            <a:ext cx="593090" cy="299720"/>
          </a:xfrm>
          <a:prstGeom prst="rect">
            <a:avLst/>
          </a:prstGeom>
        </p:spPr>
        <p:txBody>
          <a:bodyPr vert="horz" wrap="square" lIns="0" tIns="12700" rIns="0" bIns="0" rtlCol="0">
            <a:spAutoFit/>
          </a:bodyPr>
          <a:lstStyle/>
          <a:p>
            <a:pPr marL="12700">
              <a:spcBef>
                <a:spcPts val="100"/>
              </a:spcBef>
            </a:pPr>
            <a:r>
              <a:rPr b="1" spc="-10" dirty="0">
                <a:latin typeface="Calibri"/>
                <a:cs typeface="Calibri"/>
              </a:rPr>
              <a:t>Cont..</a:t>
            </a:r>
            <a:endParaRPr dirty="0">
              <a:latin typeface="Calibri"/>
              <a:cs typeface="Calibri"/>
            </a:endParaRPr>
          </a:p>
        </p:txBody>
      </p:sp>
      <p:sp>
        <p:nvSpPr>
          <p:cNvPr id="4" name="object 4"/>
          <p:cNvSpPr txBox="1"/>
          <p:nvPr/>
        </p:nvSpPr>
        <p:spPr>
          <a:xfrm>
            <a:off x="1513504" y="658663"/>
            <a:ext cx="9365956" cy="1654299"/>
          </a:xfrm>
          <a:prstGeom prst="rect">
            <a:avLst/>
          </a:prstGeom>
        </p:spPr>
        <p:txBody>
          <a:bodyPr vert="horz" wrap="square" lIns="0" tIns="86360" rIns="0" bIns="0" rtlCol="0" anchor="t">
            <a:spAutoFit/>
          </a:bodyPr>
          <a:lstStyle/>
          <a:p>
            <a:pPr marL="12700">
              <a:spcBef>
                <a:spcPts val="680"/>
              </a:spcBef>
            </a:pPr>
            <a:r>
              <a:rPr lang="en-US" sz="2400" b="1" spc="-25" dirty="0">
                <a:solidFill>
                  <a:srgbClr val="0983C0"/>
                </a:solidFill>
                <a:uFill>
                  <a:solidFill>
                    <a:srgbClr val="0983C0"/>
                  </a:solidFill>
                </a:uFill>
                <a:latin typeface="Malgun Gothic"/>
                <a:cs typeface="Malgun Gothic"/>
              </a:rPr>
              <a:t>☞ </a:t>
            </a:r>
            <a:r>
              <a:rPr lang="en-US" sz="2400" b="1" u="sng" spc="-25" dirty="0" err="1">
                <a:solidFill>
                  <a:srgbClr val="0983C0"/>
                </a:solidFill>
                <a:uFill>
                  <a:solidFill>
                    <a:srgbClr val="0983C0"/>
                  </a:solidFill>
                </a:uFill>
                <a:latin typeface="Calibri"/>
                <a:cs typeface="Calibri"/>
              </a:rPr>
              <a:t>len</a:t>
            </a:r>
            <a:r>
              <a:rPr lang="en-US" sz="2400" b="1" u="sng" spc="-25" dirty="0">
                <a:solidFill>
                  <a:srgbClr val="0983C0"/>
                </a:solidFill>
                <a:uFill>
                  <a:solidFill>
                    <a:srgbClr val="0983C0"/>
                  </a:solidFill>
                </a:uFill>
                <a:latin typeface="Calibri"/>
                <a:cs typeface="Calibri"/>
              </a:rPr>
              <a:t>():</a:t>
            </a:r>
            <a:endParaRPr lang="en-US" sz="2400" dirty="0"/>
          </a:p>
          <a:p>
            <a:pPr marL="355600" marR="5080" indent="-342900">
              <a:spcBef>
                <a:spcPts val="100"/>
              </a:spcBef>
              <a:buFont typeface="Arial MT,Sans-Serif"/>
              <a:buChar char="•"/>
              <a:tabLst>
                <a:tab pos="354965" algn="l"/>
              </a:tabLst>
            </a:pPr>
            <a:r>
              <a:rPr lang="en-US" sz="2400" spc="-10" dirty="0">
                <a:latin typeface="Calibri"/>
                <a:cs typeface="Calibri"/>
              </a:rPr>
              <a:t>In Python, </a:t>
            </a:r>
            <a:r>
              <a:rPr lang="en-US" sz="2400" b="1" spc="-10" dirty="0" err="1">
                <a:latin typeface="Calibri"/>
                <a:cs typeface="Calibri"/>
              </a:rPr>
              <a:t>len</a:t>
            </a:r>
            <a:r>
              <a:rPr lang="en-US" sz="2400" b="1" spc="-10" dirty="0">
                <a:latin typeface="Calibri"/>
                <a:cs typeface="Calibri"/>
              </a:rPr>
              <a:t>() </a:t>
            </a:r>
            <a:r>
              <a:rPr lang="en-US" sz="2400" spc="-10" dirty="0">
                <a:latin typeface="Calibri"/>
                <a:cs typeface="Calibri"/>
              </a:rPr>
              <a:t>function is used to find the length of list, </a:t>
            </a:r>
            <a:r>
              <a:rPr lang="en-US" sz="2400" spc="-10" dirty="0" err="1">
                <a:latin typeface="Calibri"/>
                <a:cs typeface="Calibri"/>
              </a:rPr>
              <a:t>i.e</a:t>
            </a:r>
            <a:r>
              <a:rPr lang="en-US" sz="2400" spc="-10" dirty="0">
                <a:latin typeface="Calibri"/>
                <a:cs typeface="Calibri"/>
              </a:rPr>
              <a:t> it returns the number of items in the list..</a:t>
            </a:r>
          </a:p>
          <a:p>
            <a:pPr>
              <a:spcBef>
                <a:spcPts val="590"/>
              </a:spcBef>
              <a:buFont typeface="Arial MT,Sans-Serif"/>
              <a:buChar char="•"/>
              <a:tabLst>
                <a:tab pos="1840864" algn="l"/>
              </a:tabLst>
            </a:pPr>
            <a:r>
              <a:rPr lang="en-US" sz="2400" b="1" u="sng" spc="-10" dirty="0">
                <a:latin typeface="Calibri"/>
                <a:cs typeface="Calibri"/>
              </a:rPr>
              <a:t>Syntax:</a:t>
            </a:r>
            <a:r>
              <a:rPr lang="en-US" sz="2400" b="1" spc="-10" dirty="0">
                <a:latin typeface="Calibri"/>
                <a:cs typeface="Calibri"/>
              </a:rPr>
              <a:t> </a:t>
            </a:r>
            <a:r>
              <a:rPr lang="en-US" sz="2400" b="1" spc="-10" dirty="0">
                <a:solidFill>
                  <a:srgbClr val="000000"/>
                </a:solidFill>
                <a:latin typeface="Calibri"/>
                <a:ea typeface="Calibri"/>
                <a:cs typeface="Calibri"/>
              </a:rPr>
              <a:t>         </a:t>
            </a:r>
            <a:r>
              <a:rPr lang="en-US" sz="2400" spc="-10" dirty="0" err="1">
                <a:solidFill>
                  <a:srgbClr val="008080"/>
                </a:solidFill>
                <a:latin typeface="Consolas"/>
                <a:cs typeface="Calibri"/>
              </a:rPr>
              <a:t>len</a:t>
            </a:r>
            <a:r>
              <a:rPr lang="en-US" sz="2400" spc="-10" dirty="0">
                <a:solidFill>
                  <a:srgbClr val="000000"/>
                </a:solidFill>
                <a:latin typeface="Consolas"/>
                <a:cs typeface="Consolas"/>
              </a:rPr>
              <a:t>(</a:t>
            </a:r>
            <a:r>
              <a:rPr lang="en-US" sz="2400" spc="-10" dirty="0" err="1">
                <a:solidFill>
                  <a:srgbClr val="000000"/>
                </a:solidFill>
                <a:latin typeface="Times New Roman"/>
                <a:cs typeface="Times New Roman"/>
              </a:rPr>
              <a:t>my_list</a:t>
            </a:r>
            <a:r>
              <a:rPr lang="en-US" sz="2400" spc="-10" dirty="0">
                <a:solidFill>
                  <a:srgbClr val="000000"/>
                </a:solidFill>
                <a:latin typeface="Consolas"/>
                <a:cs typeface="Consolas"/>
              </a:rPr>
              <a:t>)</a:t>
            </a:r>
            <a:endParaRPr lang="en-US" dirty="0">
              <a:solidFill>
                <a:srgbClr val="000000"/>
              </a:solidFill>
            </a:endParaRPr>
          </a:p>
        </p:txBody>
      </p:sp>
      <p:sp>
        <p:nvSpPr>
          <p:cNvPr id="5" name="object 5"/>
          <p:cNvSpPr/>
          <p:nvPr/>
        </p:nvSpPr>
        <p:spPr>
          <a:xfrm>
            <a:off x="1524000" y="642874"/>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sp>
        <p:nvSpPr>
          <p:cNvPr id="8" name="Slide Number Placeholder 7">
            <a:extLst>
              <a:ext uri="{FF2B5EF4-FFF2-40B4-BE49-F238E27FC236}">
                <a16:creationId xmlns:a16="http://schemas.microsoft.com/office/drawing/2014/main" id="{A5F56716-43A2-941C-0F63-175AE8E13BDC}"/>
              </a:ext>
            </a:extLst>
          </p:cNvPr>
          <p:cNvSpPr>
            <a:spLocks noGrp="1"/>
          </p:cNvSpPr>
          <p:nvPr>
            <p:ph type="sldNum" sz="quarter" idx="7"/>
          </p:nvPr>
        </p:nvSpPr>
        <p:spPr/>
        <p:txBody>
          <a:bodyPr/>
          <a:lstStyle/>
          <a:p>
            <a:fld id="{B6F15528-21DE-4FAA-801E-634DDDAF4B2B}" type="slidenum">
              <a:rPr lang="en-US"/>
              <a:t>14</a:t>
            </a:fld>
            <a:endParaRPr lang="en-US"/>
          </a:p>
        </p:txBody>
      </p:sp>
      <p:sp>
        <p:nvSpPr>
          <p:cNvPr id="10" name="object 7">
            <a:extLst>
              <a:ext uri="{FF2B5EF4-FFF2-40B4-BE49-F238E27FC236}">
                <a16:creationId xmlns:a16="http://schemas.microsoft.com/office/drawing/2014/main" id="{FEF8BEDC-101F-C675-ACEF-BD90716993A2}"/>
              </a:ext>
            </a:extLst>
          </p:cNvPr>
          <p:cNvSpPr txBox="1"/>
          <p:nvPr/>
        </p:nvSpPr>
        <p:spPr>
          <a:xfrm>
            <a:off x="1096815" y="2951898"/>
            <a:ext cx="5000625" cy="954107"/>
          </a:xfrm>
          <a:prstGeom prst="rect">
            <a:avLst/>
          </a:prstGeom>
          <a:ln w="12700">
            <a:solidFill>
              <a:srgbClr val="4F81BC"/>
            </a:solidFill>
          </a:ln>
        </p:spPr>
        <p:txBody>
          <a:bodyPr vert="horz" wrap="square" lIns="0" tIns="30480" rIns="0" bIns="0" rtlCol="0">
            <a:spAutoFit/>
          </a:bodyPr>
          <a:lstStyle/>
          <a:p>
            <a:pPr marL="90805">
              <a:spcBef>
                <a:spcPts val="240"/>
              </a:spcBef>
              <a:tabLst>
                <a:tab pos="1284605" algn="l"/>
              </a:tabLst>
            </a:pPr>
            <a:r>
              <a:rPr sz="2000" b="1" u="sng" spc="-10">
                <a:solidFill>
                  <a:srgbClr val="0983C0"/>
                </a:solidFill>
                <a:uFill>
                  <a:solidFill>
                    <a:srgbClr val="0983C0"/>
                  </a:solidFill>
                </a:uFill>
                <a:latin typeface="Calibri"/>
                <a:cs typeface="Calibri"/>
              </a:rPr>
              <a:t>Example:</a:t>
            </a:r>
            <a:r>
              <a:rPr sz="2000" b="1">
                <a:solidFill>
                  <a:srgbClr val="0983C0"/>
                </a:solidFill>
                <a:latin typeface="Calibri"/>
                <a:cs typeface="Calibri"/>
              </a:rPr>
              <a:t>	</a:t>
            </a:r>
            <a:r>
              <a:rPr sz="2000" b="1" spc="-10">
                <a:latin typeface="Calibri"/>
                <a:cs typeface="Calibri"/>
              </a:rPr>
              <a:t>listlendemo.py</a:t>
            </a:r>
            <a:endParaRPr sz="2000">
              <a:latin typeface="Calibri"/>
              <a:cs typeface="Calibri"/>
            </a:endParaRPr>
          </a:p>
          <a:p>
            <a:pPr marL="90805">
              <a:spcBef>
                <a:spcPts val="10"/>
              </a:spcBef>
            </a:pPr>
            <a:r>
              <a:rPr sz="2000" spc="-10">
                <a:latin typeface="Consolas"/>
                <a:cs typeface="Consolas"/>
              </a:rPr>
              <a:t>num=[</a:t>
            </a:r>
            <a:r>
              <a:rPr sz="2000" spc="-10">
                <a:solidFill>
                  <a:srgbClr val="800080"/>
                </a:solidFill>
                <a:latin typeface="Consolas"/>
                <a:cs typeface="Consolas"/>
              </a:rPr>
              <a:t>1</a:t>
            </a:r>
            <a:r>
              <a:rPr sz="2000" spc="-10">
                <a:latin typeface="Consolas"/>
                <a:cs typeface="Consolas"/>
              </a:rPr>
              <a:t>,</a:t>
            </a:r>
            <a:r>
              <a:rPr sz="2000" spc="-10">
                <a:solidFill>
                  <a:srgbClr val="800080"/>
                </a:solidFill>
                <a:latin typeface="Consolas"/>
                <a:cs typeface="Consolas"/>
              </a:rPr>
              <a:t>2</a:t>
            </a:r>
            <a:r>
              <a:rPr sz="2000" spc="-10">
                <a:latin typeface="Consolas"/>
                <a:cs typeface="Consolas"/>
              </a:rPr>
              <a:t>,</a:t>
            </a:r>
            <a:r>
              <a:rPr sz="2000" spc="-10">
                <a:solidFill>
                  <a:srgbClr val="800080"/>
                </a:solidFill>
                <a:latin typeface="Consolas"/>
                <a:cs typeface="Consolas"/>
              </a:rPr>
              <a:t>3</a:t>
            </a:r>
            <a:r>
              <a:rPr sz="2000" spc="-10">
                <a:latin typeface="Consolas"/>
                <a:cs typeface="Consolas"/>
              </a:rPr>
              <a:t>,</a:t>
            </a:r>
            <a:r>
              <a:rPr sz="2000" spc="-10">
                <a:solidFill>
                  <a:srgbClr val="800080"/>
                </a:solidFill>
                <a:latin typeface="Consolas"/>
                <a:cs typeface="Consolas"/>
              </a:rPr>
              <a:t>4</a:t>
            </a:r>
            <a:r>
              <a:rPr sz="2000" spc="-10">
                <a:latin typeface="Consolas"/>
                <a:cs typeface="Consolas"/>
              </a:rPr>
              <a:t>,</a:t>
            </a:r>
            <a:r>
              <a:rPr sz="2000" spc="-10">
                <a:solidFill>
                  <a:srgbClr val="800080"/>
                </a:solidFill>
                <a:latin typeface="Consolas"/>
                <a:cs typeface="Consolas"/>
              </a:rPr>
              <a:t>5</a:t>
            </a:r>
            <a:r>
              <a:rPr sz="2000" spc="-10">
                <a:latin typeface="Consolas"/>
                <a:cs typeface="Consolas"/>
              </a:rPr>
              <a:t>,</a:t>
            </a:r>
            <a:r>
              <a:rPr sz="2000" spc="-10">
                <a:solidFill>
                  <a:srgbClr val="800080"/>
                </a:solidFill>
                <a:latin typeface="Consolas"/>
                <a:cs typeface="Consolas"/>
              </a:rPr>
              <a:t>6</a:t>
            </a:r>
            <a:r>
              <a:rPr sz="2000" spc="-10">
                <a:latin typeface="Consolas"/>
                <a:cs typeface="Consolas"/>
              </a:rPr>
              <a:t>]</a:t>
            </a:r>
            <a:endParaRPr sz="2000">
              <a:latin typeface="Consolas"/>
              <a:cs typeface="Consolas"/>
            </a:endParaRPr>
          </a:p>
          <a:p>
            <a:pPr marL="90805">
              <a:spcBef>
                <a:spcPts val="5"/>
              </a:spcBef>
            </a:pPr>
            <a:r>
              <a:rPr sz="2000">
                <a:solidFill>
                  <a:srgbClr val="0000FF"/>
                </a:solidFill>
                <a:latin typeface="Consolas"/>
                <a:cs typeface="Consolas"/>
              </a:rPr>
              <a:t>print</a:t>
            </a:r>
            <a:r>
              <a:rPr sz="2000">
                <a:latin typeface="Consolas"/>
                <a:cs typeface="Consolas"/>
              </a:rPr>
              <a:t>(</a:t>
            </a:r>
            <a:r>
              <a:rPr sz="2000">
                <a:solidFill>
                  <a:srgbClr val="FF00FF"/>
                </a:solidFill>
                <a:latin typeface="Consolas"/>
                <a:cs typeface="Consolas"/>
              </a:rPr>
              <a:t>"length</a:t>
            </a:r>
            <a:r>
              <a:rPr sz="2000" spc="-50">
                <a:solidFill>
                  <a:srgbClr val="FF00FF"/>
                </a:solidFill>
                <a:latin typeface="Consolas"/>
                <a:cs typeface="Consolas"/>
              </a:rPr>
              <a:t> </a:t>
            </a:r>
            <a:r>
              <a:rPr sz="2000">
                <a:solidFill>
                  <a:srgbClr val="FF00FF"/>
                </a:solidFill>
                <a:latin typeface="Consolas"/>
                <a:cs typeface="Consolas"/>
              </a:rPr>
              <a:t>of list </a:t>
            </a:r>
            <a:r>
              <a:rPr sz="2000" spc="-10">
                <a:solidFill>
                  <a:srgbClr val="FF00FF"/>
                </a:solidFill>
                <a:latin typeface="Consolas"/>
                <a:cs typeface="Consolas"/>
              </a:rPr>
              <a:t>:"</a:t>
            </a:r>
            <a:r>
              <a:rPr sz="2000" spc="-10">
                <a:latin typeface="Consolas"/>
                <a:cs typeface="Consolas"/>
              </a:rPr>
              <a:t>,</a:t>
            </a:r>
            <a:r>
              <a:rPr sz="2000" spc="-10">
                <a:solidFill>
                  <a:srgbClr val="008080"/>
                </a:solidFill>
                <a:latin typeface="Consolas"/>
                <a:cs typeface="Consolas"/>
              </a:rPr>
              <a:t>len</a:t>
            </a:r>
            <a:r>
              <a:rPr sz="2000" spc="-10">
                <a:latin typeface="Consolas"/>
                <a:cs typeface="Consolas"/>
              </a:rPr>
              <a:t>(num))</a:t>
            </a:r>
            <a:endParaRPr sz="2000">
              <a:latin typeface="Consolas"/>
              <a:cs typeface="Consolas"/>
            </a:endParaRPr>
          </a:p>
        </p:txBody>
      </p:sp>
      <p:sp>
        <p:nvSpPr>
          <p:cNvPr id="12" name="object 8">
            <a:extLst>
              <a:ext uri="{FF2B5EF4-FFF2-40B4-BE49-F238E27FC236}">
                <a16:creationId xmlns:a16="http://schemas.microsoft.com/office/drawing/2014/main" id="{D08C4958-F8E2-5307-074F-4D305CA0AB65}"/>
              </a:ext>
            </a:extLst>
          </p:cNvPr>
          <p:cNvSpPr txBox="1"/>
          <p:nvPr/>
        </p:nvSpPr>
        <p:spPr>
          <a:xfrm>
            <a:off x="7097289" y="2951898"/>
            <a:ext cx="3357879" cy="954107"/>
          </a:xfrm>
          <a:prstGeom prst="rect">
            <a:avLst/>
          </a:prstGeom>
          <a:ln w="12700">
            <a:solidFill>
              <a:srgbClr val="4F81BC"/>
            </a:solidFill>
          </a:ln>
        </p:spPr>
        <p:txBody>
          <a:bodyPr vert="horz" wrap="square" lIns="0" tIns="30480" rIns="0" bIns="0" rtlCol="0">
            <a:spAutoFit/>
          </a:bodyPr>
          <a:lstStyle/>
          <a:p>
            <a:pPr marL="92075">
              <a:spcBef>
                <a:spcPts val="240"/>
              </a:spcBef>
            </a:pPr>
            <a:r>
              <a:rPr sz="2000" b="1" u="sng" spc="-10">
                <a:solidFill>
                  <a:srgbClr val="FFC000"/>
                </a:solidFill>
                <a:uFill>
                  <a:solidFill>
                    <a:srgbClr val="FFC000"/>
                  </a:solidFill>
                </a:uFill>
                <a:latin typeface="Calibri"/>
                <a:cs typeface="Calibri"/>
              </a:rPr>
              <a:t>Output:</a:t>
            </a:r>
            <a:endParaRPr sz="2000">
              <a:latin typeface="Calibri"/>
              <a:cs typeface="Calibri"/>
            </a:endParaRPr>
          </a:p>
          <a:p>
            <a:pPr marL="92075" marR="922655"/>
            <a:r>
              <a:rPr sz="2000" b="1">
                <a:latin typeface="Calibri"/>
                <a:cs typeface="Calibri"/>
              </a:rPr>
              <a:t>python</a:t>
            </a:r>
            <a:r>
              <a:rPr sz="2000" b="1" spc="-30">
                <a:latin typeface="Calibri"/>
                <a:cs typeface="Calibri"/>
              </a:rPr>
              <a:t> </a:t>
            </a:r>
            <a:r>
              <a:rPr sz="2000" spc="-10">
                <a:latin typeface="Calibri"/>
                <a:cs typeface="Calibri"/>
              </a:rPr>
              <a:t>listlendemo.py </a:t>
            </a:r>
            <a:r>
              <a:rPr sz="2000">
                <a:latin typeface="Calibri"/>
                <a:cs typeface="Calibri"/>
              </a:rPr>
              <a:t>length</a:t>
            </a:r>
            <a:r>
              <a:rPr sz="2000" spc="-60">
                <a:latin typeface="Calibri"/>
                <a:cs typeface="Calibri"/>
              </a:rPr>
              <a:t> </a:t>
            </a:r>
            <a:r>
              <a:rPr sz="2000">
                <a:latin typeface="Calibri"/>
                <a:cs typeface="Calibri"/>
              </a:rPr>
              <a:t>of</a:t>
            </a:r>
            <a:r>
              <a:rPr sz="2000" spc="-50">
                <a:latin typeface="Calibri"/>
                <a:cs typeface="Calibri"/>
              </a:rPr>
              <a:t> </a:t>
            </a:r>
            <a:r>
              <a:rPr sz="2000">
                <a:solidFill>
                  <a:srgbClr val="669900"/>
                </a:solidFill>
                <a:latin typeface="Calibri"/>
                <a:cs typeface="Calibri"/>
              </a:rPr>
              <a:t>list</a:t>
            </a:r>
            <a:r>
              <a:rPr sz="2000" spc="-15">
                <a:solidFill>
                  <a:srgbClr val="669900"/>
                </a:solidFill>
                <a:latin typeface="Calibri"/>
                <a:cs typeface="Calibri"/>
              </a:rPr>
              <a:t> </a:t>
            </a:r>
            <a:r>
              <a:rPr sz="2000">
                <a:solidFill>
                  <a:srgbClr val="999999"/>
                </a:solidFill>
                <a:latin typeface="Calibri"/>
                <a:cs typeface="Calibri"/>
              </a:rPr>
              <a:t>:</a:t>
            </a:r>
            <a:r>
              <a:rPr sz="2000" spc="-45">
                <a:solidFill>
                  <a:srgbClr val="999999"/>
                </a:solidFill>
                <a:latin typeface="Calibri"/>
                <a:cs typeface="Calibri"/>
              </a:rPr>
              <a:t> </a:t>
            </a:r>
            <a:r>
              <a:rPr sz="2000" spc="-50">
                <a:solidFill>
                  <a:srgbClr val="990054"/>
                </a:solidFill>
                <a:latin typeface="Calibri"/>
                <a:cs typeface="Calibri"/>
              </a:rPr>
              <a:t>6</a:t>
            </a:r>
            <a:endParaRPr sz="200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F783365-CD7B-2024-CDD4-5E94C28A0FB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CC1AE53-033C-CC15-160C-E80F431B6091}"/>
              </a:ext>
            </a:extLst>
          </p:cNvPr>
          <p:cNvSpPr txBox="1">
            <a:spLocks noGrp="1"/>
          </p:cNvSpPr>
          <p:nvPr>
            <p:ph type="title"/>
          </p:nvPr>
        </p:nvSpPr>
        <p:spPr>
          <a:xfrm>
            <a:off x="2678718" y="44578"/>
            <a:ext cx="8023860" cy="505267"/>
          </a:xfrm>
          <a:prstGeom prst="rect">
            <a:avLst/>
          </a:prstGeom>
        </p:spPr>
        <p:txBody>
          <a:bodyPr vert="horz" wrap="square" lIns="0" tIns="12700" rIns="0" bIns="0" rtlCol="0">
            <a:spAutoFit/>
          </a:bodyPr>
          <a:lstStyle/>
          <a:p>
            <a:pPr marL="12700">
              <a:spcBef>
                <a:spcPts val="100"/>
              </a:spcBef>
            </a:pPr>
            <a:r>
              <a:t>List</a:t>
            </a:r>
            <a:r>
              <a:rPr spc="-15"/>
              <a:t> </a:t>
            </a:r>
            <a:r>
              <a:t>Functions</a:t>
            </a:r>
            <a:r>
              <a:rPr spc="-45"/>
              <a:t> </a:t>
            </a:r>
            <a:r>
              <a:t>&amp;</a:t>
            </a:r>
            <a:r>
              <a:rPr spc="-10"/>
              <a:t> </a:t>
            </a:r>
            <a:r>
              <a:t>Methods</a:t>
            </a:r>
            <a:r>
              <a:rPr spc="-35"/>
              <a:t> </a:t>
            </a:r>
            <a:r>
              <a:rPr>
                <a:solidFill>
                  <a:srgbClr val="000000"/>
                </a:solidFill>
              </a:rPr>
              <a:t>in</a:t>
            </a:r>
            <a:r>
              <a:rPr spc="-35">
                <a:solidFill>
                  <a:srgbClr val="000000"/>
                </a:solidFill>
              </a:rPr>
              <a:t> </a:t>
            </a:r>
            <a:r>
              <a:rPr spc="-10">
                <a:solidFill>
                  <a:srgbClr val="0983C0"/>
                </a:solidFill>
              </a:rPr>
              <a:t>Python</a:t>
            </a:r>
          </a:p>
        </p:txBody>
      </p:sp>
      <p:sp>
        <p:nvSpPr>
          <p:cNvPr id="3" name="object 3">
            <a:extLst>
              <a:ext uri="{FF2B5EF4-FFF2-40B4-BE49-F238E27FC236}">
                <a16:creationId xmlns:a16="http://schemas.microsoft.com/office/drawing/2014/main" id="{074CB922-CA25-53D7-E126-4260E03F1A62}"/>
              </a:ext>
            </a:extLst>
          </p:cNvPr>
          <p:cNvSpPr txBox="1"/>
          <p:nvPr/>
        </p:nvSpPr>
        <p:spPr>
          <a:xfrm>
            <a:off x="9300718" y="222884"/>
            <a:ext cx="593090" cy="299720"/>
          </a:xfrm>
          <a:prstGeom prst="rect">
            <a:avLst/>
          </a:prstGeom>
        </p:spPr>
        <p:txBody>
          <a:bodyPr vert="horz" wrap="square" lIns="0" tIns="12700" rIns="0" bIns="0" rtlCol="0">
            <a:spAutoFit/>
          </a:bodyPr>
          <a:lstStyle/>
          <a:p>
            <a:pPr marL="12700">
              <a:spcBef>
                <a:spcPts val="100"/>
              </a:spcBef>
            </a:pPr>
            <a:r>
              <a:rPr b="1" spc="-10">
                <a:latin typeface="Calibri"/>
                <a:cs typeface="Calibri"/>
              </a:rPr>
              <a:t>Cont..</a:t>
            </a:r>
            <a:endParaRPr>
              <a:latin typeface="Calibri"/>
              <a:cs typeface="Calibri"/>
            </a:endParaRPr>
          </a:p>
        </p:txBody>
      </p:sp>
      <p:sp>
        <p:nvSpPr>
          <p:cNvPr id="4" name="object 4">
            <a:extLst>
              <a:ext uri="{FF2B5EF4-FFF2-40B4-BE49-F238E27FC236}">
                <a16:creationId xmlns:a16="http://schemas.microsoft.com/office/drawing/2014/main" id="{F4411068-4269-2EE3-7506-35DB6430894E}"/>
              </a:ext>
            </a:extLst>
          </p:cNvPr>
          <p:cNvSpPr txBox="1"/>
          <p:nvPr/>
        </p:nvSpPr>
        <p:spPr>
          <a:xfrm>
            <a:off x="481244" y="112753"/>
            <a:ext cx="8615680" cy="2169825"/>
          </a:xfrm>
          <a:prstGeom prst="rect">
            <a:avLst/>
          </a:prstGeom>
        </p:spPr>
        <p:txBody>
          <a:bodyPr vert="horz" wrap="square" lIns="0" tIns="86360" rIns="0" bIns="0" rtlCol="0" anchor="t">
            <a:spAutoFit/>
          </a:bodyPr>
          <a:lstStyle/>
          <a:p>
            <a:pPr marL="12700">
              <a:spcBef>
                <a:spcPts val="680"/>
              </a:spcBef>
            </a:pPr>
            <a:r>
              <a:rPr sz="2600" b="1" u="sng" dirty="0">
                <a:solidFill>
                  <a:srgbClr val="0983C0"/>
                </a:solidFill>
                <a:uFill>
                  <a:solidFill>
                    <a:srgbClr val="0983C0"/>
                  </a:solidFill>
                </a:uFill>
                <a:latin typeface="Malgun Gothic"/>
                <a:cs typeface="Malgun Gothic"/>
              </a:rPr>
              <a:t>☞</a:t>
            </a:r>
            <a:r>
              <a:rPr sz="2600" b="1" u="sng" spc="-330" dirty="0">
                <a:solidFill>
                  <a:srgbClr val="0983C0"/>
                </a:solidFill>
                <a:uFill>
                  <a:solidFill>
                    <a:srgbClr val="0983C0"/>
                  </a:solidFill>
                </a:uFill>
                <a:latin typeface="Malgun Gothic"/>
                <a:cs typeface="Malgun Gothic"/>
              </a:rPr>
              <a:t> </a:t>
            </a:r>
            <a:r>
              <a:rPr sz="2600" b="1" u="sng" dirty="0">
                <a:solidFill>
                  <a:srgbClr val="0983C0"/>
                </a:solidFill>
                <a:uFill>
                  <a:solidFill>
                    <a:srgbClr val="0983C0"/>
                  </a:solidFill>
                </a:uFill>
                <a:latin typeface="Calibri"/>
                <a:cs typeface="Calibri"/>
              </a:rPr>
              <a:t>max</a:t>
            </a:r>
            <a:r>
              <a:rPr sz="2600" b="1" u="sng" spc="-40" dirty="0">
                <a:solidFill>
                  <a:srgbClr val="0983C0"/>
                </a:solidFill>
                <a:uFill>
                  <a:solidFill>
                    <a:srgbClr val="0983C0"/>
                  </a:solidFill>
                </a:uFill>
                <a:latin typeface="Calibri"/>
                <a:cs typeface="Calibri"/>
              </a:rPr>
              <a:t> </a:t>
            </a:r>
            <a:r>
              <a:rPr sz="2600" b="1" u="sng" spc="-25" dirty="0">
                <a:solidFill>
                  <a:srgbClr val="0983C0"/>
                </a:solidFill>
                <a:uFill>
                  <a:solidFill>
                    <a:srgbClr val="0983C0"/>
                  </a:solidFill>
                </a:uFill>
                <a:latin typeface="Calibri"/>
                <a:cs typeface="Calibri"/>
              </a:rPr>
              <a:t>():</a:t>
            </a:r>
            <a:endParaRPr sz="2600" dirty="0">
              <a:latin typeface="Calibri"/>
              <a:cs typeface="Calibri"/>
            </a:endParaRPr>
          </a:p>
          <a:p>
            <a:pPr marL="354965" indent="-342265">
              <a:spcBef>
                <a:spcPts val="540"/>
              </a:spcBef>
              <a:buFont typeface="Arial MT"/>
              <a:buChar char="•"/>
              <a:tabLst>
                <a:tab pos="354965" algn="l"/>
              </a:tabLst>
            </a:pPr>
            <a:r>
              <a:rPr sz="2400" dirty="0">
                <a:latin typeface="Calibri"/>
                <a:cs typeface="Calibri"/>
              </a:rPr>
              <a:t>In</a:t>
            </a:r>
            <a:r>
              <a:rPr sz="2400" spc="-55" dirty="0">
                <a:latin typeface="Calibri"/>
                <a:cs typeface="Calibri"/>
              </a:rPr>
              <a:t> </a:t>
            </a:r>
            <a:r>
              <a:rPr sz="2400" dirty="0">
                <a:latin typeface="Calibri"/>
                <a:cs typeface="Calibri"/>
              </a:rPr>
              <a:t>Python,</a:t>
            </a:r>
            <a:r>
              <a:rPr sz="2400" spc="-35" dirty="0">
                <a:latin typeface="Calibri"/>
                <a:cs typeface="Calibri"/>
              </a:rPr>
              <a:t> </a:t>
            </a:r>
            <a:r>
              <a:rPr sz="2400" dirty="0">
                <a:latin typeface="Calibri"/>
                <a:cs typeface="Calibri"/>
              </a:rPr>
              <a:t>max()</a:t>
            </a:r>
            <a:r>
              <a:rPr sz="2400" spc="-65" dirty="0">
                <a:latin typeface="Calibri"/>
                <a:cs typeface="Calibri"/>
              </a:rPr>
              <a:t> </a:t>
            </a:r>
            <a:r>
              <a:rPr sz="2400" dirty="0">
                <a:latin typeface="Calibri"/>
                <a:cs typeface="Calibri"/>
              </a:rPr>
              <a:t>function</a:t>
            </a:r>
            <a:r>
              <a:rPr sz="2400" spc="-40" dirty="0">
                <a:latin typeface="Calibri"/>
                <a:cs typeface="Calibri"/>
              </a:rPr>
              <a:t> </a:t>
            </a:r>
            <a:r>
              <a:rPr sz="2400" dirty="0">
                <a:latin typeface="Calibri"/>
                <a:cs typeface="Calibri"/>
              </a:rPr>
              <a:t>is</a:t>
            </a:r>
            <a:r>
              <a:rPr sz="2400" spc="-40" dirty="0">
                <a:latin typeface="Calibri"/>
                <a:cs typeface="Calibri"/>
              </a:rPr>
              <a:t> </a:t>
            </a:r>
            <a:r>
              <a:rPr sz="2400" dirty="0">
                <a:latin typeface="Calibri"/>
                <a:cs typeface="Calibri"/>
              </a:rPr>
              <a:t>used</a:t>
            </a:r>
            <a:r>
              <a:rPr sz="2400" spc="-35" dirty="0">
                <a:latin typeface="Calibri"/>
                <a:cs typeface="Calibri"/>
              </a:rPr>
              <a:t> </a:t>
            </a:r>
            <a:r>
              <a:rPr sz="2400" dirty="0">
                <a:latin typeface="Calibri"/>
                <a:cs typeface="Calibri"/>
              </a:rPr>
              <a:t>to</a:t>
            </a:r>
            <a:r>
              <a:rPr sz="2400" spc="-45" dirty="0">
                <a:latin typeface="Calibri"/>
                <a:cs typeface="Calibri"/>
              </a:rPr>
              <a:t> </a:t>
            </a:r>
            <a:r>
              <a:rPr sz="2400" dirty="0">
                <a:latin typeface="Calibri"/>
                <a:cs typeface="Calibri"/>
              </a:rPr>
              <a:t>find</a:t>
            </a:r>
            <a:r>
              <a:rPr sz="2400" spc="-40" dirty="0">
                <a:latin typeface="Calibri"/>
                <a:cs typeface="Calibri"/>
              </a:rPr>
              <a:t> </a:t>
            </a:r>
            <a:r>
              <a:rPr sz="2400" dirty="0">
                <a:latin typeface="Calibri"/>
                <a:cs typeface="Calibri"/>
              </a:rPr>
              <a:t>maximum</a:t>
            </a:r>
            <a:r>
              <a:rPr sz="2400" spc="-65" dirty="0">
                <a:latin typeface="Calibri"/>
                <a:cs typeface="Calibri"/>
              </a:rPr>
              <a:t> </a:t>
            </a:r>
            <a:r>
              <a:rPr sz="2400" dirty="0">
                <a:latin typeface="Calibri"/>
                <a:cs typeface="Calibri"/>
              </a:rPr>
              <a:t>value</a:t>
            </a:r>
            <a:r>
              <a:rPr sz="2400" spc="-30" dirty="0">
                <a:latin typeface="Calibri"/>
                <a:cs typeface="Calibri"/>
              </a:rPr>
              <a:t> </a:t>
            </a:r>
            <a:r>
              <a:rPr sz="2400" dirty="0">
                <a:latin typeface="Calibri"/>
                <a:cs typeface="Calibri"/>
              </a:rPr>
              <a:t>in</a:t>
            </a:r>
            <a:r>
              <a:rPr sz="2400" spc="-40" dirty="0">
                <a:latin typeface="Calibri"/>
                <a:cs typeface="Calibri"/>
              </a:rPr>
              <a:t> </a:t>
            </a:r>
            <a:r>
              <a:rPr sz="2400" dirty="0">
                <a:latin typeface="Calibri"/>
                <a:cs typeface="Calibri"/>
              </a:rPr>
              <a:t>the</a:t>
            </a:r>
            <a:r>
              <a:rPr sz="2400" spc="-30" dirty="0">
                <a:latin typeface="Calibri"/>
                <a:cs typeface="Calibri"/>
              </a:rPr>
              <a:t> </a:t>
            </a:r>
            <a:r>
              <a:rPr sz="2400" spc="-10" dirty="0">
                <a:latin typeface="Calibri"/>
                <a:cs typeface="Calibri"/>
              </a:rPr>
              <a:t>list.</a:t>
            </a:r>
            <a:endParaRPr lang="en-IN" sz="2400" spc="-10" dirty="0">
              <a:latin typeface="Calibri"/>
              <a:cs typeface="Calibri"/>
            </a:endParaRPr>
          </a:p>
          <a:p>
            <a:pPr marL="354965" indent="-342265">
              <a:spcBef>
                <a:spcPts val="540"/>
              </a:spcBef>
              <a:buFont typeface="Arial MT"/>
              <a:buChar char="•"/>
              <a:tabLst>
                <a:tab pos="354965" algn="l"/>
              </a:tabLst>
            </a:pPr>
            <a:r>
              <a:rPr lang="en-IN" sz="2400" spc="-10" dirty="0">
                <a:latin typeface="Calibri"/>
                <a:cs typeface="Calibri"/>
              </a:rPr>
              <a:t>For string items, the string with higher ASCII value (A-65, a-97) is considered.</a:t>
            </a:r>
            <a:endParaRPr sz="2400" dirty="0">
              <a:latin typeface="Calibri"/>
              <a:cs typeface="Calibri"/>
            </a:endParaRPr>
          </a:p>
          <a:p>
            <a:pPr marL="12700">
              <a:spcBef>
                <a:spcPts val="590"/>
              </a:spcBef>
              <a:tabLst>
                <a:tab pos="1840864" algn="l"/>
              </a:tabLst>
            </a:pPr>
            <a:r>
              <a:rPr sz="2400" b="1" u="sng" dirty="0">
                <a:uFill>
                  <a:solidFill>
                    <a:srgbClr val="000000"/>
                  </a:solidFill>
                </a:uFill>
                <a:latin typeface="Calibri"/>
                <a:cs typeface="Calibri"/>
              </a:rPr>
              <a:t>Syntax:</a:t>
            </a:r>
            <a:r>
              <a:rPr lang="en-US" sz="2400" b="1" dirty="0">
                <a:latin typeface="Calibri"/>
                <a:cs typeface="Calibri"/>
              </a:rPr>
              <a:t> </a:t>
            </a:r>
            <a:r>
              <a:rPr lang="en-US" sz="2400" spc="-10" dirty="0">
                <a:solidFill>
                  <a:srgbClr val="008080"/>
                </a:solidFill>
                <a:latin typeface="Consolas"/>
                <a:cs typeface="Calibri"/>
              </a:rPr>
              <a:t>       max</a:t>
            </a:r>
            <a:r>
              <a:rPr sz="2400" spc="-10" dirty="0">
                <a:solidFill>
                  <a:srgbClr val="008080"/>
                </a:solidFill>
                <a:latin typeface="Consolas"/>
                <a:cs typeface="Consolas"/>
              </a:rPr>
              <a:t>(</a:t>
            </a:r>
            <a:r>
              <a:rPr lang="en-US" sz="2400" spc="-10" dirty="0" err="1">
                <a:solidFill>
                  <a:srgbClr val="FF0000"/>
                </a:solidFill>
                <a:latin typeface="Consolas"/>
                <a:cs typeface="Consolas"/>
              </a:rPr>
              <a:t>my_list</a:t>
            </a:r>
            <a:r>
              <a:rPr sz="2400" spc="-10" dirty="0">
                <a:solidFill>
                  <a:srgbClr val="008080"/>
                </a:solidFill>
                <a:latin typeface="Consolas"/>
                <a:cs typeface="Consolas"/>
              </a:rPr>
              <a:t>)</a:t>
            </a:r>
            <a:endParaRPr sz="2400" dirty="0">
              <a:latin typeface="Consolas"/>
              <a:cs typeface="Consolas"/>
            </a:endParaRPr>
          </a:p>
        </p:txBody>
      </p:sp>
      <p:sp>
        <p:nvSpPr>
          <p:cNvPr id="5" name="object 5">
            <a:extLst>
              <a:ext uri="{FF2B5EF4-FFF2-40B4-BE49-F238E27FC236}">
                <a16:creationId xmlns:a16="http://schemas.microsoft.com/office/drawing/2014/main" id="{55D6743C-B734-93C7-1C01-8D8B08F94E01}"/>
              </a:ext>
            </a:extLst>
          </p:cNvPr>
          <p:cNvSpPr/>
          <p:nvPr/>
        </p:nvSpPr>
        <p:spPr>
          <a:xfrm>
            <a:off x="1524000" y="642874"/>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sp>
        <p:nvSpPr>
          <p:cNvPr id="6" name="object 6">
            <a:extLst>
              <a:ext uri="{FF2B5EF4-FFF2-40B4-BE49-F238E27FC236}">
                <a16:creationId xmlns:a16="http://schemas.microsoft.com/office/drawing/2014/main" id="{1F0729C0-B8E2-DBC9-5FBB-1BD6ED98D74A}"/>
              </a:ext>
            </a:extLst>
          </p:cNvPr>
          <p:cNvSpPr/>
          <p:nvPr/>
        </p:nvSpPr>
        <p:spPr>
          <a:xfrm>
            <a:off x="6024498" y="4929136"/>
            <a:ext cx="4072254" cy="1569720"/>
          </a:xfrm>
          <a:custGeom>
            <a:avLst/>
            <a:gdLst/>
            <a:ahLst/>
            <a:cxnLst/>
            <a:rect l="l" t="t" r="r" b="b"/>
            <a:pathLst>
              <a:path w="4072254" h="1569720">
                <a:moveTo>
                  <a:pt x="0" y="1569720"/>
                </a:moveTo>
                <a:lnTo>
                  <a:pt x="4072001" y="1569720"/>
                </a:lnTo>
                <a:lnTo>
                  <a:pt x="4072001" y="0"/>
                </a:lnTo>
                <a:lnTo>
                  <a:pt x="0" y="0"/>
                </a:lnTo>
                <a:lnTo>
                  <a:pt x="0" y="1569720"/>
                </a:lnTo>
                <a:close/>
              </a:path>
            </a:pathLst>
          </a:custGeom>
          <a:ln w="12700">
            <a:solidFill>
              <a:srgbClr val="4F81BC"/>
            </a:solidFill>
          </a:ln>
        </p:spPr>
        <p:txBody>
          <a:bodyPr wrap="square" lIns="0" tIns="0" rIns="0" bIns="0" rtlCol="0"/>
          <a:lstStyle/>
          <a:p>
            <a:endParaRPr/>
          </a:p>
        </p:txBody>
      </p:sp>
      <p:graphicFrame>
        <p:nvGraphicFramePr>
          <p:cNvPr id="7" name="object 7">
            <a:extLst>
              <a:ext uri="{FF2B5EF4-FFF2-40B4-BE49-F238E27FC236}">
                <a16:creationId xmlns:a16="http://schemas.microsoft.com/office/drawing/2014/main" id="{F99C2B21-A27F-9C16-FCD8-2563575730EE}"/>
              </a:ext>
            </a:extLst>
          </p:cNvPr>
          <p:cNvGraphicFramePr>
            <a:graphicFrameLocks noGrp="1"/>
          </p:cNvGraphicFramePr>
          <p:nvPr>
            <p:extLst>
              <p:ext uri="{D42A27DB-BD31-4B8C-83A1-F6EECF244321}">
                <p14:modId xmlns:p14="http://schemas.microsoft.com/office/powerpoint/2010/main" val="2510982635"/>
              </p:ext>
            </p:extLst>
          </p:nvPr>
        </p:nvGraphicFramePr>
        <p:xfrm>
          <a:off x="1952561" y="2163504"/>
          <a:ext cx="8143873" cy="4522506"/>
        </p:xfrm>
        <a:graphic>
          <a:graphicData uri="http://schemas.openxmlformats.org/drawingml/2006/table">
            <a:tbl>
              <a:tblPr firstRow="1" bandRow="1">
                <a:tableStyleId>{2D5ABB26-0587-4C30-8999-92F81FD0307C}</a:tableStyleId>
              </a:tblPr>
              <a:tblGrid>
                <a:gridCol w="1855470">
                  <a:extLst>
                    <a:ext uri="{9D8B030D-6E8A-4147-A177-3AD203B41FA5}">
                      <a16:colId xmlns:a16="http://schemas.microsoft.com/office/drawing/2014/main" val="20000"/>
                    </a:ext>
                  </a:extLst>
                </a:gridCol>
                <a:gridCol w="507365">
                  <a:extLst>
                    <a:ext uri="{9D8B030D-6E8A-4147-A177-3AD203B41FA5}">
                      <a16:colId xmlns:a16="http://schemas.microsoft.com/office/drawing/2014/main" val="20001"/>
                    </a:ext>
                  </a:extLst>
                </a:gridCol>
                <a:gridCol w="1009649">
                  <a:extLst>
                    <a:ext uri="{9D8B030D-6E8A-4147-A177-3AD203B41FA5}">
                      <a16:colId xmlns:a16="http://schemas.microsoft.com/office/drawing/2014/main" val="20002"/>
                    </a:ext>
                  </a:extLst>
                </a:gridCol>
                <a:gridCol w="4434866">
                  <a:extLst>
                    <a:ext uri="{9D8B030D-6E8A-4147-A177-3AD203B41FA5}">
                      <a16:colId xmlns:a16="http://schemas.microsoft.com/office/drawing/2014/main" val="20003"/>
                    </a:ext>
                  </a:extLst>
                </a:gridCol>
                <a:gridCol w="336523">
                  <a:extLst>
                    <a:ext uri="{9D8B030D-6E8A-4147-A177-3AD203B41FA5}">
                      <a16:colId xmlns:a16="http://schemas.microsoft.com/office/drawing/2014/main" val="20004"/>
                    </a:ext>
                  </a:extLst>
                </a:gridCol>
              </a:tblGrid>
              <a:tr h="1627314">
                <a:tc gridSpan="4">
                  <a:txBody>
                    <a:bodyPr/>
                    <a:lstStyle/>
                    <a:p>
                      <a:pPr marL="90805">
                        <a:lnSpc>
                          <a:spcPct val="100000"/>
                        </a:lnSpc>
                        <a:spcBef>
                          <a:spcPts val="204"/>
                        </a:spcBef>
                        <a:tabLst>
                          <a:tab pos="1522095" algn="l"/>
                        </a:tabLst>
                      </a:pPr>
                      <a:r>
                        <a:rPr sz="2400" b="1" u="sng" spc="-10" dirty="0">
                          <a:solidFill>
                            <a:srgbClr val="0983C0"/>
                          </a:solidFill>
                          <a:uFill>
                            <a:solidFill>
                              <a:srgbClr val="0983C0"/>
                            </a:solidFill>
                          </a:uFill>
                          <a:latin typeface="Calibri"/>
                          <a:cs typeface="Calibri"/>
                        </a:rPr>
                        <a:t>Example:</a:t>
                      </a:r>
                      <a:r>
                        <a:rPr sz="2400" b="1" dirty="0">
                          <a:solidFill>
                            <a:srgbClr val="0983C0"/>
                          </a:solidFill>
                          <a:latin typeface="Calibri"/>
                          <a:cs typeface="Calibri"/>
                        </a:rPr>
                        <a:t>	</a:t>
                      </a:r>
                      <a:r>
                        <a:rPr sz="2400" b="1" spc="-10" dirty="0">
                          <a:latin typeface="Calibri"/>
                          <a:cs typeface="Calibri"/>
                        </a:rPr>
                        <a:t>listmaxdemo.py</a:t>
                      </a:r>
                      <a:endParaRPr sz="2400" dirty="0">
                        <a:latin typeface="Calibri"/>
                        <a:cs typeface="Calibri"/>
                      </a:endParaRPr>
                    </a:p>
                    <a:p>
                      <a:pPr marL="90805">
                        <a:lnSpc>
                          <a:spcPct val="100000"/>
                        </a:lnSpc>
                        <a:spcBef>
                          <a:spcPts val="994"/>
                        </a:spcBef>
                      </a:pPr>
                      <a:r>
                        <a:rPr sz="2400" spc="-10" dirty="0">
                          <a:latin typeface="Consolas"/>
                          <a:cs typeface="Consolas"/>
                        </a:rPr>
                        <a:t>list1=[</a:t>
                      </a:r>
                      <a:r>
                        <a:rPr sz="2400" spc="-10" dirty="0">
                          <a:solidFill>
                            <a:srgbClr val="800080"/>
                          </a:solidFill>
                          <a:latin typeface="Consolas"/>
                          <a:cs typeface="Consolas"/>
                        </a:rPr>
                        <a:t>1</a:t>
                      </a:r>
                      <a:r>
                        <a:rPr sz="2400" spc="-10" dirty="0">
                          <a:latin typeface="Consolas"/>
                          <a:cs typeface="Consolas"/>
                        </a:rPr>
                        <a:t>,</a:t>
                      </a:r>
                      <a:r>
                        <a:rPr sz="2400" spc="-10" dirty="0">
                          <a:solidFill>
                            <a:srgbClr val="800080"/>
                          </a:solidFill>
                          <a:latin typeface="Consolas"/>
                          <a:cs typeface="Consolas"/>
                        </a:rPr>
                        <a:t>2</a:t>
                      </a:r>
                      <a:r>
                        <a:rPr sz="2400" spc="-10" dirty="0">
                          <a:latin typeface="Consolas"/>
                          <a:cs typeface="Consolas"/>
                        </a:rPr>
                        <a:t>,</a:t>
                      </a:r>
                      <a:r>
                        <a:rPr sz="2400" spc="-10" dirty="0">
                          <a:solidFill>
                            <a:srgbClr val="800080"/>
                          </a:solidFill>
                          <a:latin typeface="Consolas"/>
                          <a:cs typeface="Consolas"/>
                        </a:rPr>
                        <a:t>3</a:t>
                      </a:r>
                      <a:r>
                        <a:rPr sz="2400" spc="-10" dirty="0">
                          <a:latin typeface="Consolas"/>
                          <a:cs typeface="Consolas"/>
                        </a:rPr>
                        <a:t>,</a:t>
                      </a:r>
                      <a:r>
                        <a:rPr sz="2400" spc="-10" dirty="0">
                          <a:solidFill>
                            <a:srgbClr val="800080"/>
                          </a:solidFill>
                          <a:latin typeface="Consolas"/>
                          <a:cs typeface="Consolas"/>
                        </a:rPr>
                        <a:t>4</a:t>
                      </a:r>
                      <a:r>
                        <a:rPr sz="2400" spc="-10" dirty="0">
                          <a:latin typeface="Consolas"/>
                          <a:cs typeface="Consolas"/>
                        </a:rPr>
                        <a:t>,</a:t>
                      </a:r>
                      <a:r>
                        <a:rPr sz="2400" spc="-10" dirty="0">
                          <a:solidFill>
                            <a:srgbClr val="800080"/>
                          </a:solidFill>
                          <a:latin typeface="Consolas"/>
                          <a:cs typeface="Consolas"/>
                        </a:rPr>
                        <a:t>5</a:t>
                      </a:r>
                      <a:r>
                        <a:rPr sz="2400" spc="-10" dirty="0">
                          <a:latin typeface="Consolas"/>
                          <a:cs typeface="Consolas"/>
                        </a:rPr>
                        <a:t>,</a:t>
                      </a:r>
                      <a:r>
                        <a:rPr sz="2400" spc="-10" dirty="0">
                          <a:solidFill>
                            <a:srgbClr val="800080"/>
                          </a:solidFill>
                          <a:latin typeface="Consolas"/>
                          <a:cs typeface="Consolas"/>
                        </a:rPr>
                        <a:t>6</a:t>
                      </a:r>
                      <a:r>
                        <a:rPr sz="2400" spc="-10" dirty="0">
                          <a:latin typeface="Consolas"/>
                          <a:cs typeface="Consolas"/>
                        </a:rPr>
                        <a:t>]</a:t>
                      </a:r>
                      <a:endParaRPr sz="2400" dirty="0">
                        <a:latin typeface="Consolas"/>
                        <a:cs typeface="Consolas"/>
                      </a:endParaRPr>
                    </a:p>
                    <a:p>
                      <a:pPr marL="90805">
                        <a:lnSpc>
                          <a:spcPct val="100000"/>
                        </a:lnSpc>
                        <a:spcBef>
                          <a:spcPts val="1445"/>
                        </a:spcBef>
                      </a:pPr>
                      <a:r>
                        <a:rPr sz="2400" spc="-10" dirty="0">
                          <a:latin typeface="Consolas"/>
                          <a:cs typeface="Consolas"/>
                        </a:rPr>
                        <a:t>list2=[</a:t>
                      </a:r>
                      <a:r>
                        <a:rPr sz="2400" spc="-10" dirty="0">
                          <a:solidFill>
                            <a:srgbClr val="FF00FF"/>
                          </a:solidFill>
                          <a:latin typeface="Consolas"/>
                          <a:cs typeface="Consolas"/>
                        </a:rPr>
                        <a:t>'java'</a:t>
                      </a:r>
                      <a:r>
                        <a:rPr sz="2400" spc="-10" dirty="0">
                          <a:latin typeface="Consolas"/>
                          <a:cs typeface="Consolas"/>
                        </a:rPr>
                        <a:t>,</a:t>
                      </a:r>
                      <a:r>
                        <a:rPr sz="2400" spc="-10" dirty="0">
                          <a:solidFill>
                            <a:srgbClr val="FF00FF"/>
                          </a:solidFill>
                          <a:latin typeface="Consolas"/>
                          <a:cs typeface="Consolas"/>
                        </a:rPr>
                        <a:t>'c'</a:t>
                      </a:r>
                      <a:r>
                        <a:rPr sz="2400" spc="-10" dirty="0">
                          <a:latin typeface="Consolas"/>
                          <a:cs typeface="Consolas"/>
                        </a:rPr>
                        <a:t>,</a:t>
                      </a:r>
                      <a:r>
                        <a:rPr sz="2400" spc="-10" dirty="0">
                          <a:solidFill>
                            <a:srgbClr val="FF00FF"/>
                          </a:solidFill>
                          <a:latin typeface="Consolas"/>
                          <a:cs typeface="Consolas"/>
                        </a:rPr>
                        <a:t>'python'</a:t>
                      </a:r>
                      <a:r>
                        <a:rPr sz="2400" spc="-10" dirty="0">
                          <a:latin typeface="Consolas"/>
                          <a:cs typeface="Consolas"/>
                        </a:rPr>
                        <a:t>,</a:t>
                      </a:r>
                      <a:r>
                        <a:rPr sz="2400" spc="-10" dirty="0">
                          <a:solidFill>
                            <a:srgbClr val="FF00FF"/>
                          </a:solidFill>
                          <a:latin typeface="Consolas"/>
                          <a:cs typeface="Consolas"/>
                        </a:rPr>
                        <a:t>'</a:t>
                      </a:r>
                      <a:r>
                        <a:rPr sz="2400" spc="-10" dirty="0" err="1">
                          <a:solidFill>
                            <a:srgbClr val="FF00FF"/>
                          </a:solidFill>
                          <a:latin typeface="Consolas"/>
                          <a:cs typeface="Consolas"/>
                        </a:rPr>
                        <a:t>cpp</a:t>
                      </a:r>
                      <a:r>
                        <a:rPr lang="en-US" sz="2400" spc="-10" dirty="0">
                          <a:solidFill>
                            <a:srgbClr val="FF00FF"/>
                          </a:solidFill>
                          <a:latin typeface="Consolas"/>
                          <a:cs typeface="Consolas"/>
                        </a:rPr>
                        <a:t>','</a:t>
                      </a:r>
                      <a:r>
                        <a:rPr lang="en-US" sz="2400" spc="-10" dirty="0" err="1">
                          <a:solidFill>
                            <a:srgbClr val="FF00FF"/>
                          </a:solidFill>
                          <a:latin typeface="Consolas"/>
                          <a:cs typeface="Consolas"/>
                        </a:rPr>
                        <a:t>sql</a:t>
                      </a:r>
                      <a:r>
                        <a:rPr lang="en-US" sz="2400" spc="-10" dirty="0">
                          <a:solidFill>
                            <a:srgbClr val="FF00FF"/>
                          </a:solidFill>
                          <a:latin typeface="Consolas"/>
                          <a:cs typeface="Consolas"/>
                        </a:rPr>
                        <a:t>’,’SQL’</a:t>
                      </a:r>
                      <a:r>
                        <a:rPr lang="en-US" sz="2400" spc="-10" dirty="0">
                          <a:latin typeface="Consolas"/>
                          <a:cs typeface="Consolas"/>
                        </a:rPr>
                        <a:t>]</a:t>
                      </a:r>
                      <a:endParaRPr sz="2400" dirty="0">
                        <a:latin typeface="Consolas"/>
                        <a:cs typeface="Consolas"/>
                      </a:endParaRPr>
                    </a:p>
                  </a:txBody>
                  <a:tcPr marL="0" marR="0" marT="26034" marB="0">
                    <a:lnL w="12700">
                      <a:solidFill>
                        <a:srgbClr val="4F81BC"/>
                      </a:solidFill>
                      <a:prstDash val="solid"/>
                    </a:lnL>
                    <a:lnR w="12700">
                      <a:solidFill>
                        <a:srgbClr val="4F81BC"/>
                      </a:solidFill>
                      <a:prstDash val="solid"/>
                    </a:lnR>
                    <a:lnT w="12700">
                      <a:solidFill>
                        <a:srgbClr val="4F81BC"/>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2400" dirty="0">
                        <a:latin typeface="Times New Roman"/>
                        <a:cs typeface="Times New Roman"/>
                      </a:endParaRPr>
                    </a:p>
                  </a:txBody>
                  <a:tcPr marL="0" marR="0" marT="0" marB="0">
                    <a:lnL w="12700">
                      <a:solidFill>
                        <a:srgbClr val="4F81BC"/>
                      </a:solidFill>
                      <a:prstDash val="solid"/>
                    </a:lnL>
                  </a:tcPr>
                </a:tc>
                <a:extLst>
                  <a:ext uri="{0D108BD9-81ED-4DB2-BD59-A6C34878D82A}">
                    <a16:rowId xmlns:a16="http://schemas.microsoft.com/office/drawing/2014/main" val="10000"/>
                  </a:ext>
                </a:extLst>
              </a:tr>
              <a:tr h="567851">
                <a:tc>
                  <a:txBody>
                    <a:bodyPr/>
                    <a:lstStyle/>
                    <a:p>
                      <a:pPr marL="3810" algn="ctr">
                        <a:lnSpc>
                          <a:spcPct val="100000"/>
                        </a:lnSpc>
                        <a:spcBef>
                          <a:spcPts val="340"/>
                        </a:spcBef>
                      </a:pPr>
                      <a:r>
                        <a:rPr sz="2400" spc="-10">
                          <a:solidFill>
                            <a:srgbClr val="0000FF"/>
                          </a:solidFill>
                          <a:latin typeface="Consolas"/>
                          <a:cs typeface="Consolas"/>
                        </a:rPr>
                        <a:t>print</a:t>
                      </a:r>
                      <a:r>
                        <a:rPr sz="2400" spc="-10">
                          <a:latin typeface="Consolas"/>
                          <a:cs typeface="Consolas"/>
                        </a:rPr>
                        <a:t>(</a:t>
                      </a:r>
                      <a:r>
                        <a:rPr sz="2400" spc="-10">
                          <a:solidFill>
                            <a:srgbClr val="FF00FF"/>
                          </a:solidFill>
                          <a:latin typeface="Consolas"/>
                          <a:cs typeface="Consolas"/>
                        </a:rPr>
                        <a:t>"Max</a:t>
                      </a:r>
                      <a:endParaRPr sz="2400">
                        <a:latin typeface="Consolas"/>
                        <a:cs typeface="Consolas"/>
                      </a:endParaRPr>
                    </a:p>
                  </a:txBody>
                  <a:tcPr marL="0" marR="0" marT="43180" marB="0">
                    <a:lnL w="12700">
                      <a:solidFill>
                        <a:srgbClr val="4F81BC"/>
                      </a:solidFill>
                      <a:prstDash val="solid"/>
                    </a:lnL>
                  </a:tcPr>
                </a:tc>
                <a:tc>
                  <a:txBody>
                    <a:bodyPr/>
                    <a:lstStyle/>
                    <a:p>
                      <a:pPr marL="1905" algn="ctr">
                        <a:lnSpc>
                          <a:spcPct val="100000"/>
                        </a:lnSpc>
                        <a:spcBef>
                          <a:spcPts val="340"/>
                        </a:spcBef>
                      </a:pPr>
                      <a:r>
                        <a:rPr sz="2400" spc="-25">
                          <a:solidFill>
                            <a:srgbClr val="FF00FF"/>
                          </a:solidFill>
                          <a:latin typeface="Consolas"/>
                          <a:cs typeface="Consolas"/>
                        </a:rPr>
                        <a:t>of</a:t>
                      </a:r>
                      <a:endParaRPr sz="2400">
                        <a:latin typeface="Consolas"/>
                        <a:cs typeface="Consolas"/>
                      </a:endParaRPr>
                    </a:p>
                  </a:txBody>
                  <a:tcPr marL="0" marR="0" marT="43180" marB="0"/>
                </a:tc>
                <a:tc>
                  <a:txBody>
                    <a:bodyPr/>
                    <a:lstStyle/>
                    <a:p>
                      <a:pPr algn="ctr">
                        <a:lnSpc>
                          <a:spcPct val="100000"/>
                        </a:lnSpc>
                        <a:spcBef>
                          <a:spcPts val="340"/>
                        </a:spcBef>
                      </a:pPr>
                      <a:r>
                        <a:rPr sz="2400" spc="-10">
                          <a:solidFill>
                            <a:srgbClr val="FF00FF"/>
                          </a:solidFill>
                          <a:latin typeface="Consolas"/>
                          <a:cs typeface="Consolas"/>
                        </a:rPr>
                        <a:t>list1</a:t>
                      </a:r>
                      <a:endParaRPr sz="2400">
                        <a:latin typeface="Consolas"/>
                        <a:cs typeface="Consolas"/>
                      </a:endParaRPr>
                    </a:p>
                  </a:txBody>
                  <a:tcPr marL="0" marR="0" marT="43180" marB="0"/>
                </a:tc>
                <a:tc>
                  <a:txBody>
                    <a:bodyPr/>
                    <a:lstStyle/>
                    <a:p>
                      <a:pPr marR="671830" algn="ctr">
                        <a:lnSpc>
                          <a:spcPct val="100000"/>
                        </a:lnSpc>
                        <a:spcBef>
                          <a:spcPts val="340"/>
                        </a:spcBef>
                      </a:pPr>
                      <a:r>
                        <a:rPr sz="2400" spc="-10" dirty="0">
                          <a:solidFill>
                            <a:srgbClr val="FF00FF"/>
                          </a:solidFill>
                          <a:latin typeface="Consolas"/>
                          <a:cs typeface="Consolas"/>
                        </a:rPr>
                        <a:t>:"</a:t>
                      </a:r>
                      <a:r>
                        <a:rPr sz="2400" spc="-10" dirty="0">
                          <a:latin typeface="Consolas"/>
                          <a:cs typeface="Consolas"/>
                        </a:rPr>
                        <a:t>,</a:t>
                      </a:r>
                      <a:r>
                        <a:rPr sz="2400" spc="-10" dirty="0">
                          <a:solidFill>
                            <a:srgbClr val="008080"/>
                          </a:solidFill>
                          <a:latin typeface="Consolas"/>
                          <a:cs typeface="Consolas"/>
                        </a:rPr>
                        <a:t>max</a:t>
                      </a:r>
                      <a:r>
                        <a:rPr sz="2400" spc="-10" dirty="0">
                          <a:latin typeface="Consolas"/>
                          <a:cs typeface="Consolas"/>
                        </a:rPr>
                        <a:t>(list1))</a:t>
                      </a:r>
                      <a:endParaRPr sz="2400" dirty="0">
                        <a:latin typeface="Consolas"/>
                        <a:cs typeface="Consolas"/>
                      </a:endParaRPr>
                    </a:p>
                  </a:txBody>
                  <a:tcPr marL="0" marR="0" marT="43180" marB="0">
                    <a:lnR w="12700">
                      <a:solidFill>
                        <a:srgbClr val="4F81BC"/>
                      </a:solidFill>
                      <a:prstDash val="solid"/>
                    </a:lnR>
                  </a:tcPr>
                </a:tc>
                <a:tc>
                  <a:txBody>
                    <a:bodyPr/>
                    <a:lstStyle/>
                    <a:p>
                      <a:pPr>
                        <a:lnSpc>
                          <a:spcPct val="100000"/>
                        </a:lnSpc>
                      </a:pPr>
                      <a:endParaRPr sz="2400">
                        <a:latin typeface="Times New Roman"/>
                        <a:cs typeface="Times New Roman"/>
                      </a:endParaRPr>
                    </a:p>
                  </a:txBody>
                  <a:tcPr marL="0" marR="0" marT="0" marB="0">
                    <a:lnL w="12700">
                      <a:solidFill>
                        <a:srgbClr val="4F81BC"/>
                      </a:solidFill>
                      <a:prstDash val="solid"/>
                    </a:lnL>
                  </a:tcPr>
                </a:tc>
                <a:extLst>
                  <a:ext uri="{0D108BD9-81ED-4DB2-BD59-A6C34878D82A}">
                    <a16:rowId xmlns:a16="http://schemas.microsoft.com/office/drawing/2014/main" val="10001"/>
                  </a:ext>
                </a:extLst>
              </a:tr>
              <a:tr h="575080">
                <a:tc>
                  <a:txBody>
                    <a:bodyPr/>
                    <a:lstStyle/>
                    <a:p>
                      <a:pPr marL="3810" algn="ctr">
                        <a:lnSpc>
                          <a:spcPct val="100000"/>
                        </a:lnSpc>
                        <a:spcBef>
                          <a:spcPts val="340"/>
                        </a:spcBef>
                      </a:pPr>
                      <a:r>
                        <a:rPr sz="2400" spc="-10">
                          <a:solidFill>
                            <a:srgbClr val="0000FF"/>
                          </a:solidFill>
                          <a:latin typeface="Consolas"/>
                          <a:cs typeface="Consolas"/>
                        </a:rPr>
                        <a:t>print</a:t>
                      </a:r>
                      <a:r>
                        <a:rPr sz="2400" spc="-10">
                          <a:latin typeface="Consolas"/>
                          <a:cs typeface="Consolas"/>
                        </a:rPr>
                        <a:t>(</a:t>
                      </a:r>
                      <a:r>
                        <a:rPr sz="2400" spc="-10">
                          <a:solidFill>
                            <a:srgbClr val="FF00FF"/>
                          </a:solidFill>
                          <a:latin typeface="Consolas"/>
                          <a:cs typeface="Consolas"/>
                        </a:rPr>
                        <a:t>"Max</a:t>
                      </a:r>
                      <a:endParaRPr sz="2400">
                        <a:latin typeface="Consolas"/>
                        <a:cs typeface="Consolas"/>
                      </a:endParaRPr>
                    </a:p>
                  </a:txBody>
                  <a:tcPr marL="0" marR="0" marT="43180" marB="0">
                    <a:lnL w="12700">
                      <a:solidFill>
                        <a:srgbClr val="4F81BC"/>
                      </a:solidFill>
                      <a:prstDash val="solid"/>
                    </a:lnL>
                    <a:lnB w="12700">
                      <a:solidFill>
                        <a:srgbClr val="4F81BC"/>
                      </a:solidFill>
                      <a:prstDash val="solid"/>
                    </a:lnB>
                  </a:tcPr>
                </a:tc>
                <a:tc>
                  <a:txBody>
                    <a:bodyPr/>
                    <a:lstStyle/>
                    <a:p>
                      <a:pPr marL="1905" algn="ctr">
                        <a:lnSpc>
                          <a:spcPct val="100000"/>
                        </a:lnSpc>
                        <a:spcBef>
                          <a:spcPts val="340"/>
                        </a:spcBef>
                      </a:pPr>
                      <a:r>
                        <a:rPr sz="2400" spc="-25">
                          <a:solidFill>
                            <a:srgbClr val="FF00FF"/>
                          </a:solidFill>
                          <a:latin typeface="Consolas"/>
                          <a:cs typeface="Consolas"/>
                        </a:rPr>
                        <a:t>of</a:t>
                      </a:r>
                      <a:endParaRPr sz="2400">
                        <a:latin typeface="Consolas"/>
                        <a:cs typeface="Consolas"/>
                      </a:endParaRPr>
                    </a:p>
                  </a:txBody>
                  <a:tcPr marL="0" marR="0" marT="43180" marB="0">
                    <a:lnB w="12700">
                      <a:solidFill>
                        <a:srgbClr val="4F81BC"/>
                      </a:solidFill>
                      <a:prstDash val="solid"/>
                    </a:lnB>
                  </a:tcPr>
                </a:tc>
                <a:tc>
                  <a:txBody>
                    <a:bodyPr/>
                    <a:lstStyle/>
                    <a:p>
                      <a:pPr algn="ctr">
                        <a:lnSpc>
                          <a:spcPct val="100000"/>
                        </a:lnSpc>
                        <a:spcBef>
                          <a:spcPts val="340"/>
                        </a:spcBef>
                      </a:pPr>
                      <a:r>
                        <a:rPr sz="2400" spc="-10">
                          <a:solidFill>
                            <a:srgbClr val="FF00FF"/>
                          </a:solidFill>
                          <a:latin typeface="Consolas"/>
                          <a:cs typeface="Consolas"/>
                        </a:rPr>
                        <a:t>list2</a:t>
                      </a:r>
                      <a:endParaRPr sz="2400">
                        <a:latin typeface="Consolas"/>
                        <a:cs typeface="Consolas"/>
                      </a:endParaRPr>
                    </a:p>
                  </a:txBody>
                  <a:tcPr marL="0" marR="0" marT="43180" marB="0">
                    <a:lnB w="12700">
                      <a:solidFill>
                        <a:srgbClr val="4F81BC"/>
                      </a:solidFill>
                      <a:prstDash val="solid"/>
                    </a:lnB>
                  </a:tcPr>
                </a:tc>
                <a:tc>
                  <a:txBody>
                    <a:bodyPr/>
                    <a:lstStyle/>
                    <a:p>
                      <a:pPr marR="671830" algn="ctr">
                        <a:lnSpc>
                          <a:spcPct val="100000"/>
                        </a:lnSpc>
                        <a:spcBef>
                          <a:spcPts val="340"/>
                        </a:spcBef>
                      </a:pPr>
                      <a:r>
                        <a:rPr sz="2400" spc="-10" dirty="0">
                          <a:solidFill>
                            <a:srgbClr val="FF00FF"/>
                          </a:solidFill>
                          <a:latin typeface="Consolas"/>
                          <a:cs typeface="Consolas"/>
                        </a:rPr>
                        <a:t>:"</a:t>
                      </a:r>
                      <a:r>
                        <a:rPr sz="2400" spc="-10" dirty="0">
                          <a:latin typeface="Consolas"/>
                          <a:cs typeface="Consolas"/>
                        </a:rPr>
                        <a:t>,</a:t>
                      </a:r>
                      <a:r>
                        <a:rPr sz="2400" spc="-10" dirty="0">
                          <a:solidFill>
                            <a:srgbClr val="008080"/>
                          </a:solidFill>
                          <a:latin typeface="Consolas"/>
                          <a:cs typeface="Consolas"/>
                        </a:rPr>
                        <a:t>max</a:t>
                      </a:r>
                      <a:r>
                        <a:rPr sz="2400" spc="-10" dirty="0">
                          <a:latin typeface="Consolas"/>
                          <a:cs typeface="Consolas"/>
                        </a:rPr>
                        <a:t>(list2))</a:t>
                      </a:r>
                      <a:endParaRPr sz="2400" dirty="0">
                        <a:latin typeface="Consolas"/>
                        <a:cs typeface="Consolas"/>
                      </a:endParaRPr>
                    </a:p>
                  </a:txBody>
                  <a:tcPr marL="0" marR="0" marT="43180" marB="0">
                    <a:lnR w="12700">
                      <a:solidFill>
                        <a:srgbClr val="4F81BC"/>
                      </a:solidFill>
                      <a:prstDash val="solid"/>
                    </a:lnR>
                    <a:lnB w="12700">
                      <a:solidFill>
                        <a:srgbClr val="4F81BC"/>
                      </a:solidFill>
                      <a:prstDash val="solid"/>
                    </a:lnB>
                  </a:tcPr>
                </a:tc>
                <a:tc>
                  <a:txBody>
                    <a:bodyPr/>
                    <a:lstStyle/>
                    <a:p>
                      <a:pPr>
                        <a:lnSpc>
                          <a:spcPct val="100000"/>
                        </a:lnSpc>
                      </a:pPr>
                      <a:endParaRPr sz="2400" dirty="0">
                        <a:latin typeface="Times New Roman"/>
                        <a:cs typeface="Times New Roman"/>
                      </a:endParaRPr>
                    </a:p>
                  </a:txBody>
                  <a:tcPr marL="0" marR="0" marT="0" marB="0">
                    <a:lnL w="12700">
                      <a:solidFill>
                        <a:srgbClr val="4F81BC"/>
                      </a:solidFill>
                      <a:prstDash val="solid"/>
                    </a:lnL>
                  </a:tcPr>
                </a:tc>
                <a:extLst>
                  <a:ext uri="{0D108BD9-81ED-4DB2-BD59-A6C34878D82A}">
                    <a16:rowId xmlns:a16="http://schemas.microsoft.com/office/drawing/2014/main" val="10002"/>
                  </a:ext>
                </a:extLst>
              </a:tr>
              <a:tr h="111730">
                <a:tc>
                  <a:txBody>
                    <a:bodyPr/>
                    <a:lstStyle/>
                    <a:p>
                      <a:pPr>
                        <a:lnSpc>
                          <a:spcPct val="100000"/>
                        </a:lnSpc>
                      </a:pPr>
                      <a:endParaRPr sz="500">
                        <a:latin typeface="Times New Roman"/>
                        <a:cs typeface="Times New Roman"/>
                      </a:endParaRPr>
                    </a:p>
                  </a:txBody>
                  <a:tcPr marL="0" marR="0" marT="0" marB="0">
                    <a:lnT w="12700">
                      <a:solidFill>
                        <a:srgbClr val="4F81BC"/>
                      </a:solidFill>
                      <a:prstDash val="solid"/>
                    </a:lnT>
                  </a:tcPr>
                </a:tc>
                <a:tc>
                  <a:txBody>
                    <a:bodyPr/>
                    <a:lstStyle/>
                    <a:p>
                      <a:pPr>
                        <a:lnSpc>
                          <a:spcPct val="100000"/>
                        </a:lnSpc>
                      </a:pPr>
                      <a:endParaRPr sz="500">
                        <a:latin typeface="Times New Roman"/>
                        <a:cs typeface="Times New Roman"/>
                      </a:endParaRPr>
                    </a:p>
                  </a:txBody>
                  <a:tcPr marL="0" marR="0" marT="0" marB="0">
                    <a:lnT w="12700">
                      <a:solidFill>
                        <a:srgbClr val="4F81BC"/>
                      </a:solidFill>
                      <a:prstDash val="solid"/>
                    </a:lnT>
                  </a:tcPr>
                </a:tc>
                <a:tc>
                  <a:txBody>
                    <a:bodyPr/>
                    <a:lstStyle/>
                    <a:p>
                      <a:pPr>
                        <a:lnSpc>
                          <a:spcPct val="100000"/>
                        </a:lnSpc>
                      </a:pPr>
                      <a:endParaRPr sz="500">
                        <a:latin typeface="Times New Roman"/>
                        <a:cs typeface="Times New Roman"/>
                      </a:endParaRPr>
                    </a:p>
                  </a:txBody>
                  <a:tcPr marL="0" marR="0" marT="0" marB="0">
                    <a:lnT w="12700">
                      <a:solidFill>
                        <a:srgbClr val="4F81BC"/>
                      </a:solidFill>
                      <a:prstDash val="solid"/>
                    </a:lnT>
                  </a:tcPr>
                </a:tc>
                <a:tc>
                  <a:txBody>
                    <a:bodyPr/>
                    <a:lstStyle/>
                    <a:p>
                      <a:pPr>
                        <a:lnSpc>
                          <a:spcPct val="100000"/>
                        </a:lnSpc>
                      </a:pPr>
                      <a:endParaRPr sz="500">
                        <a:latin typeface="Times New Roman"/>
                        <a:cs typeface="Times New Roman"/>
                      </a:endParaRPr>
                    </a:p>
                  </a:txBody>
                  <a:tcPr marL="0" marR="0" marT="0" marB="0">
                    <a:lnT w="12700">
                      <a:solidFill>
                        <a:srgbClr val="4F81BC"/>
                      </a:solidFill>
                      <a:prstDash val="solid"/>
                    </a:lnT>
                  </a:tcPr>
                </a:tc>
                <a:tc>
                  <a:txBody>
                    <a:bodyPr/>
                    <a:lstStyle/>
                    <a:p>
                      <a:pPr>
                        <a:lnSpc>
                          <a:spcPct val="100000"/>
                        </a:lnSpc>
                      </a:pPr>
                      <a:endParaRPr sz="500">
                        <a:latin typeface="Times New Roman"/>
                        <a:cs typeface="Times New Roman"/>
                      </a:endParaRPr>
                    </a:p>
                  </a:txBody>
                  <a:tcPr marL="0" marR="0" marT="0" marB="0"/>
                </a:tc>
                <a:extLst>
                  <a:ext uri="{0D108BD9-81ED-4DB2-BD59-A6C34878D82A}">
                    <a16:rowId xmlns:a16="http://schemas.microsoft.com/office/drawing/2014/main" val="10003"/>
                  </a:ext>
                </a:extLst>
              </a:tr>
              <a:tr h="453492">
                <a:tc>
                  <a:txBody>
                    <a:bodyPr/>
                    <a:lstStyle/>
                    <a:p>
                      <a:pPr>
                        <a:lnSpc>
                          <a:spcPct val="100000"/>
                        </a:lnSpc>
                      </a:pPr>
                      <a:endParaRPr sz="2400">
                        <a:latin typeface="Times New Roman"/>
                        <a:cs typeface="Times New Roman"/>
                      </a:endParaRPr>
                    </a:p>
                  </a:txBody>
                  <a:tcPr marL="0" marR="0" marT="0" marB="0"/>
                </a:tc>
                <a:tc>
                  <a:txBody>
                    <a:bodyPr/>
                    <a:lstStyle/>
                    <a:p>
                      <a:pPr>
                        <a:lnSpc>
                          <a:spcPct val="100000"/>
                        </a:lnSpc>
                      </a:pPr>
                      <a:endParaRPr sz="2400">
                        <a:latin typeface="Times New Roman"/>
                        <a:cs typeface="Times New Roman"/>
                      </a:endParaRPr>
                    </a:p>
                  </a:txBody>
                  <a:tcPr marL="0" marR="0" marT="0" marB="0"/>
                </a:tc>
                <a:tc>
                  <a:txBody>
                    <a:bodyPr/>
                    <a:lstStyle/>
                    <a:p>
                      <a:pPr>
                        <a:lnSpc>
                          <a:spcPct val="100000"/>
                        </a:lnSpc>
                      </a:pPr>
                      <a:endParaRPr sz="2400">
                        <a:latin typeface="Times New Roman"/>
                        <a:cs typeface="Times New Roman"/>
                      </a:endParaRPr>
                    </a:p>
                  </a:txBody>
                  <a:tcPr marL="0" marR="0" marT="0" marB="0"/>
                </a:tc>
                <a:tc>
                  <a:txBody>
                    <a:bodyPr/>
                    <a:lstStyle/>
                    <a:p>
                      <a:pPr marR="619125" algn="ctr">
                        <a:lnSpc>
                          <a:spcPct val="100000"/>
                        </a:lnSpc>
                        <a:spcBef>
                          <a:spcPts val="210"/>
                        </a:spcBef>
                      </a:pPr>
                      <a:r>
                        <a:rPr sz="2400" b="1" u="sng" spc="-10">
                          <a:solidFill>
                            <a:srgbClr val="FFC000"/>
                          </a:solidFill>
                          <a:uFill>
                            <a:solidFill>
                              <a:srgbClr val="FFC000"/>
                            </a:solidFill>
                          </a:uFill>
                          <a:latin typeface="Calibri"/>
                          <a:cs typeface="Calibri"/>
                        </a:rPr>
                        <a:t>Output:</a:t>
                      </a:r>
                      <a:endParaRPr sz="2400">
                        <a:latin typeface="Calibri"/>
                        <a:cs typeface="Calibri"/>
                      </a:endParaRPr>
                    </a:p>
                  </a:txBody>
                  <a:tcPr marL="0" marR="0" marT="26670" marB="0"/>
                </a:tc>
                <a:tc>
                  <a:txBody>
                    <a:bodyPr/>
                    <a:lstStyle/>
                    <a:p>
                      <a:pPr>
                        <a:lnSpc>
                          <a:spcPct val="100000"/>
                        </a:lnSpc>
                      </a:pPr>
                      <a:endParaRPr sz="2400">
                        <a:latin typeface="Times New Roman"/>
                        <a:cs typeface="Times New Roman"/>
                      </a:endParaRPr>
                    </a:p>
                  </a:txBody>
                  <a:tcPr marL="0" marR="0" marT="0" marB="0"/>
                </a:tc>
                <a:extLst>
                  <a:ext uri="{0D108BD9-81ED-4DB2-BD59-A6C34878D82A}">
                    <a16:rowId xmlns:a16="http://schemas.microsoft.com/office/drawing/2014/main" val="10004"/>
                  </a:ext>
                </a:extLst>
              </a:tr>
              <a:tr h="1187039">
                <a:tc gridSpan="5">
                  <a:txBody>
                    <a:bodyPr/>
                    <a:lstStyle/>
                    <a:p>
                      <a:pPr marL="4163695">
                        <a:lnSpc>
                          <a:spcPts val="2520"/>
                        </a:lnSpc>
                      </a:pPr>
                      <a:r>
                        <a:rPr sz="2400" b="1" dirty="0">
                          <a:latin typeface="Calibri"/>
                          <a:cs typeface="Calibri"/>
                        </a:rPr>
                        <a:t>python</a:t>
                      </a:r>
                      <a:r>
                        <a:rPr sz="2400" b="1" spc="-65" dirty="0">
                          <a:latin typeface="Calibri"/>
                          <a:cs typeface="Calibri"/>
                        </a:rPr>
                        <a:t> </a:t>
                      </a:r>
                      <a:r>
                        <a:rPr sz="2400" spc="-10" dirty="0">
                          <a:latin typeface="Calibri"/>
                          <a:cs typeface="Calibri"/>
                        </a:rPr>
                        <a:t>listmaxdemo.py</a:t>
                      </a:r>
                      <a:endParaRPr sz="2400" dirty="0">
                        <a:latin typeface="Calibri"/>
                        <a:cs typeface="Calibri"/>
                      </a:endParaRPr>
                    </a:p>
                    <a:p>
                      <a:pPr marL="4163695">
                        <a:lnSpc>
                          <a:spcPct val="100000"/>
                        </a:lnSpc>
                      </a:pPr>
                      <a:r>
                        <a:rPr sz="2400" dirty="0">
                          <a:latin typeface="Calibri"/>
                          <a:cs typeface="Calibri"/>
                        </a:rPr>
                        <a:t>Max</a:t>
                      </a:r>
                      <a:r>
                        <a:rPr sz="2400" spc="-50" dirty="0">
                          <a:latin typeface="Calibri"/>
                          <a:cs typeface="Calibri"/>
                        </a:rPr>
                        <a:t> </a:t>
                      </a:r>
                      <a:r>
                        <a:rPr sz="2400" dirty="0">
                          <a:latin typeface="Calibri"/>
                          <a:cs typeface="Calibri"/>
                        </a:rPr>
                        <a:t>of</a:t>
                      </a:r>
                      <a:r>
                        <a:rPr sz="2400" spc="-30" dirty="0">
                          <a:latin typeface="Calibri"/>
                          <a:cs typeface="Calibri"/>
                        </a:rPr>
                        <a:t> </a:t>
                      </a:r>
                      <a:r>
                        <a:rPr sz="2400" dirty="0">
                          <a:latin typeface="Calibri"/>
                          <a:cs typeface="Calibri"/>
                        </a:rPr>
                        <a:t>list1</a:t>
                      </a:r>
                      <a:r>
                        <a:rPr sz="2400" spc="-25" dirty="0">
                          <a:latin typeface="Calibri"/>
                          <a:cs typeface="Calibri"/>
                        </a:rPr>
                        <a:t> </a:t>
                      </a:r>
                      <a:r>
                        <a:rPr sz="2400" dirty="0">
                          <a:latin typeface="Calibri"/>
                          <a:cs typeface="Calibri"/>
                        </a:rPr>
                        <a:t>:</a:t>
                      </a:r>
                      <a:r>
                        <a:rPr sz="2400" spc="-50" dirty="0">
                          <a:latin typeface="Calibri"/>
                          <a:cs typeface="Calibri"/>
                        </a:rPr>
                        <a:t> 6</a:t>
                      </a:r>
                      <a:endParaRPr sz="2400" dirty="0">
                        <a:latin typeface="Calibri"/>
                        <a:cs typeface="Calibri"/>
                      </a:endParaRPr>
                    </a:p>
                    <a:p>
                      <a:pPr marL="4163695">
                        <a:lnSpc>
                          <a:spcPct val="100000"/>
                        </a:lnSpc>
                      </a:pPr>
                      <a:r>
                        <a:rPr sz="2400" dirty="0">
                          <a:latin typeface="Calibri"/>
                          <a:cs typeface="Calibri"/>
                        </a:rPr>
                        <a:t>Max</a:t>
                      </a:r>
                      <a:r>
                        <a:rPr sz="2400" spc="-50" dirty="0">
                          <a:latin typeface="Calibri"/>
                          <a:cs typeface="Calibri"/>
                        </a:rPr>
                        <a:t> </a:t>
                      </a:r>
                      <a:r>
                        <a:rPr sz="2400" dirty="0">
                          <a:latin typeface="Calibri"/>
                          <a:cs typeface="Calibri"/>
                        </a:rPr>
                        <a:t>of</a:t>
                      </a:r>
                      <a:r>
                        <a:rPr sz="2400" spc="-30" dirty="0">
                          <a:latin typeface="Calibri"/>
                          <a:cs typeface="Calibri"/>
                        </a:rPr>
                        <a:t> </a:t>
                      </a:r>
                      <a:r>
                        <a:rPr sz="2400" dirty="0">
                          <a:latin typeface="Calibri"/>
                          <a:cs typeface="Calibri"/>
                        </a:rPr>
                        <a:t>list2</a:t>
                      </a:r>
                      <a:r>
                        <a:rPr sz="2400" spc="-25" dirty="0">
                          <a:latin typeface="Calibri"/>
                          <a:cs typeface="Calibri"/>
                        </a:rPr>
                        <a:t> </a:t>
                      </a:r>
                      <a:r>
                        <a:rPr sz="2400" dirty="0">
                          <a:latin typeface="Calibri"/>
                          <a:cs typeface="Calibri"/>
                        </a:rPr>
                        <a:t>:</a:t>
                      </a:r>
                      <a:r>
                        <a:rPr sz="2400" spc="-50" dirty="0">
                          <a:latin typeface="Calibri"/>
                          <a:cs typeface="Calibri"/>
                        </a:rPr>
                        <a:t> </a:t>
                      </a:r>
                      <a:r>
                        <a:rPr lang="en-US" sz="2400" spc="-10" dirty="0" err="1">
                          <a:latin typeface="Calibri"/>
                          <a:cs typeface="Calibri"/>
                        </a:rPr>
                        <a:t>sql</a:t>
                      </a:r>
                      <a:endParaRPr sz="2400" dirty="0">
                        <a:latin typeface="Calibri"/>
                        <a:cs typeface="Calibri"/>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5"/>
                  </a:ext>
                </a:extLst>
              </a:tr>
            </a:tbl>
          </a:graphicData>
        </a:graphic>
      </p:graphicFrame>
      <p:sp>
        <p:nvSpPr>
          <p:cNvPr id="8" name="Slide Number Placeholder 7">
            <a:extLst>
              <a:ext uri="{FF2B5EF4-FFF2-40B4-BE49-F238E27FC236}">
                <a16:creationId xmlns:a16="http://schemas.microsoft.com/office/drawing/2014/main" id="{38FC7BF7-4A71-E363-7902-DBABE7363442}"/>
              </a:ext>
            </a:extLst>
          </p:cNvPr>
          <p:cNvSpPr>
            <a:spLocks noGrp="1"/>
          </p:cNvSpPr>
          <p:nvPr>
            <p:ph type="sldNum" sz="quarter" idx="7"/>
          </p:nvPr>
        </p:nvSpPr>
        <p:spPr/>
        <p:txBody>
          <a:bodyPr/>
          <a:lstStyle/>
          <a:p>
            <a:fld id="{B6F15528-21DE-4FAA-801E-634DDDAF4B2B}" type="slidenum">
              <a:rPr lang="en-US"/>
              <a:t>15</a:t>
            </a:fld>
            <a:endParaRPr lang="en-US"/>
          </a:p>
        </p:txBody>
      </p:sp>
    </p:spTree>
    <p:extLst>
      <p:ext uri="{BB962C8B-B14F-4D97-AF65-F5344CB8AC3E}">
        <p14:creationId xmlns:p14="http://schemas.microsoft.com/office/powerpoint/2010/main" val="368388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8718" y="44578"/>
            <a:ext cx="8023860" cy="505267"/>
          </a:xfrm>
          <a:prstGeom prst="rect">
            <a:avLst/>
          </a:prstGeom>
        </p:spPr>
        <p:txBody>
          <a:bodyPr vert="horz" wrap="square" lIns="0" tIns="12700" rIns="0" bIns="0" rtlCol="0">
            <a:spAutoFit/>
          </a:bodyPr>
          <a:lstStyle/>
          <a:p>
            <a:pPr marL="12700">
              <a:spcBef>
                <a:spcPts val="100"/>
              </a:spcBef>
            </a:pPr>
            <a:r>
              <a:t>List</a:t>
            </a:r>
            <a:r>
              <a:rPr spc="-15"/>
              <a:t> </a:t>
            </a:r>
            <a:r>
              <a:t>Functions</a:t>
            </a:r>
            <a:r>
              <a:rPr spc="-45"/>
              <a:t> </a:t>
            </a:r>
            <a:r>
              <a:t>&amp;</a:t>
            </a:r>
            <a:r>
              <a:rPr spc="-10"/>
              <a:t> </a:t>
            </a:r>
            <a:r>
              <a:t>Methods</a:t>
            </a:r>
            <a:r>
              <a:rPr spc="-35"/>
              <a:t> </a:t>
            </a:r>
            <a:r>
              <a:rPr>
                <a:solidFill>
                  <a:srgbClr val="000000"/>
                </a:solidFill>
              </a:rPr>
              <a:t>in</a:t>
            </a:r>
            <a:r>
              <a:rPr spc="-35">
                <a:solidFill>
                  <a:srgbClr val="000000"/>
                </a:solidFill>
              </a:rPr>
              <a:t> </a:t>
            </a:r>
            <a:r>
              <a:rPr spc="-10">
                <a:solidFill>
                  <a:srgbClr val="0983C0"/>
                </a:solidFill>
              </a:rPr>
              <a:t>Python</a:t>
            </a:r>
          </a:p>
        </p:txBody>
      </p:sp>
      <p:sp>
        <p:nvSpPr>
          <p:cNvPr id="3" name="object 3"/>
          <p:cNvSpPr txBox="1"/>
          <p:nvPr/>
        </p:nvSpPr>
        <p:spPr>
          <a:xfrm>
            <a:off x="9300718" y="222884"/>
            <a:ext cx="593090" cy="299720"/>
          </a:xfrm>
          <a:prstGeom prst="rect">
            <a:avLst/>
          </a:prstGeom>
        </p:spPr>
        <p:txBody>
          <a:bodyPr vert="horz" wrap="square" lIns="0" tIns="12700" rIns="0" bIns="0" rtlCol="0">
            <a:spAutoFit/>
          </a:bodyPr>
          <a:lstStyle/>
          <a:p>
            <a:pPr marL="12700">
              <a:spcBef>
                <a:spcPts val="100"/>
              </a:spcBef>
            </a:pPr>
            <a:r>
              <a:rPr b="1" spc="-10">
                <a:latin typeface="Calibri"/>
                <a:cs typeface="Calibri"/>
              </a:rPr>
              <a:t>Cont..</a:t>
            </a:r>
            <a:endParaRPr>
              <a:latin typeface="Calibri"/>
              <a:cs typeface="Calibri"/>
            </a:endParaRPr>
          </a:p>
        </p:txBody>
      </p:sp>
      <p:sp>
        <p:nvSpPr>
          <p:cNvPr id="4" name="object 4"/>
          <p:cNvSpPr/>
          <p:nvPr/>
        </p:nvSpPr>
        <p:spPr>
          <a:xfrm>
            <a:off x="1524000" y="642874"/>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sp>
        <p:nvSpPr>
          <p:cNvPr id="5" name="object 5"/>
          <p:cNvSpPr/>
          <p:nvPr/>
        </p:nvSpPr>
        <p:spPr>
          <a:xfrm>
            <a:off x="943317" y="2141961"/>
            <a:ext cx="8933374" cy="3026703"/>
          </a:xfrm>
          <a:custGeom>
            <a:avLst/>
            <a:gdLst/>
            <a:ahLst/>
            <a:cxnLst/>
            <a:rect l="l" t="t" r="r" b="b"/>
            <a:pathLst>
              <a:path w="6715125" h="2862579">
                <a:moveTo>
                  <a:pt x="0" y="2862326"/>
                </a:moveTo>
                <a:lnTo>
                  <a:pt x="6715125" y="2862326"/>
                </a:lnTo>
                <a:lnTo>
                  <a:pt x="6715125" y="0"/>
                </a:lnTo>
                <a:lnTo>
                  <a:pt x="0" y="0"/>
                </a:lnTo>
                <a:lnTo>
                  <a:pt x="0" y="2862326"/>
                </a:lnTo>
                <a:close/>
              </a:path>
            </a:pathLst>
          </a:custGeom>
          <a:ln w="12700">
            <a:solidFill>
              <a:srgbClr val="4F81BC"/>
            </a:solidFill>
          </a:ln>
        </p:spPr>
        <p:txBody>
          <a:bodyPr wrap="square" lIns="0" tIns="0" rIns="0" bIns="0" rtlCol="0"/>
          <a:lstStyle/>
          <a:p>
            <a:endParaRPr/>
          </a:p>
        </p:txBody>
      </p:sp>
      <p:sp>
        <p:nvSpPr>
          <p:cNvPr id="6" name="object 6"/>
          <p:cNvSpPr txBox="1"/>
          <p:nvPr/>
        </p:nvSpPr>
        <p:spPr>
          <a:xfrm>
            <a:off x="974243" y="551991"/>
            <a:ext cx="9439909" cy="4599336"/>
          </a:xfrm>
          <a:prstGeom prst="rect">
            <a:avLst/>
          </a:prstGeom>
        </p:spPr>
        <p:txBody>
          <a:bodyPr vert="horz" wrap="square" lIns="0" tIns="86995" rIns="0" bIns="0" rtlCol="0" anchor="t">
            <a:spAutoFit/>
          </a:bodyPr>
          <a:lstStyle/>
          <a:p>
            <a:pPr marL="12700">
              <a:spcBef>
                <a:spcPts val="685"/>
              </a:spcBef>
            </a:pPr>
            <a:r>
              <a:rPr sz="2600" b="1" u="sng" dirty="0">
                <a:solidFill>
                  <a:srgbClr val="0983C0"/>
                </a:solidFill>
                <a:uFill>
                  <a:solidFill>
                    <a:srgbClr val="0983C0"/>
                  </a:solidFill>
                </a:uFill>
                <a:latin typeface="Malgun Gothic"/>
                <a:cs typeface="Malgun Gothic"/>
              </a:rPr>
              <a:t>☞</a:t>
            </a:r>
            <a:r>
              <a:rPr sz="2600" b="1" u="sng" spc="-330" dirty="0">
                <a:solidFill>
                  <a:srgbClr val="0983C0"/>
                </a:solidFill>
                <a:uFill>
                  <a:solidFill>
                    <a:srgbClr val="0983C0"/>
                  </a:solidFill>
                </a:uFill>
                <a:latin typeface="Malgun Gothic"/>
                <a:cs typeface="Malgun Gothic"/>
              </a:rPr>
              <a:t> </a:t>
            </a:r>
            <a:r>
              <a:rPr sz="2600" b="1" u="sng" dirty="0">
                <a:solidFill>
                  <a:srgbClr val="0983C0"/>
                </a:solidFill>
                <a:uFill>
                  <a:solidFill>
                    <a:srgbClr val="0983C0"/>
                  </a:solidFill>
                </a:uFill>
                <a:latin typeface="Calibri"/>
                <a:cs typeface="Calibri"/>
              </a:rPr>
              <a:t>min</a:t>
            </a:r>
            <a:r>
              <a:rPr sz="2600" b="1" u="sng" spc="-30" dirty="0">
                <a:solidFill>
                  <a:srgbClr val="0983C0"/>
                </a:solidFill>
                <a:uFill>
                  <a:solidFill>
                    <a:srgbClr val="0983C0"/>
                  </a:solidFill>
                </a:uFill>
                <a:latin typeface="Calibri"/>
                <a:cs typeface="Calibri"/>
              </a:rPr>
              <a:t> </a:t>
            </a:r>
            <a:r>
              <a:rPr sz="2600" b="1" u="sng" spc="-25" dirty="0">
                <a:solidFill>
                  <a:srgbClr val="0983C0"/>
                </a:solidFill>
                <a:uFill>
                  <a:solidFill>
                    <a:srgbClr val="0983C0"/>
                  </a:solidFill>
                </a:uFill>
                <a:latin typeface="Calibri"/>
                <a:cs typeface="Calibri"/>
              </a:rPr>
              <a:t>():</a:t>
            </a:r>
            <a:endParaRPr sz="2600" dirty="0">
              <a:latin typeface="Calibri"/>
              <a:cs typeface="Calibri"/>
            </a:endParaRPr>
          </a:p>
          <a:p>
            <a:pPr marL="354965" indent="-342265">
              <a:spcBef>
                <a:spcPts val="535"/>
              </a:spcBef>
              <a:buFont typeface="Arial MT"/>
              <a:buChar char="•"/>
              <a:tabLst>
                <a:tab pos="354965" algn="l"/>
              </a:tabLst>
            </a:pPr>
            <a:r>
              <a:rPr sz="2400" dirty="0">
                <a:latin typeface="Calibri"/>
                <a:cs typeface="Calibri"/>
              </a:rPr>
              <a:t>In</a:t>
            </a:r>
            <a:r>
              <a:rPr sz="2400" spc="-55" dirty="0">
                <a:latin typeface="Calibri"/>
                <a:cs typeface="Calibri"/>
              </a:rPr>
              <a:t> </a:t>
            </a:r>
            <a:r>
              <a:rPr sz="2400" dirty="0">
                <a:latin typeface="Calibri"/>
                <a:cs typeface="Calibri"/>
              </a:rPr>
              <a:t>Python,</a:t>
            </a:r>
            <a:r>
              <a:rPr sz="2400" spc="-40" dirty="0">
                <a:latin typeface="Calibri"/>
                <a:cs typeface="Calibri"/>
              </a:rPr>
              <a:t> </a:t>
            </a:r>
            <a:r>
              <a:rPr sz="2400" dirty="0">
                <a:latin typeface="Calibri"/>
                <a:cs typeface="Calibri"/>
              </a:rPr>
              <a:t>min()</a:t>
            </a:r>
            <a:r>
              <a:rPr sz="2400" spc="-45" dirty="0">
                <a:latin typeface="Calibri"/>
                <a:cs typeface="Calibri"/>
              </a:rPr>
              <a:t> </a:t>
            </a:r>
            <a:r>
              <a:rPr sz="2400" dirty="0">
                <a:latin typeface="Calibri"/>
                <a:cs typeface="Calibri"/>
              </a:rPr>
              <a:t>function</a:t>
            </a:r>
            <a:r>
              <a:rPr sz="2400" spc="-35" dirty="0">
                <a:latin typeface="Calibri"/>
                <a:cs typeface="Calibri"/>
              </a:rPr>
              <a:t> </a:t>
            </a:r>
            <a:r>
              <a:rPr sz="2400" dirty="0">
                <a:latin typeface="Calibri"/>
                <a:cs typeface="Calibri"/>
              </a:rPr>
              <a:t>is</a:t>
            </a:r>
            <a:r>
              <a:rPr sz="2400" spc="-35" dirty="0">
                <a:latin typeface="Calibri"/>
                <a:cs typeface="Calibri"/>
              </a:rPr>
              <a:t> </a:t>
            </a:r>
            <a:r>
              <a:rPr sz="2400" dirty="0">
                <a:latin typeface="Calibri"/>
                <a:cs typeface="Calibri"/>
              </a:rPr>
              <a:t>used</a:t>
            </a:r>
            <a:r>
              <a:rPr sz="2400" spc="-35" dirty="0">
                <a:latin typeface="Calibri"/>
                <a:cs typeface="Calibri"/>
              </a:rPr>
              <a:t> </a:t>
            </a:r>
            <a:r>
              <a:rPr sz="2400" dirty="0">
                <a:latin typeface="Calibri"/>
                <a:cs typeface="Calibri"/>
              </a:rPr>
              <a:t>to</a:t>
            </a:r>
            <a:r>
              <a:rPr sz="2400" spc="-30" dirty="0">
                <a:latin typeface="Calibri"/>
                <a:cs typeface="Calibri"/>
              </a:rPr>
              <a:t> </a:t>
            </a:r>
            <a:r>
              <a:rPr sz="2400" dirty="0">
                <a:latin typeface="Calibri"/>
                <a:cs typeface="Calibri"/>
              </a:rPr>
              <a:t>find</a:t>
            </a:r>
            <a:r>
              <a:rPr sz="2400" spc="-35" dirty="0">
                <a:latin typeface="Calibri"/>
                <a:cs typeface="Calibri"/>
              </a:rPr>
              <a:t> </a:t>
            </a:r>
            <a:r>
              <a:rPr sz="2400" dirty="0">
                <a:latin typeface="Calibri"/>
                <a:cs typeface="Calibri"/>
              </a:rPr>
              <a:t>minimum</a:t>
            </a:r>
            <a:r>
              <a:rPr sz="2400" spc="-55" dirty="0">
                <a:latin typeface="Calibri"/>
                <a:cs typeface="Calibri"/>
              </a:rPr>
              <a:t> </a:t>
            </a:r>
            <a:r>
              <a:rPr sz="2400" dirty="0">
                <a:latin typeface="Calibri"/>
                <a:cs typeface="Calibri"/>
              </a:rPr>
              <a:t>value</a:t>
            </a:r>
            <a:r>
              <a:rPr sz="2400" spc="-20" dirty="0">
                <a:latin typeface="Calibri"/>
                <a:cs typeface="Calibri"/>
              </a:rPr>
              <a:t> </a:t>
            </a:r>
            <a:r>
              <a:rPr sz="2400" dirty="0">
                <a:latin typeface="Calibri"/>
                <a:cs typeface="Calibri"/>
              </a:rPr>
              <a:t>in</a:t>
            </a:r>
            <a:r>
              <a:rPr sz="2400" spc="-45" dirty="0">
                <a:latin typeface="Calibri"/>
                <a:cs typeface="Calibri"/>
              </a:rPr>
              <a:t> </a:t>
            </a:r>
            <a:r>
              <a:rPr sz="2400" dirty="0">
                <a:latin typeface="Calibri"/>
                <a:cs typeface="Calibri"/>
              </a:rPr>
              <a:t>the</a:t>
            </a:r>
            <a:r>
              <a:rPr sz="2400" spc="-30" dirty="0">
                <a:latin typeface="Calibri"/>
                <a:cs typeface="Calibri"/>
              </a:rPr>
              <a:t> </a:t>
            </a:r>
            <a:r>
              <a:rPr sz="2400" spc="-10" dirty="0">
                <a:latin typeface="Calibri"/>
                <a:cs typeface="Calibri"/>
              </a:rPr>
              <a:t>list.</a:t>
            </a:r>
            <a:endParaRPr sz="2400" dirty="0">
              <a:latin typeface="Calibri"/>
              <a:cs typeface="Calibri"/>
            </a:endParaRPr>
          </a:p>
          <a:p>
            <a:pPr marL="354965" indent="-342265">
              <a:spcBef>
                <a:spcPts val="535"/>
              </a:spcBef>
              <a:buFont typeface="Arial MT"/>
              <a:buChar char="•"/>
              <a:tabLst>
                <a:tab pos="1840864" algn="l"/>
              </a:tabLst>
            </a:pPr>
            <a:r>
              <a:rPr lang="en-IN" sz="2400" spc="-10" dirty="0">
                <a:latin typeface="Calibri"/>
                <a:cs typeface="Calibri"/>
              </a:rPr>
              <a:t>For string items, the string with lower ASCII value is considered.</a:t>
            </a:r>
            <a:endParaRPr lang="en-US" sz="2400" spc="-10" dirty="0">
              <a:latin typeface="Calibri"/>
              <a:cs typeface="Calibri"/>
            </a:endParaRPr>
          </a:p>
          <a:p>
            <a:pPr marL="354965" indent="-342265">
              <a:spcBef>
                <a:spcPts val="535"/>
              </a:spcBef>
              <a:buFont typeface="Arial MT"/>
              <a:buChar char="•"/>
              <a:tabLst>
                <a:tab pos="1840864" algn="l"/>
              </a:tabLst>
            </a:pPr>
            <a:endParaRPr lang="en-IN" sz="2400" spc="-10" dirty="0">
              <a:latin typeface="Calibri"/>
              <a:cs typeface="Calibri"/>
            </a:endParaRPr>
          </a:p>
          <a:p>
            <a:pPr marL="12700">
              <a:spcBef>
                <a:spcPts val="590"/>
              </a:spcBef>
              <a:tabLst>
                <a:tab pos="1840864" algn="l"/>
              </a:tabLst>
            </a:pPr>
            <a:r>
              <a:rPr sz="2400" b="1" u="sng" dirty="0">
                <a:uFill>
                  <a:solidFill>
                    <a:srgbClr val="000000"/>
                  </a:solidFill>
                </a:uFill>
                <a:latin typeface="Calibri"/>
                <a:cs typeface="Calibri"/>
              </a:rPr>
              <a:t>Syntax: </a:t>
            </a:r>
            <a:r>
              <a:rPr lang="en-US" sz="2400" spc="-10" dirty="0">
                <a:solidFill>
                  <a:srgbClr val="008080"/>
                </a:solidFill>
                <a:latin typeface="Consolas"/>
                <a:cs typeface="Calibri"/>
              </a:rPr>
              <a:t>       min</a:t>
            </a:r>
            <a:r>
              <a:rPr sz="2400" spc="-10" dirty="0">
                <a:solidFill>
                  <a:srgbClr val="008080"/>
                </a:solidFill>
                <a:latin typeface="Consolas"/>
                <a:cs typeface="Consolas"/>
              </a:rPr>
              <a:t>(</a:t>
            </a:r>
            <a:r>
              <a:rPr lang="en-US" sz="2400" spc="-10" dirty="0" err="1">
                <a:solidFill>
                  <a:srgbClr val="FF0000"/>
                </a:solidFill>
                <a:latin typeface="Consolas"/>
                <a:cs typeface="Consolas"/>
              </a:rPr>
              <a:t>my_list</a:t>
            </a:r>
            <a:r>
              <a:rPr sz="2400" spc="-10" dirty="0">
                <a:solidFill>
                  <a:srgbClr val="008080"/>
                </a:solidFill>
                <a:latin typeface="Consolas"/>
                <a:cs typeface="Consolas"/>
              </a:rPr>
              <a:t>)</a:t>
            </a:r>
            <a:endParaRPr sz="2400" dirty="0">
              <a:latin typeface="Consolas"/>
              <a:cs typeface="Consolas"/>
            </a:endParaRPr>
          </a:p>
          <a:p>
            <a:pPr marL="83820">
              <a:spcBef>
                <a:spcPts val="2200"/>
              </a:spcBef>
              <a:tabLst>
                <a:tab pos="1515110" algn="l"/>
              </a:tabLst>
            </a:pPr>
            <a:r>
              <a:rPr sz="2400" b="1" u="sng" spc="-10" dirty="0">
                <a:solidFill>
                  <a:srgbClr val="0983C0"/>
                </a:solidFill>
                <a:uFill>
                  <a:solidFill>
                    <a:srgbClr val="0983C0"/>
                  </a:solidFill>
                </a:uFill>
                <a:latin typeface="Calibri"/>
                <a:cs typeface="Calibri"/>
              </a:rPr>
              <a:t>Example:</a:t>
            </a:r>
            <a:r>
              <a:rPr sz="2400" b="1" dirty="0">
                <a:solidFill>
                  <a:srgbClr val="0983C0"/>
                </a:solidFill>
                <a:latin typeface="Calibri"/>
                <a:cs typeface="Calibri"/>
              </a:rPr>
              <a:t>	</a:t>
            </a:r>
            <a:r>
              <a:rPr sz="2400" b="1" spc="-10" dirty="0">
                <a:latin typeface="Calibri"/>
                <a:cs typeface="Calibri"/>
              </a:rPr>
              <a:t>listmindemo.py</a:t>
            </a:r>
            <a:endParaRPr sz="2400" dirty="0">
              <a:latin typeface="Calibri"/>
              <a:cs typeface="Calibri"/>
            </a:endParaRPr>
          </a:p>
          <a:p>
            <a:pPr marL="83820">
              <a:spcBef>
                <a:spcPts val="1445"/>
              </a:spcBef>
            </a:pPr>
            <a:r>
              <a:rPr lang="en-US" sz="2000" spc="-10" dirty="0">
                <a:latin typeface="Times New Roman"/>
                <a:cs typeface="Consolas"/>
              </a:rPr>
              <a:t>num</a:t>
            </a:r>
            <a:r>
              <a:rPr sz="2000" spc="-10" dirty="0">
                <a:latin typeface="Times New Roman"/>
                <a:cs typeface="Consolas"/>
              </a:rPr>
              <a:t>=[</a:t>
            </a:r>
            <a:r>
              <a:rPr sz="2000" spc="-10" dirty="0">
                <a:solidFill>
                  <a:srgbClr val="800080"/>
                </a:solidFill>
                <a:latin typeface="Times New Roman"/>
                <a:cs typeface="Consolas"/>
              </a:rPr>
              <a:t>1</a:t>
            </a:r>
            <a:r>
              <a:rPr sz="2000" spc="-10" dirty="0">
                <a:latin typeface="Times New Roman"/>
                <a:cs typeface="Consolas"/>
              </a:rPr>
              <a:t>,</a:t>
            </a:r>
            <a:r>
              <a:rPr sz="2000" spc="-10" dirty="0">
                <a:solidFill>
                  <a:srgbClr val="800080"/>
                </a:solidFill>
                <a:latin typeface="Times New Roman"/>
                <a:cs typeface="Consolas"/>
              </a:rPr>
              <a:t>2</a:t>
            </a:r>
            <a:r>
              <a:rPr sz="2000" spc="-10" dirty="0">
                <a:latin typeface="Times New Roman"/>
                <a:cs typeface="Consolas"/>
              </a:rPr>
              <a:t>,</a:t>
            </a:r>
            <a:r>
              <a:rPr sz="2000" spc="-10" dirty="0">
                <a:solidFill>
                  <a:srgbClr val="800080"/>
                </a:solidFill>
                <a:latin typeface="Times New Roman"/>
                <a:cs typeface="Consolas"/>
              </a:rPr>
              <a:t>3</a:t>
            </a:r>
            <a:r>
              <a:rPr sz="2000" spc="-10" dirty="0">
                <a:latin typeface="Times New Roman"/>
                <a:cs typeface="Consolas"/>
              </a:rPr>
              <a:t>,</a:t>
            </a:r>
            <a:r>
              <a:rPr sz="2000" spc="-10" dirty="0">
                <a:solidFill>
                  <a:srgbClr val="800080"/>
                </a:solidFill>
                <a:latin typeface="Times New Roman"/>
                <a:cs typeface="Consolas"/>
              </a:rPr>
              <a:t>4</a:t>
            </a:r>
            <a:r>
              <a:rPr sz="2000" spc="-10" dirty="0">
                <a:latin typeface="Times New Roman"/>
                <a:cs typeface="Consolas"/>
              </a:rPr>
              <a:t>,</a:t>
            </a:r>
            <a:r>
              <a:rPr sz="2000" spc="-10" dirty="0">
                <a:solidFill>
                  <a:srgbClr val="800080"/>
                </a:solidFill>
                <a:latin typeface="Times New Roman"/>
                <a:cs typeface="Consolas"/>
              </a:rPr>
              <a:t>5</a:t>
            </a:r>
            <a:r>
              <a:rPr sz="2000" spc="-10" dirty="0">
                <a:latin typeface="Times New Roman"/>
                <a:cs typeface="Consolas"/>
              </a:rPr>
              <a:t>,</a:t>
            </a:r>
            <a:r>
              <a:rPr sz="2000" spc="-10" dirty="0">
                <a:solidFill>
                  <a:srgbClr val="800080"/>
                </a:solidFill>
                <a:latin typeface="Times New Roman"/>
                <a:cs typeface="Consolas"/>
              </a:rPr>
              <a:t>6</a:t>
            </a:r>
            <a:r>
              <a:rPr sz="2000" spc="-10" dirty="0">
                <a:latin typeface="Times New Roman"/>
                <a:cs typeface="Consolas"/>
              </a:rPr>
              <a:t>]</a:t>
            </a:r>
            <a:endParaRPr lang="en-US" sz="2000" dirty="0">
              <a:latin typeface="Times New Roman"/>
              <a:cs typeface="Consolas"/>
            </a:endParaRPr>
          </a:p>
          <a:p>
            <a:pPr marL="83820">
              <a:spcBef>
                <a:spcPts val="1445"/>
              </a:spcBef>
            </a:pPr>
            <a:r>
              <a:rPr lang="en-US" sz="2000" spc="-10" dirty="0">
                <a:latin typeface="Times New Roman"/>
                <a:cs typeface="Consolas"/>
              </a:rPr>
              <a:t>lang</a:t>
            </a:r>
            <a:r>
              <a:rPr sz="2000" spc="-10" dirty="0">
                <a:latin typeface="Times New Roman"/>
                <a:cs typeface="Consolas"/>
              </a:rPr>
              <a:t>=[</a:t>
            </a:r>
            <a:r>
              <a:rPr sz="2000" spc="-10" dirty="0">
                <a:solidFill>
                  <a:srgbClr val="FF00FF"/>
                </a:solidFill>
                <a:latin typeface="Times New Roman"/>
                <a:cs typeface="Consolas"/>
              </a:rPr>
              <a:t>'java'</a:t>
            </a:r>
            <a:r>
              <a:rPr sz="2000" spc="-10" dirty="0">
                <a:latin typeface="Times New Roman"/>
                <a:cs typeface="Consolas"/>
              </a:rPr>
              <a:t>,</a:t>
            </a:r>
            <a:r>
              <a:rPr sz="2000" spc="-10" dirty="0">
                <a:solidFill>
                  <a:srgbClr val="FF00FF"/>
                </a:solidFill>
                <a:latin typeface="Times New Roman"/>
                <a:cs typeface="Consolas"/>
              </a:rPr>
              <a:t>'c'</a:t>
            </a:r>
            <a:r>
              <a:rPr sz="2000" spc="-10" dirty="0">
                <a:latin typeface="Times New Roman"/>
                <a:cs typeface="Consolas"/>
              </a:rPr>
              <a:t>,</a:t>
            </a:r>
            <a:r>
              <a:rPr sz="2000" spc="-10" dirty="0">
                <a:solidFill>
                  <a:srgbClr val="FF00FF"/>
                </a:solidFill>
                <a:latin typeface="Times New Roman"/>
                <a:cs typeface="Consolas"/>
              </a:rPr>
              <a:t>'python'</a:t>
            </a:r>
            <a:r>
              <a:rPr sz="2000" spc="-10" dirty="0">
                <a:latin typeface="Times New Roman"/>
                <a:cs typeface="Consolas"/>
              </a:rPr>
              <a:t>,</a:t>
            </a:r>
            <a:r>
              <a:rPr sz="2000" spc="-10" dirty="0">
                <a:solidFill>
                  <a:srgbClr val="FF00FF"/>
                </a:solidFill>
                <a:latin typeface="Times New Roman"/>
                <a:cs typeface="Consolas"/>
              </a:rPr>
              <a:t>'</a:t>
            </a:r>
            <a:r>
              <a:rPr sz="2000" spc="-10" dirty="0" err="1">
                <a:solidFill>
                  <a:srgbClr val="FF00FF"/>
                </a:solidFill>
                <a:latin typeface="Times New Roman"/>
                <a:cs typeface="Consolas"/>
              </a:rPr>
              <a:t>cpp</a:t>
            </a:r>
            <a:r>
              <a:rPr lang="en-US" sz="2000" spc="-10" dirty="0">
                <a:solidFill>
                  <a:srgbClr val="FF00FF"/>
                </a:solidFill>
                <a:latin typeface="Times New Roman"/>
                <a:cs typeface="Consolas"/>
              </a:rPr>
              <a:t>','</a:t>
            </a:r>
            <a:r>
              <a:rPr lang="en-US" sz="2000" spc="-10" dirty="0" err="1">
                <a:solidFill>
                  <a:srgbClr val="FF00FF"/>
                </a:solidFill>
                <a:latin typeface="Times New Roman"/>
                <a:cs typeface="Consolas"/>
              </a:rPr>
              <a:t>sql</a:t>
            </a:r>
            <a:r>
              <a:rPr lang="en-US" sz="2000" spc="-10" dirty="0">
                <a:solidFill>
                  <a:srgbClr val="FF00FF"/>
                </a:solidFill>
                <a:latin typeface="Times New Roman"/>
                <a:cs typeface="Consolas"/>
              </a:rPr>
              <a:t>’,’SQL’</a:t>
            </a:r>
            <a:r>
              <a:rPr lang="en-US" sz="2000" spc="-10" dirty="0">
                <a:latin typeface="Times New Roman"/>
                <a:cs typeface="Consolas"/>
              </a:rPr>
              <a:t>]</a:t>
            </a:r>
            <a:endParaRPr lang="en-US" sz="2000" dirty="0">
              <a:latin typeface="Times New Roman"/>
              <a:cs typeface="Consolas"/>
            </a:endParaRPr>
          </a:p>
          <a:p>
            <a:pPr algn="l"/>
            <a:r>
              <a:rPr lang="en-US" sz="2000" spc="-10" dirty="0">
                <a:solidFill>
                  <a:srgbClr val="6A5221"/>
                </a:solidFill>
                <a:latin typeface="Times New Roman"/>
                <a:cs typeface="Times New Roman"/>
              </a:rPr>
              <a:t> </a:t>
            </a:r>
            <a:r>
              <a:rPr lang="en-US" sz="2400" spc="-10" dirty="0">
                <a:solidFill>
                  <a:srgbClr val="0000FF"/>
                </a:solidFill>
                <a:latin typeface="Times New Roman"/>
                <a:ea typeface="+mn-ea"/>
                <a:cs typeface="Times New Roman"/>
              </a:rPr>
              <a:t>print</a:t>
            </a:r>
            <a:r>
              <a:rPr lang="en-US" sz="2000" spc="-10" dirty="0">
                <a:solidFill>
                  <a:srgbClr val="000000"/>
                </a:solidFill>
                <a:latin typeface="Times New Roman"/>
                <a:cs typeface="Times New Roman"/>
              </a:rPr>
              <a:t>(</a:t>
            </a:r>
            <a:r>
              <a:rPr lang="en-US" sz="2000" spc="-10" dirty="0">
                <a:solidFill>
                  <a:srgbClr val="A31515"/>
                </a:solidFill>
                <a:latin typeface="Times New Roman"/>
                <a:cs typeface="Times New Roman"/>
              </a:rPr>
              <a:t>"Min of </a:t>
            </a:r>
            <a:r>
              <a:rPr lang="en-US" sz="2000" spc="-10" err="1">
                <a:solidFill>
                  <a:srgbClr val="A31515"/>
                </a:solidFill>
                <a:latin typeface="Times New Roman"/>
                <a:cs typeface="Times New Roman"/>
              </a:rPr>
              <a:t>list_num</a:t>
            </a:r>
            <a:r>
              <a:rPr lang="en-US" sz="2000" spc="-10" dirty="0">
                <a:solidFill>
                  <a:srgbClr val="A31515"/>
                </a:solidFill>
                <a:latin typeface="Times New Roman"/>
                <a:cs typeface="Times New Roman"/>
              </a:rPr>
              <a:t> :"</a:t>
            </a:r>
            <a:r>
              <a:rPr lang="en-US" sz="2000" spc="-10" dirty="0">
                <a:solidFill>
                  <a:srgbClr val="000000"/>
                </a:solidFill>
                <a:latin typeface="Times New Roman"/>
                <a:cs typeface="Times New Roman"/>
              </a:rPr>
              <a:t>,</a:t>
            </a:r>
            <a:r>
              <a:rPr lang="en-US" sz="2000" spc="-10" dirty="0">
                <a:solidFill>
                  <a:srgbClr val="6A5221"/>
                </a:solidFill>
                <a:latin typeface="Times New Roman"/>
                <a:cs typeface="Times New Roman"/>
              </a:rPr>
              <a:t>min</a:t>
            </a:r>
            <a:r>
              <a:rPr lang="en-US" sz="2000" spc="-10" dirty="0">
                <a:solidFill>
                  <a:srgbClr val="000000"/>
                </a:solidFill>
                <a:latin typeface="Times New Roman"/>
                <a:cs typeface="Times New Roman"/>
              </a:rPr>
              <a:t>(num))</a:t>
            </a:r>
            <a:endParaRPr lang="en-US" sz="2000">
              <a:latin typeface="Times New Roman"/>
              <a:cs typeface="Times New Roman"/>
            </a:endParaRPr>
          </a:p>
          <a:p>
            <a:pPr algn="l"/>
            <a:r>
              <a:rPr lang="en-US" sz="2000" spc="-10" dirty="0">
                <a:solidFill>
                  <a:srgbClr val="6A5221"/>
                </a:solidFill>
                <a:latin typeface="Times New Roman"/>
                <a:cs typeface="Times New Roman"/>
              </a:rPr>
              <a:t> </a:t>
            </a:r>
            <a:r>
              <a:rPr lang="en-US" sz="2400" spc="-10" dirty="0">
                <a:solidFill>
                  <a:srgbClr val="0000FF"/>
                </a:solidFill>
                <a:latin typeface="Times New Roman"/>
                <a:ea typeface="+mn-ea"/>
                <a:cs typeface="Times New Roman"/>
              </a:rPr>
              <a:t>print</a:t>
            </a:r>
            <a:r>
              <a:rPr lang="en-US" sz="2000" spc="-10" dirty="0">
                <a:latin typeface="Times New Roman"/>
                <a:cs typeface="Times New Roman"/>
              </a:rPr>
              <a:t>(</a:t>
            </a:r>
            <a:r>
              <a:rPr lang="en-US" sz="2000" spc="-10" dirty="0">
                <a:solidFill>
                  <a:srgbClr val="A31515"/>
                </a:solidFill>
                <a:latin typeface="Times New Roman"/>
                <a:cs typeface="Times New Roman"/>
              </a:rPr>
              <a:t>"Min of </a:t>
            </a:r>
            <a:r>
              <a:rPr lang="en-US" sz="2000" spc="-10" err="1">
                <a:solidFill>
                  <a:srgbClr val="A31515"/>
                </a:solidFill>
                <a:latin typeface="Times New Roman"/>
                <a:cs typeface="Times New Roman"/>
              </a:rPr>
              <a:t>list_lang</a:t>
            </a:r>
            <a:r>
              <a:rPr lang="en-US" sz="2000" spc="-10" dirty="0">
                <a:solidFill>
                  <a:srgbClr val="A31515"/>
                </a:solidFill>
                <a:latin typeface="Times New Roman"/>
                <a:cs typeface="Times New Roman"/>
              </a:rPr>
              <a:t> :"</a:t>
            </a:r>
            <a:r>
              <a:rPr lang="en-US" sz="2000" spc="-10" dirty="0">
                <a:latin typeface="Times New Roman"/>
                <a:cs typeface="Times New Roman"/>
              </a:rPr>
              <a:t>,</a:t>
            </a:r>
            <a:r>
              <a:rPr lang="en-US" sz="2000" spc="-10" dirty="0">
                <a:solidFill>
                  <a:srgbClr val="6A5221"/>
                </a:solidFill>
                <a:latin typeface="Times New Roman"/>
                <a:cs typeface="Times New Roman"/>
              </a:rPr>
              <a:t>min</a:t>
            </a:r>
            <a:r>
              <a:rPr lang="en-US" sz="2000" spc="-10" dirty="0">
                <a:latin typeface="Times New Roman"/>
                <a:cs typeface="Times New Roman"/>
              </a:rPr>
              <a:t>(lang))</a:t>
            </a:r>
            <a:endParaRPr lang="en-US" sz="2000" dirty="0">
              <a:latin typeface="Times New Roman"/>
              <a:cs typeface="Times New Roman"/>
            </a:endParaRPr>
          </a:p>
        </p:txBody>
      </p:sp>
      <p:sp>
        <p:nvSpPr>
          <p:cNvPr id="8" name="object 8"/>
          <p:cNvSpPr txBox="1"/>
          <p:nvPr/>
        </p:nvSpPr>
        <p:spPr>
          <a:xfrm>
            <a:off x="6634098" y="5152974"/>
            <a:ext cx="4286250" cy="1504258"/>
          </a:xfrm>
          <a:prstGeom prst="rect">
            <a:avLst/>
          </a:prstGeom>
          <a:ln w="12700">
            <a:solidFill>
              <a:srgbClr val="4F81BC"/>
            </a:solidFill>
          </a:ln>
        </p:spPr>
        <p:txBody>
          <a:bodyPr vert="horz" wrap="square" lIns="0" tIns="26670" rIns="0" bIns="0" rtlCol="0" anchor="t">
            <a:spAutoFit/>
          </a:bodyPr>
          <a:lstStyle/>
          <a:p>
            <a:pPr marL="92075">
              <a:spcBef>
                <a:spcPts val="210"/>
              </a:spcBef>
            </a:pPr>
            <a:r>
              <a:rPr sz="2400" b="1" u="sng" spc="-10" dirty="0">
                <a:solidFill>
                  <a:srgbClr val="FFC000"/>
                </a:solidFill>
                <a:uFill>
                  <a:solidFill>
                    <a:srgbClr val="FFC000"/>
                  </a:solidFill>
                </a:uFill>
                <a:latin typeface="Calibri"/>
                <a:cs typeface="Calibri"/>
              </a:rPr>
              <a:t>Output:</a:t>
            </a:r>
            <a:endParaRPr sz="2400" dirty="0">
              <a:latin typeface="Calibri"/>
              <a:cs typeface="Calibri"/>
            </a:endParaRPr>
          </a:p>
          <a:p>
            <a:pPr marL="92075" marR="1294130"/>
            <a:r>
              <a:rPr sz="2400" b="1" dirty="0">
                <a:latin typeface="Calibri"/>
                <a:cs typeface="Calibri"/>
              </a:rPr>
              <a:t>python</a:t>
            </a:r>
            <a:r>
              <a:rPr sz="2400" b="1" spc="-70" dirty="0">
                <a:latin typeface="Calibri"/>
                <a:cs typeface="Calibri"/>
              </a:rPr>
              <a:t> </a:t>
            </a:r>
            <a:r>
              <a:rPr sz="2400" spc="-10" dirty="0">
                <a:latin typeface="Calibri"/>
                <a:cs typeface="Calibri"/>
              </a:rPr>
              <a:t>listmindemo.py </a:t>
            </a:r>
            <a:r>
              <a:rPr sz="2400" dirty="0">
                <a:latin typeface="Calibri"/>
                <a:cs typeface="Calibri"/>
              </a:rPr>
              <a:t>Min</a:t>
            </a:r>
            <a:r>
              <a:rPr sz="2400" spc="-40" dirty="0">
                <a:latin typeface="Calibri"/>
                <a:cs typeface="Calibri"/>
              </a:rPr>
              <a:t> </a:t>
            </a:r>
            <a:r>
              <a:rPr sz="2400" dirty="0">
                <a:latin typeface="Calibri"/>
                <a:cs typeface="Calibri"/>
              </a:rPr>
              <a:t>of</a:t>
            </a:r>
            <a:r>
              <a:rPr sz="2400" spc="-30" dirty="0">
                <a:latin typeface="Calibri"/>
                <a:cs typeface="Calibri"/>
              </a:rPr>
              <a:t> </a:t>
            </a:r>
            <a:r>
              <a:rPr lang="en-US" sz="2400" dirty="0">
                <a:latin typeface="Calibri"/>
                <a:cs typeface="Calibri"/>
              </a:rPr>
              <a:t>list num</a:t>
            </a:r>
            <a:r>
              <a:rPr sz="2400" spc="-35" dirty="0">
                <a:latin typeface="Calibri"/>
                <a:cs typeface="Calibri"/>
              </a:rPr>
              <a:t> </a:t>
            </a:r>
            <a:r>
              <a:rPr sz="2400" dirty="0">
                <a:latin typeface="Calibri"/>
                <a:cs typeface="Calibri"/>
              </a:rPr>
              <a:t>:</a:t>
            </a:r>
            <a:r>
              <a:rPr sz="2400" spc="-30" dirty="0">
                <a:latin typeface="Calibri"/>
                <a:cs typeface="Calibri"/>
              </a:rPr>
              <a:t> </a:t>
            </a:r>
            <a:r>
              <a:rPr sz="2400" spc="-50" dirty="0">
                <a:latin typeface="Calibri"/>
                <a:cs typeface="Calibri"/>
              </a:rPr>
              <a:t>1</a:t>
            </a:r>
            <a:endParaRPr sz="2400" dirty="0">
              <a:latin typeface="Calibri"/>
              <a:cs typeface="Calibri"/>
            </a:endParaRPr>
          </a:p>
          <a:p>
            <a:pPr marL="92075"/>
            <a:r>
              <a:rPr sz="2400" dirty="0">
                <a:latin typeface="Calibri"/>
                <a:cs typeface="Calibri"/>
              </a:rPr>
              <a:t>Min</a:t>
            </a:r>
            <a:r>
              <a:rPr sz="2400" spc="-40" dirty="0">
                <a:latin typeface="Calibri"/>
                <a:cs typeface="Calibri"/>
              </a:rPr>
              <a:t> </a:t>
            </a:r>
            <a:r>
              <a:rPr sz="2400" dirty="0">
                <a:latin typeface="Calibri"/>
                <a:cs typeface="Calibri"/>
              </a:rPr>
              <a:t>of</a:t>
            </a:r>
            <a:r>
              <a:rPr sz="2400" spc="-30" dirty="0">
                <a:latin typeface="Calibri"/>
                <a:cs typeface="Calibri"/>
              </a:rPr>
              <a:t> </a:t>
            </a:r>
            <a:r>
              <a:rPr lang="en-US" sz="2400" dirty="0" err="1">
                <a:latin typeface="Calibri"/>
                <a:cs typeface="Calibri"/>
              </a:rPr>
              <a:t>list_lang</a:t>
            </a:r>
            <a:r>
              <a:rPr sz="2400" spc="-35" dirty="0">
                <a:latin typeface="Calibri"/>
                <a:cs typeface="Calibri"/>
              </a:rPr>
              <a:t> </a:t>
            </a:r>
            <a:r>
              <a:rPr sz="2400" dirty="0">
                <a:latin typeface="Calibri"/>
                <a:cs typeface="Calibri"/>
              </a:rPr>
              <a:t>:</a:t>
            </a:r>
            <a:r>
              <a:rPr sz="2400" spc="-30" dirty="0">
                <a:latin typeface="Calibri"/>
                <a:cs typeface="Calibri"/>
              </a:rPr>
              <a:t> </a:t>
            </a:r>
            <a:r>
              <a:rPr lang="en-IN" sz="2400" spc="-50" dirty="0">
                <a:latin typeface="Calibri"/>
                <a:cs typeface="Calibri"/>
              </a:rPr>
              <a:t>SQL</a:t>
            </a:r>
            <a:endParaRPr sz="2400" dirty="0">
              <a:latin typeface="Calibri"/>
              <a:cs typeface="Calibri"/>
            </a:endParaRPr>
          </a:p>
        </p:txBody>
      </p:sp>
      <p:sp>
        <p:nvSpPr>
          <p:cNvPr id="9" name="Slide Number Placeholder 8">
            <a:extLst>
              <a:ext uri="{FF2B5EF4-FFF2-40B4-BE49-F238E27FC236}">
                <a16:creationId xmlns:a16="http://schemas.microsoft.com/office/drawing/2014/main" id="{9FAF78C0-AF33-DBD1-6D5B-C229B0464D1B}"/>
              </a:ext>
            </a:extLst>
          </p:cNvPr>
          <p:cNvSpPr>
            <a:spLocks noGrp="1"/>
          </p:cNvSpPr>
          <p:nvPr>
            <p:ph type="sldNum" sz="quarter" idx="7"/>
          </p:nvPr>
        </p:nvSpPr>
        <p:spPr/>
        <p:txBody>
          <a:bodyPr/>
          <a:lstStyle/>
          <a:p>
            <a:fld id="{B6F15528-21DE-4FAA-801E-634DDDAF4B2B}" type="slidenum">
              <a:rPr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8718" y="44578"/>
            <a:ext cx="8023860" cy="505267"/>
          </a:xfrm>
          <a:prstGeom prst="rect">
            <a:avLst/>
          </a:prstGeom>
        </p:spPr>
        <p:txBody>
          <a:bodyPr vert="horz" wrap="square" lIns="0" tIns="12700" rIns="0" bIns="0" rtlCol="0">
            <a:spAutoFit/>
          </a:bodyPr>
          <a:lstStyle/>
          <a:p>
            <a:pPr marL="12700">
              <a:spcBef>
                <a:spcPts val="100"/>
              </a:spcBef>
            </a:pPr>
            <a:r>
              <a:t>List</a:t>
            </a:r>
            <a:r>
              <a:rPr spc="-15"/>
              <a:t> </a:t>
            </a:r>
            <a:r>
              <a:t>Functions</a:t>
            </a:r>
            <a:r>
              <a:rPr spc="-45"/>
              <a:t> </a:t>
            </a:r>
            <a:r>
              <a:t>&amp;</a:t>
            </a:r>
            <a:r>
              <a:rPr spc="-10"/>
              <a:t> </a:t>
            </a:r>
            <a:r>
              <a:t>Methods</a:t>
            </a:r>
            <a:r>
              <a:rPr spc="-35"/>
              <a:t> </a:t>
            </a:r>
            <a:r>
              <a:rPr>
                <a:solidFill>
                  <a:srgbClr val="000000"/>
                </a:solidFill>
              </a:rPr>
              <a:t>in</a:t>
            </a:r>
            <a:r>
              <a:rPr spc="-35">
                <a:solidFill>
                  <a:srgbClr val="000000"/>
                </a:solidFill>
              </a:rPr>
              <a:t> </a:t>
            </a:r>
            <a:r>
              <a:rPr spc="-10">
                <a:solidFill>
                  <a:srgbClr val="0983C0"/>
                </a:solidFill>
              </a:rPr>
              <a:t>Python</a:t>
            </a:r>
          </a:p>
        </p:txBody>
      </p:sp>
      <p:sp>
        <p:nvSpPr>
          <p:cNvPr id="3" name="object 3"/>
          <p:cNvSpPr txBox="1"/>
          <p:nvPr/>
        </p:nvSpPr>
        <p:spPr>
          <a:xfrm>
            <a:off x="9300718" y="222884"/>
            <a:ext cx="593090" cy="299720"/>
          </a:xfrm>
          <a:prstGeom prst="rect">
            <a:avLst/>
          </a:prstGeom>
        </p:spPr>
        <p:txBody>
          <a:bodyPr vert="horz" wrap="square" lIns="0" tIns="12700" rIns="0" bIns="0" rtlCol="0">
            <a:spAutoFit/>
          </a:bodyPr>
          <a:lstStyle/>
          <a:p>
            <a:pPr marL="12700">
              <a:spcBef>
                <a:spcPts val="100"/>
              </a:spcBef>
            </a:pPr>
            <a:r>
              <a:rPr b="1" spc="-10">
                <a:latin typeface="Calibri"/>
                <a:cs typeface="Calibri"/>
              </a:rPr>
              <a:t>Cont..</a:t>
            </a:r>
            <a:endParaRPr>
              <a:latin typeface="Calibri"/>
              <a:cs typeface="Calibri"/>
            </a:endParaRPr>
          </a:p>
        </p:txBody>
      </p:sp>
      <p:sp>
        <p:nvSpPr>
          <p:cNvPr id="4" name="object 4"/>
          <p:cNvSpPr/>
          <p:nvPr/>
        </p:nvSpPr>
        <p:spPr>
          <a:xfrm>
            <a:off x="1524000" y="642874"/>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sp>
        <p:nvSpPr>
          <p:cNvPr id="5" name="object 5"/>
          <p:cNvSpPr/>
          <p:nvPr/>
        </p:nvSpPr>
        <p:spPr>
          <a:xfrm>
            <a:off x="1881162" y="2531873"/>
            <a:ext cx="7644130" cy="1754505"/>
          </a:xfrm>
          <a:custGeom>
            <a:avLst/>
            <a:gdLst/>
            <a:ahLst/>
            <a:cxnLst/>
            <a:rect l="l" t="t" r="r" b="b"/>
            <a:pathLst>
              <a:path w="7644130" h="1754504">
                <a:moveTo>
                  <a:pt x="0" y="1754377"/>
                </a:moveTo>
                <a:lnTo>
                  <a:pt x="7643876" y="1754377"/>
                </a:lnTo>
                <a:lnTo>
                  <a:pt x="7643876" y="0"/>
                </a:lnTo>
                <a:lnTo>
                  <a:pt x="0" y="0"/>
                </a:lnTo>
                <a:lnTo>
                  <a:pt x="0" y="1754377"/>
                </a:lnTo>
                <a:close/>
              </a:path>
            </a:pathLst>
          </a:custGeom>
          <a:ln w="12700">
            <a:solidFill>
              <a:srgbClr val="4F81BC"/>
            </a:solidFill>
          </a:ln>
        </p:spPr>
        <p:txBody>
          <a:bodyPr wrap="square" lIns="0" tIns="0" rIns="0" bIns="0" rtlCol="0"/>
          <a:lstStyle/>
          <a:p>
            <a:endParaRPr/>
          </a:p>
        </p:txBody>
      </p:sp>
      <p:sp>
        <p:nvSpPr>
          <p:cNvPr id="6" name="object 6"/>
          <p:cNvSpPr txBox="1"/>
          <p:nvPr/>
        </p:nvSpPr>
        <p:spPr>
          <a:xfrm>
            <a:off x="1888642" y="587160"/>
            <a:ext cx="8357870" cy="3650358"/>
          </a:xfrm>
          <a:prstGeom prst="rect">
            <a:avLst/>
          </a:prstGeom>
        </p:spPr>
        <p:txBody>
          <a:bodyPr vert="horz" wrap="square" lIns="0" tIns="86995" rIns="0" bIns="0" rtlCol="0" anchor="t">
            <a:spAutoFit/>
          </a:bodyPr>
          <a:lstStyle/>
          <a:p>
            <a:pPr marL="12700">
              <a:spcBef>
                <a:spcPts val="685"/>
              </a:spcBef>
            </a:pPr>
            <a:r>
              <a:rPr sz="2600" b="1" u="sng" dirty="0">
                <a:solidFill>
                  <a:srgbClr val="0983C0"/>
                </a:solidFill>
                <a:uFill>
                  <a:solidFill>
                    <a:srgbClr val="0983C0"/>
                  </a:solidFill>
                </a:uFill>
                <a:latin typeface="Malgun Gothic"/>
                <a:cs typeface="Malgun Gothic"/>
              </a:rPr>
              <a:t>☞</a:t>
            </a:r>
            <a:r>
              <a:rPr sz="2600" b="1" u="sng" spc="-330" dirty="0">
                <a:solidFill>
                  <a:srgbClr val="0983C0"/>
                </a:solidFill>
                <a:uFill>
                  <a:solidFill>
                    <a:srgbClr val="0983C0"/>
                  </a:solidFill>
                </a:uFill>
                <a:latin typeface="Malgun Gothic"/>
                <a:cs typeface="Malgun Gothic"/>
              </a:rPr>
              <a:t> </a:t>
            </a:r>
            <a:r>
              <a:rPr sz="2600" b="1" u="sng" dirty="0">
                <a:solidFill>
                  <a:srgbClr val="0983C0"/>
                </a:solidFill>
                <a:uFill>
                  <a:solidFill>
                    <a:srgbClr val="0983C0"/>
                  </a:solidFill>
                </a:uFill>
                <a:latin typeface="Calibri"/>
                <a:cs typeface="Calibri"/>
              </a:rPr>
              <a:t>sum</a:t>
            </a:r>
            <a:r>
              <a:rPr sz="2600" b="1" u="sng" spc="-40" dirty="0">
                <a:solidFill>
                  <a:srgbClr val="0983C0"/>
                </a:solidFill>
                <a:uFill>
                  <a:solidFill>
                    <a:srgbClr val="0983C0"/>
                  </a:solidFill>
                </a:uFill>
                <a:latin typeface="Calibri"/>
                <a:cs typeface="Calibri"/>
              </a:rPr>
              <a:t> </a:t>
            </a:r>
            <a:r>
              <a:rPr sz="2600" b="1" u="sng" spc="-25" dirty="0">
                <a:solidFill>
                  <a:srgbClr val="0983C0"/>
                </a:solidFill>
                <a:uFill>
                  <a:solidFill>
                    <a:srgbClr val="0983C0"/>
                  </a:solidFill>
                </a:uFill>
                <a:latin typeface="Calibri"/>
                <a:cs typeface="Calibri"/>
              </a:rPr>
              <a:t>():</a:t>
            </a:r>
            <a:endParaRPr sz="2600" dirty="0">
              <a:latin typeface="Calibri"/>
              <a:cs typeface="Calibri"/>
            </a:endParaRPr>
          </a:p>
          <a:p>
            <a:pPr marL="355600" marR="5080" indent="-342900">
              <a:spcBef>
                <a:spcPts val="535"/>
              </a:spcBef>
              <a:buFont typeface="Arial MT"/>
              <a:buChar char="•"/>
              <a:tabLst>
                <a:tab pos="355600" algn="l"/>
              </a:tabLst>
            </a:pPr>
            <a:r>
              <a:rPr sz="2400" dirty="0">
                <a:latin typeface="Calibri"/>
                <a:cs typeface="Calibri"/>
              </a:rPr>
              <a:t>In</a:t>
            </a:r>
            <a:r>
              <a:rPr sz="2400" spc="-55" dirty="0">
                <a:latin typeface="Calibri"/>
                <a:cs typeface="Calibri"/>
              </a:rPr>
              <a:t> </a:t>
            </a:r>
            <a:r>
              <a:rPr sz="2400" dirty="0">
                <a:latin typeface="Calibri"/>
                <a:cs typeface="Calibri"/>
              </a:rPr>
              <a:t>python,</a:t>
            </a:r>
            <a:r>
              <a:rPr sz="2400" spc="-40" dirty="0">
                <a:latin typeface="Calibri"/>
                <a:cs typeface="Calibri"/>
              </a:rPr>
              <a:t> </a:t>
            </a:r>
            <a:r>
              <a:rPr sz="2400" dirty="0">
                <a:latin typeface="Calibri"/>
                <a:cs typeface="Calibri"/>
              </a:rPr>
              <a:t>sum()</a:t>
            </a:r>
            <a:r>
              <a:rPr sz="2400" spc="-50" dirty="0">
                <a:latin typeface="Calibri"/>
                <a:cs typeface="Calibri"/>
              </a:rPr>
              <a:t> </a:t>
            </a:r>
            <a:r>
              <a:rPr sz="2400" dirty="0">
                <a:latin typeface="Calibri"/>
                <a:cs typeface="Calibri"/>
              </a:rPr>
              <a:t>function</a:t>
            </a:r>
            <a:r>
              <a:rPr sz="2400" spc="-35" dirty="0">
                <a:latin typeface="Calibri"/>
                <a:cs typeface="Calibri"/>
              </a:rPr>
              <a:t> </a:t>
            </a:r>
            <a:r>
              <a:rPr sz="2400" spc="-10" dirty="0">
                <a:latin typeface="Calibri"/>
                <a:cs typeface="Calibri"/>
              </a:rPr>
              <a:t>returns</a:t>
            </a:r>
            <a:r>
              <a:rPr sz="2400" spc="-35" dirty="0">
                <a:latin typeface="Calibri"/>
                <a:cs typeface="Calibri"/>
              </a:rPr>
              <a:t> </a:t>
            </a:r>
            <a:r>
              <a:rPr sz="2400" dirty="0">
                <a:latin typeface="Calibri"/>
                <a:cs typeface="Calibri"/>
              </a:rPr>
              <a:t>sum</a:t>
            </a:r>
            <a:r>
              <a:rPr sz="2400" spc="-35" dirty="0">
                <a:latin typeface="Calibri"/>
                <a:cs typeface="Calibri"/>
              </a:rPr>
              <a:t> </a:t>
            </a:r>
            <a:r>
              <a:rPr sz="2400" dirty="0">
                <a:latin typeface="Calibri"/>
                <a:cs typeface="Calibri"/>
              </a:rPr>
              <a:t>of</a:t>
            </a:r>
            <a:r>
              <a:rPr sz="2400" spc="-35" dirty="0">
                <a:latin typeface="Calibri"/>
                <a:cs typeface="Calibri"/>
              </a:rPr>
              <a:t> </a:t>
            </a:r>
            <a:r>
              <a:rPr sz="2400" dirty="0">
                <a:latin typeface="Calibri"/>
                <a:cs typeface="Calibri"/>
              </a:rPr>
              <a:t>all</a:t>
            </a:r>
            <a:r>
              <a:rPr sz="2400" spc="-45" dirty="0">
                <a:latin typeface="Calibri"/>
                <a:cs typeface="Calibri"/>
              </a:rPr>
              <a:t> </a:t>
            </a:r>
            <a:r>
              <a:rPr sz="2400" dirty="0">
                <a:latin typeface="Calibri"/>
                <a:cs typeface="Calibri"/>
              </a:rPr>
              <a:t>values</a:t>
            </a:r>
            <a:r>
              <a:rPr sz="2400" spc="-30" dirty="0">
                <a:latin typeface="Calibri"/>
                <a:cs typeface="Calibri"/>
              </a:rPr>
              <a:t> </a:t>
            </a:r>
            <a:r>
              <a:rPr sz="2400" dirty="0">
                <a:latin typeface="Calibri"/>
                <a:cs typeface="Calibri"/>
              </a:rPr>
              <a:t>in</a:t>
            </a:r>
            <a:r>
              <a:rPr sz="2400" spc="-35" dirty="0">
                <a:latin typeface="Calibri"/>
                <a:cs typeface="Calibri"/>
              </a:rPr>
              <a:t> </a:t>
            </a:r>
            <a:r>
              <a:rPr sz="2400" dirty="0">
                <a:latin typeface="Calibri"/>
                <a:cs typeface="Calibri"/>
              </a:rPr>
              <a:t>the</a:t>
            </a:r>
            <a:r>
              <a:rPr sz="2400" spc="-45" dirty="0">
                <a:latin typeface="Calibri"/>
                <a:cs typeface="Calibri"/>
              </a:rPr>
              <a:t> </a:t>
            </a:r>
            <a:r>
              <a:rPr sz="2400" dirty="0">
                <a:latin typeface="Calibri"/>
                <a:cs typeface="Calibri"/>
              </a:rPr>
              <a:t>list.</a:t>
            </a:r>
            <a:r>
              <a:rPr sz="2400" spc="-55" dirty="0">
                <a:latin typeface="Calibri"/>
                <a:cs typeface="Calibri"/>
              </a:rPr>
              <a:t> </a:t>
            </a:r>
            <a:endParaRPr lang="en-US" sz="2400" dirty="0">
              <a:latin typeface="Calibri"/>
              <a:cs typeface="Calibri"/>
            </a:endParaRPr>
          </a:p>
          <a:p>
            <a:pPr marL="355600" marR="5080" indent="-342900">
              <a:spcBef>
                <a:spcPts val="535"/>
              </a:spcBef>
              <a:buFont typeface="Arial MT"/>
              <a:buChar char="•"/>
              <a:tabLst>
                <a:tab pos="355600" algn="l"/>
              </a:tabLst>
            </a:pPr>
            <a:r>
              <a:rPr sz="2400" spc="-20" dirty="0">
                <a:latin typeface="Calibri"/>
                <a:cs typeface="Calibri"/>
              </a:rPr>
              <a:t>List </a:t>
            </a:r>
            <a:r>
              <a:rPr sz="2400" spc="-10" dirty="0">
                <a:latin typeface="Calibri"/>
                <a:cs typeface="Calibri"/>
              </a:rPr>
              <a:t>values</a:t>
            </a:r>
            <a:r>
              <a:rPr sz="2400" spc="-55" dirty="0">
                <a:latin typeface="Calibri"/>
                <a:cs typeface="Calibri"/>
              </a:rPr>
              <a:t> </a:t>
            </a:r>
            <a:r>
              <a:rPr sz="2400" dirty="0">
                <a:latin typeface="Calibri"/>
                <a:cs typeface="Calibri"/>
              </a:rPr>
              <a:t>must</a:t>
            </a:r>
            <a:r>
              <a:rPr sz="2400" spc="-55" dirty="0">
                <a:latin typeface="Calibri"/>
                <a:cs typeface="Calibri"/>
              </a:rPr>
              <a:t> </a:t>
            </a:r>
            <a:r>
              <a:rPr sz="2400" dirty="0">
                <a:latin typeface="Calibri"/>
                <a:cs typeface="Calibri"/>
              </a:rPr>
              <a:t>in</a:t>
            </a:r>
            <a:r>
              <a:rPr sz="2400" spc="-40" dirty="0">
                <a:latin typeface="Calibri"/>
                <a:cs typeface="Calibri"/>
              </a:rPr>
              <a:t> </a:t>
            </a:r>
            <a:r>
              <a:rPr sz="2400" dirty="0">
                <a:latin typeface="Calibri"/>
                <a:cs typeface="Calibri"/>
              </a:rPr>
              <a:t>number</a:t>
            </a:r>
            <a:r>
              <a:rPr sz="2400" spc="-40" dirty="0">
                <a:latin typeface="Calibri"/>
                <a:cs typeface="Calibri"/>
              </a:rPr>
              <a:t> </a:t>
            </a:r>
            <a:r>
              <a:rPr sz="2400" spc="-10" dirty="0">
                <a:latin typeface="Calibri"/>
                <a:cs typeface="Calibri"/>
              </a:rPr>
              <a:t>type.</a:t>
            </a:r>
            <a:endParaRPr sz="2400" dirty="0">
              <a:latin typeface="Calibri"/>
              <a:cs typeface="Calibri"/>
            </a:endParaRPr>
          </a:p>
          <a:p>
            <a:pPr marL="12700">
              <a:spcBef>
                <a:spcPts val="590"/>
              </a:spcBef>
              <a:tabLst>
                <a:tab pos="1840864" algn="l"/>
              </a:tabLst>
            </a:pPr>
            <a:r>
              <a:rPr sz="2400" b="1" u="sng" dirty="0">
                <a:uFill>
                  <a:solidFill>
                    <a:srgbClr val="000000"/>
                  </a:solidFill>
                </a:uFill>
                <a:latin typeface="Calibri"/>
                <a:cs typeface="Calibri"/>
              </a:rPr>
              <a:t>Syntax:</a:t>
            </a:r>
            <a:r>
              <a:rPr lang="en-US" sz="2400" spc="-10" dirty="0">
                <a:solidFill>
                  <a:srgbClr val="008080"/>
                </a:solidFill>
                <a:latin typeface="Consolas"/>
                <a:cs typeface="Calibri"/>
              </a:rPr>
              <a:t>      sum</a:t>
            </a:r>
            <a:r>
              <a:rPr sz="2400" spc="-10" dirty="0">
                <a:solidFill>
                  <a:srgbClr val="008080"/>
                </a:solidFill>
                <a:latin typeface="Consolas"/>
                <a:cs typeface="Consolas"/>
              </a:rPr>
              <a:t>(</a:t>
            </a:r>
            <a:r>
              <a:rPr lang="en-US" sz="2400" spc="-10" dirty="0" err="1">
                <a:solidFill>
                  <a:srgbClr val="FF0000"/>
                </a:solidFill>
                <a:latin typeface="Consolas"/>
                <a:cs typeface="Consolas"/>
              </a:rPr>
              <a:t>my_list</a:t>
            </a:r>
            <a:r>
              <a:rPr sz="2400" spc="-10" dirty="0">
                <a:solidFill>
                  <a:srgbClr val="008080"/>
                </a:solidFill>
                <a:latin typeface="Consolas"/>
                <a:cs typeface="Consolas"/>
              </a:rPr>
              <a:t>)</a:t>
            </a:r>
            <a:endParaRPr sz="2400" dirty="0">
              <a:latin typeface="Consolas"/>
              <a:cs typeface="Consolas"/>
            </a:endParaRPr>
          </a:p>
          <a:p>
            <a:pPr>
              <a:spcBef>
                <a:spcPts val="135"/>
              </a:spcBef>
            </a:pPr>
            <a:endParaRPr sz="2400">
              <a:latin typeface="Consolas"/>
              <a:cs typeface="Consolas"/>
            </a:endParaRPr>
          </a:p>
          <a:p>
            <a:pPr marL="83820">
              <a:tabLst>
                <a:tab pos="1515110" algn="l"/>
              </a:tabLst>
            </a:pPr>
            <a:r>
              <a:rPr sz="2400" b="1" u="sng" spc="-10" dirty="0">
                <a:solidFill>
                  <a:srgbClr val="0983C0"/>
                </a:solidFill>
                <a:uFill>
                  <a:solidFill>
                    <a:srgbClr val="0983C0"/>
                  </a:solidFill>
                </a:uFill>
                <a:latin typeface="Calibri"/>
                <a:cs typeface="Calibri"/>
              </a:rPr>
              <a:t>Example:</a:t>
            </a:r>
            <a:r>
              <a:rPr sz="2400" b="1" dirty="0">
                <a:solidFill>
                  <a:srgbClr val="0983C0"/>
                </a:solidFill>
                <a:latin typeface="Calibri"/>
                <a:cs typeface="Calibri"/>
              </a:rPr>
              <a:t>	</a:t>
            </a:r>
            <a:r>
              <a:rPr sz="2400" b="1" spc="-10" dirty="0">
                <a:latin typeface="Calibri"/>
                <a:cs typeface="Calibri"/>
              </a:rPr>
              <a:t>listsumdemo.py</a:t>
            </a:r>
            <a:endParaRPr sz="2400" dirty="0">
              <a:latin typeface="Calibri"/>
              <a:cs typeface="Calibri"/>
            </a:endParaRPr>
          </a:p>
          <a:p>
            <a:pPr marL="83820">
              <a:spcBef>
                <a:spcPts val="1440"/>
              </a:spcBef>
            </a:pPr>
            <a:r>
              <a:rPr sz="2400" spc="-10" dirty="0">
                <a:latin typeface="Consolas"/>
                <a:cs typeface="Consolas"/>
              </a:rPr>
              <a:t>list1=[</a:t>
            </a:r>
            <a:r>
              <a:rPr sz="2400" spc="-10" dirty="0">
                <a:solidFill>
                  <a:srgbClr val="800080"/>
                </a:solidFill>
                <a:latin typeface="Consolas"/>
                <a:cs typeface="Consolas"/>
              </a:rPr>
              <a:t>1</a:t>
            </a:r>
            <a:r>
              <a:rPr sz="2400" spc="-10" dirty="0">
                <a:latin typeface="Consolas"/>
                <a:cs typeface="Consolas"/>
              </a:rPr>
              <a:t>,</a:t>
            </a:r>
            <a:r>
              <a:rPr sz="2400" spc="-10" dirty="0">
                <a:solidFill>
                  <a:srgbClr val="800080"/>
                </a:solidFill>
                <a:latin typeface="Consolas"/>
                <a:cs typeface="Consolas"/>
              </a:rPr>
              <a:t>2</a:t>
            </a:r>
            <a:r>
              <a:rPr sz="2400" spc="-10" dirty="0">
                <a:latin typeface="Consolas"/>
                <a:cs typeface="Consolas"/>
              </a:rPr>
              <a:t>,</a:t>
            </a:r>
            <a:r>
              <a:rPr sz="2400" spc="-10" dirty="0">
                <a:solidFill>
                  <a:srgbClr val="800080"/>
                </a:solidFill>
                <a:latin typeface="Consolas"/>
                <a:cs typeface="Consolas"/>
              </a:rPr>
              <a:t>3</a:t>
            </a:r>
            <a:r>
              <a:rPr sz="2400" spc="-10" dirty="0">
                <a:latin typeface="Consolas"/>
                <a:cs typeface="Consolas"/>
              </a:rPr>
              <a:t>,</a:t>
            </a:r>
            <a:r>
              <a:rPr sz="2400" spc="-10" dirty="0">
                <a:solidFill>
                  <a:srgbClr val="800080"/>
                </a:solidFill>
                <a:latin typeface="Consolas"/>
                <a:cs typeface="Consolas"/>
              </a:rPr>
              <a:t>4</a:t>
            </a:r>
            <a:r>
              <a:rPr sz="2400" spc="-10" dirty="0">
                <a:latin typeface="Consolas"/>
                <a:cs typeface="Consolas"/>
              </a:rPr>
              <a:t>,</a:t>
            </a:r>
            <a:r>
              <a:rPr sz="2400" spc="-10" dirty="0">
                <a:solidFill>
                  <a:srgbClr val="800080"/>
                </a:solidFill>
                <a:latin typeface="Consolas"/>
                <a:cs typeface="Consolas"/>
              </a:rPr>
              <a:t>5</a:t>
            </a:r>
            <a:r>
              <a:rPr sz="2400" spc="-10" dirty="0">
                <a:latin typeface="Consolas"/>
                <a:cs typeface="Consolas"/>
              </a:rPr>
              <a:t>,</a:t>
            </a:r>
            <a:r>
              <a:rPr sz="2400" spc="-10" dirty="0">
                <a:solidFill>
                  <a:srgbClr val="800080"/>
                </a:solidFill>
                <a:latin typeface="Consolas"/>
                <a:cs typeface="Consolas"/>
              </a:rPr>
              <a:t>6</a:t>
            </a:r>
            <a:r>
              <a:rPr sz="2400" spc="-10" dirty="0">
                <a:latin typeface="Consolas"/>
                <a:cs typeface="Consolas"/>
              </a:rPr>
              <a:t>]</a:t>
            </a:r>
            <a:endParaRPr sz="2400" dirty="0">
              <a:latin typeface="Consolas"/>
              <a:cs typeface="Consolas"/>
            </a:endParaRPr>
          </a:p>
          <a:p>
            <a:pPr marL="83820">
              <a:spcBef>
                <a:spcPts val="1445"/>
              </a:spcBef>
            </a:pPr>
            <a:r>
              <a:rPr sz="2400" dirty="0">
                <a:solidFill>
                  <a:srgbClr val="0000FF"/>
                </a:solidFill>
                <a:latin typeface="Consolas"/>
                <a:cs typeface="Consolas"/>
              </a:rPr>
              <a:t>print</a:t>
            </a:r>
            <a:r>
              <a:rPr sz="2400" dirty="0">
                <a:latin typeface="Consolas"/>
                <a:cs typeface="Consolas"/>
              </a:rPr>
              <a:t>(</a:t>
            </a:r>
            <a:r>
              <a:rPr sz="2400" dirty="0">
                <a:solidFill>
                  <a:srgbClr val="FF00FF"/>
                </a:solidFill>
                <a:latin typeface="Consolas"/>
                <a:cs typeface="Consolas"/>
              </a:rPr>
              <a:t>"Sum</a:t>
            </a:r>
            <a:r>
              <a:rPr sz="2400" spc="-30" dirty="0">
                <a:solidFill>
                  <a:srgbClr val="FF00FF"/>
                </a:solidFill>
                <a:latin typeface="Consolas"/>
                <a:cs typeface="Consolas"/>
              </a:rPr>
              <a:t> </a:t>
            </a:r>
            <a:r>
              <a:rPr sz="2400" dirty="0">
                <a:solidFill>
                  <a:srgbClr val="FF00FF"/>
                </a:solidFill>
                <a:latin typeface="Consolas"/>
                <a:cs typeface="Consolas"/>
              </a:rPr>
              <a:t>of</a:t>
            </a:r>
            <a:r>
              <a:rPr sz="2400" spc="-55" dirty="0">
                <a:solidFill>
                  <a:srgbClr val="FF00FF"/>
                </a:solidFill>
                <a:latin typeface="Consolas"/>
                <a:cs typeface="Consolas"/>
              </a:rPr>
              <a:t> </a:t>
            </a:r>
            <a:r>
              <a:rPr sz="2400" dirty="0">
                <a:solidFill>
                  <a:srgbClr val="FF00FF"/>
                </a:solidFill>
                <a:latin typeface="Consolas"/>
                <a:cs typeface="Consolas"/>
              </a:rPr>
              <a:t>list</a:t>
            </a:r>
            <a:r>
              <a:rPr sz="2400" spc="-50" dirty="0">
                <a:solidFill>
                  <a:srgbClr val="FF00FF"/>
                </a:solidFill>
                <a:latin typeface="Consolas"/>
                <a:cs typeface="Consolas"/>
              </a:rPr>
              <a:t> </a:t>
            </a:r>
            <a:r>
              <a:rPr sz="2400" dirty="0">
                <a:solidFill>
                  <a:srgbClr val="FF00FF"/>
                </a:solidFill>
                <a:latin typeface="Consolas"/>
                <a:cs typeface="Consolas"/>
              </a:rPr>
              <a:t>items</a:t>
            </a:r>
            <a:r>
              <a:rPr sz="2400" spc="-50" dirty="0">
                <a:solidFill>
                  <a:srgbClr val="FF00FF"/>
                </a:solidFill>
                <a:latin typeface="Consolas"/>
                <a:cs typeface="Consolas"/>
              </a:rPr>
              <a:t> </a:t>
            </a:r>
            <a:r>
              <a:rPr sz="2400" spc="-10" dirty="0">
                <a:solidFill>
                  <a:srgbClr val="FF00FF"/>
                </a:solidFill>
                <a:latin typeface="Consolas"/>
                <a:cs typeface="Consolas"/>
              </a:rPr>
              <a:t>:"</a:t>
            </a:r>
            <a:r>
              <a:rPr sz="2400" spc="-10" dirty="0">
                <a:latin typeface="Consolas"/>
                <a:cs typeface="Consolas"/>
              </a:rPr>
              <a:t>,</a:t>
            </a:r>
            <a:r>
              <a:rPr sz="2400" spc="-10" dirty="0">
                <a:solidFill>
                  <a:srgbClr val="008080"/>
                </a:solidFill>
                <a:latin typeface="Consolas"/>
                <a:cs typeface="Consolas"/>
              </a:rPr>
              <a:t>sum</a:t>
            </a:r>
            <a:r>
              <a:rPr sz="2400" spc="-10" dirty="0">
                <a:latin typeface="Consolas"/>
                <a:cs typeface="Consolas"/>
              </a:rPr>
              <a:t>(list1))</a:t>
            </a:r>
            <a:endParaRPr sz="2400" dirty="0">
              <a:latin typeface="Consolas"/>
              <a:cs typeface="Consolas"/>
            </a:endParaRPr>
          </a:p>
        </p:txBody>
      </p:sp>
      <p:sp>
        <p:nvSpPr>
          <p:cNvPr id="7" name="object 7"/>
          <p:cNvSpPr txBox="1"/>
          <p:nvPr/>
        </p:nvSpPr>
        <p:spPr>
          <a:xfrm>
            <a:off x="5810250" y="4643387"/>
            <a:ext cx="4286250" cy="1442703"/>
          </a:xfrm>
          <a:prstGeom prst="rect">
            <a:avLst/>
          </a:prstGeom>
          <a:ln w="12700">
            <a:solidFill>
              <a:srgbClr val="4F81BC"/>
            </a:solidFill>
          </a:ln>
        </p:spPr>
        <p:txBody>
          <a:bodyPr vert="horz" wrap="square" lIns="0" tIns="26670" rIns="0" bIns="0" rtlCol="0">
            <a:spAutoFit/>
          </a:bodyPr>
          <a:lstStyle/>
          <a:p>
            <a:pPr marL="92075">
              <a:spcBef>
                <a:spcPts val="210"/>
              </a:spcBef>
            </a:pPr>
            <a:r>
              <a:rPr sz="2400" b="1" u="sng" spc="-10">
                <a:solidFill>
                  <a:srgbClr val="FFC000"/>
                </a:solidFill>
                <a:uFill>
                  <a:solidFill>
                    <a:srgbClr val="FFC000"/>
                  </a:solidFill>
                </a:uFill>
                <a:latin typeface="Calibri"/>
                <a:cs typeface="Calibri"/>
              </a:rPr>
              <a:t>Output:</a:t>
            </a:r>
            <a:endParaRPr sz="2400">
              <a:latin typeface="Calibri"/>
              <a:cs typeface="Calibri"/>
            </a:endParaRPr>
          </a:p>
          <a:p>
            <a:pPr marL="92075">
              <a:spcBef>
                <a:spcPts val="994"/>
              </a:spcBef>
            </a:pPr>
            <a:r>
              <a:rPr sz="2400" b="1">
                <a:latin typeface="Calibri"/>
                <a:cs typeface="Calibri"/>
              </a:rPr>
              <a:t>python</a:t>
            </a:r>
            <a:r>
              <a:rPr sz="2400" b="1" spc="-70">
                <a:latin typeface="Calibri"/>
                <a:cs typeface="Calibri"/>
              </a:rPr>
              <a:t> </a:t>
            </a:r>
            <a:r>
              <a:rPr sz="2400" spc="-10">
                <a:latin typeface="Calibri"/>
                <a:cs typeface="Calibri"/>
              </a:rPr>
              <a:t>listsumdemo.py</a:t>
            </a:r>
            <a:endParaRPr sz="2400">
              <a:latin typeface="Calibri"/>
              <a:cs typeface="Calibri"/>
            </a:endParaRPr>
          </a:p>
          <a:p>
            <a:pPr marL="92075">
              <a:spcBef>
                <a:spcPts val="1445"/>
              </a:spcBef>
            </a:pPr>
            <a:r>
              <a:rPr sz="2400">
                <a:latin typeface="Calibri"/>
                <a:cs typeface="Calibri"/>
              </a:rPr>
              <a:t>Sum</a:t>
            </a:r>
            <a:r>
              <a:rPr sz="2400" spc="-50">
                <a:latin typeface="Calibri"/>
                <a:cs typeface="Calibri"/>
              </a:rPr>
              <a:t> </a:t>
            </a:r>
            <a:r>
              <a:rPr sz="2400">
                <a:latin typeface="Calibri"/>
                <a:cs typeface="Calibri"/>
              </a:rPr>
              <a:t>of</a:t>
            </a:r>
            <a:r>
              <a:rPr sz="2400" spc="-30">
                <a:latin typeface="Calibri"/>
                <a:cs typeface="Calibri"/>
              </a:rPr>
              <a:t> </a:t>
            </a:r>
            <a:r>
              <a:rPr sz="2400">
                <a:latin typeface="Calibri"/>
                <a:cs typeface="Calibri"/>
              </a:rPr>
              <a:t>list</a:t>
            </a:r>
            <a:r>
              <a:rPr sz="2400" spc="-40">
                <a:latin typeface="Calibri"/>
                <a:cs typeface="Calibri"/>
              </a:rPr>
              <a:t> </a:t>
            </a:r>
            <a:r>
              <a:rPr sz="2400">
                <a:latin typeface="Calibri"/>
                <a:cs typeface="Calibri"/>
              </a:rPr>
              <a:t>items</a:t>
            </a:r>
            <a:r>
              <a:rPr sz="2400" spc="-45">
                <a:latin typeface="Calibri"/>
                <a:cs typeface="Calibri"/>
              </a:rPr>
              <a:t> </a:t>
            </a:r>
            <a:r>
              <a:rPr sz="2400">
                <a:latin typeface="Calibri"/>
                <a:cs typeface="Calibri"/>
              </a:rPr>
              <a:t>:</a:t>
            </a:r>
            <a:r>
              <a:rPr sz="2400" spc="-35">
                <a:latin typeface="Calibri"/>
                <a:cs typeface="Calibri"/>
              </a:rPr>
              <a:t> </a:t>
            </a:r>
            <a:r>
              <a:rPr sz="2400" spc="-25">
                <a:latin typeface="Calibri"/>
                <a:cs typeface="Calibri"/>
              </a:rPr>
              <a:t>21</a:t>
            </a:r>
            <a:endParaRPr sz="2400">
              <a:latin typeface="Calibri"/>
              <a:cs typeface="Calibri"/>
            </a:endParaRPr>
          </a:p>
        </p:txBody>
      </p:sp>
      <p:sp>
        <p:nvSpPr>
          <p:cNvPr id="8" name="Slide Number Placeholder 7">
            <a:extLst>
              <a:ext uri="{FF2B5EF4-FFF2-40B4-BE49-F238E27FC236}">
                <a16:creationId xmlns:a16="http://schemas.microsoft.com/office/drawing/2014/main" id="{81C1DD0F-8712-E870-06C2-1DAA3C109495}"/>
              </a:ext>
            </a:extLst>
          </p:cNvPr>
          <p:cNvSpPr>
            <a:spLocks noGrp="1"/>
          </p:cNvSpPr>
          <p:nvPr>
            <p:ph type="sldNum" sz="quarter" idx="7"/>
          </p:nvPr>
        </p:nvSpPr>
        <p:spPr/>
        <p:txBody>
          <a:bodyPr/>
          <a:lstStyle/>
          <a:p>
            <a:fld id="{B6F15528-21DE-4FAA-801E-634DDDAF4B2B}" type="slidenum">
              <a:rPr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857747899"/>
              </p:ext>
            </p:extLst>
          </p:nvPr>
        </p:nvGraphicFramePr>
        <p:xfrm>
          <a:off x="1517651" y="159005"/>
          <a:ext cx="9157333" cy="2504439"/>
        </p:xfrm>
        <a:graphic>
          <a:graphicData uri="http://schemas.openxmlformats.org/drawingml/2006/table">
            <a:tbl>
              <a:tblPr firstRow="1" bandRow="1">
                <a:tableStyleId>{2D5ABB26-0587-4C30-8999-92F81FD0307C}</a:tableStyleId>
              </a:tblPr>
              <a:tblGrid>
                <a:gridCol w="4914265">
                  <a:extLst>
                    <a:ext uri="{9D8B030D-6E8A-4147-A177-3AD203B41FA5}">
                      <a16:colId xmlns:a16="http://schemas.microsoft.com/office/drawing/2014/main" val="20000"/>
                    </a:ext>
                  </a:extLst>
                </a:gridCol>
                <a:gridCol w="796289">
                  <a:extLst>
                    <a:ext uri="{9D8B030D-6E8A-4147-A177-3AD203B41FA5}">
                      <a16:colId xmlns:a16="http://schemas.microsoft.com/office/drawing/2014/main" val="20001"/>
                    </a:ext>
                  </a:extLst>
                </a:gridCol>
                <a:gridCol w="3446779">
                  <a:extLst>
                    <a:ext uri="{9D8B030D-6E8A-4147-A177-3AD203B41FA5}">
                      <a16:colId xmlns:a16="http://schemas.microsoft.com/office/drawing/2014/main" val="20002"/>
                    </a:ext>
                  </a:extLst>
                </a:gridCol>
              </a:tblGrid>
              <a:tr h="484505">
                <a:tc gridSpan="3">
                  <a:txBody>
                    <a:bodyPr/>
                    <a:lstStyle/>
                    <a:p>
                      <a:pPr marL="884555">
                        <a:lnSpc>
                          <a:spcPts val="3045"/>
                        </a:lnSpc>
                        <a:tabLst>
                          <a:tab pos="7795259" algn="l"/>
                        </a:tabLst>
                      </a:pPr>
                      <a:r>
                        <a:rPr sz="3200" b="1" dirty="0">
                          <a:solidFill>
                            <a:srgbClr val="E9B015"/>
                          </a:solidFill>
                          <a:latin typeface="Calibri"/>
                          <a:cs typeface="Calibri"/>
                        </a:rPr>
                        <a:t>List</a:t>
                      </a:r>
                      <a:r>
                        <a:rPr sz="3200" b="1" spc="-15" dirty="0">
                          <a:solidFill>
                            <a:srgbClr val="E9B015"/>
                          </a:solidFill>
                          <a:latin typeface="Calibri"/>
                          <a:cs typeface="Calibri"/>
                        </a:rPr>
                        <a:t> </a:t>
                      </a:r>
                      <a:r>
                        <a:rPr sz="3200" b="1" dirty="0">
                          <a:solidFill>
                            <a:srgbClr val="E9B015"/>
                          </a:solidFill>
                          <a:latin typeface="Calibri"/>
                          <a:cs typeface="Calibri"/>
                        </a:rPr>
                        <a:t>Functions</a:t>
                      </a:r>
                      <a:r>
                        <a:rPr sz="3200" b="1" spc="-45" dirty="0">
                          <a:solidFill>
                            <a:srgbClr val="E9B015"/>
                          </a:solidFill>
                          <a:latin typeface="Calibri"/>
                          <a:cs typeface="Calibri"/>
                        </a:rPr>
                        <a:t> </a:t>
                      </a:r>
                      <a:r>
                        <a:rPr sz="3200" b="1" dirty="0">
                          <a:solidFill>
                            <a:srgbClr val="E9B015"/>
                          </a:solidFill>
                          <a:latin typeface="Calibri"/>
                          <a:cs typeface="Calibri"/>
                        </a:rPr>
                        <a:t>&amp;</a:t>
                      </a:r>
                      <a:r>
                        <a:rPr sz="3200" b="1" spc="-10" dirty="0">
                          <a:solidFill>
                            <a:srgbClr val="E9B015"/>
                          </a:solidFill>
                          <a:latin typeface="Calibri"/>
                          <a:cs typeface="Calibri"/>
                        </a:rPr>
                        <a:t> </a:t>
                      </a:r>
                      <a:r>
                        <a:rPr sz="3200" b="1" dirty="0">
                          <a:solidFill>
                            <a:srgbClr val="E9B015"/>
                          </a:solidFill>
                          <a:latin typeface="Calibri"/>
                          <a:cs typeface="Calibri"/>
                        </a:rPr>
                        <a:t>Methods</a:t>
                      </a:r>
                      <a:r>
                        <a:rPr sz="3200" b="1" spc="-35" dirty="0">
                          <a:solidFill>
                            <a:srgbClr val="E9B015"/>
                          </a:solidFill>
                          <a:latin typeface="Calibri"/>
                          <a:cs typeface="Calibri"/>
                        </a:rPr>
                        <a:t> </a:t>
                      </a:r>
                      <a:r>
                        <a:rPr sz="3200" b="1" dirty="0">
                          <a:latin typeface="Calibri"/>
                          <a:cs typeface="Calibri"/>
                        </a:rPr>
                        <a:t>in</a:t>
                      </a:r>
                      <a:r>
                        <a:rPr sz="3200" b="1" spc="-35" dirty="0">
                          <a:latin typeface="Calibri"/>
                          <a:cs typeface="Calibri"/>
                        </a:rPr>
                        <a:t> </a:t>
                      </a:r>
                      <a:r>
                        <a:rPr sz="3200" b="1" spc="-10" dirty="0">
                          <a:solidFill>
                            <a:srgbClr val="0983C0"/>
                          </a:solidFill>
                          <a:latin typeface="Calibri"/>
                          <a:cs typeface="Calibri"/>
                        </a:rPr>
                        <a:t>Python</a:t>
                      </a:r>
                      <a:r>
                        <a:rPr sz="3200" b="1" dirty="0">
                          <a:solidFill>
                            <a:srgbClr val="0983C0"/>
                          </a:solidFill>
                          <a:latin typeface="Calibri"/>
                          <a:cs typeface="Calibri"/>
                        </a:rPr>
                        <a:t>	</a:t>
                      </a:r>
                      <a:r>
                        <a:rPr sz="1800" b="1" spc="-10" dirty="0">
                          <a:latin typeface="Calibri"/>
                          <a:cs typeface="Calibri"/>
                        </a:rPr>
                        <a:t>Cont..</a:t>
                      </a:r>
                      <a:endParaRPr sz="1800" dirty="0">
                        <a:latin typeface="Calibri"/>
                        <a:cs typeface="Calibri"/>
                      </a:endParaRPr>
                    </a:p>
                  </a:txBody>
                  <a:tcPr marL="0" marR="0" marT="0" marB="0">
                    <a:lnB w="19050">
                      <a:solidFill>
                        <a:srgbClr val="497DBA"/>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483234">
                <a:tc>
                  <a:txBody>
                    <a:bodyPr/>
                    <a:lstStyle/>
                    <a:p>
                      <a:pPr marL="383540">
                        <a:lnSpc>
                          <a:spcPct val="100000"/>
                        </a:lnSpc>
                        <a:spcBef>
                          <a:spcPts val="240"/>
                        </a:spcBef>
                      </a:pPr>
                      <a:r>
                        <a:rPr sz="2600" b="1" u="sng" dirty="0">
                          <a:solidFill>
                            <a:srgbClr val="0983C0"/>
                          </a:solidFill>
                          <a:uFill>
                            <a:solidFill>
                              <a:srgbClr val="0983C0"/>
                            </a:solidFill>
                          </a:uFill>
                          <a:latin typeface="Malgun Gothic"/>
                          <a:cs typeface="Malgun Gothic"/>
                        </a:rPr>
                        <a:t>☞</a:t>
                      </a:r>
                      <a:r>
                        <a:rPr sz="2600" b="1" u="sng" spc="-330" dirty="0">
                          <a:solidFill>
                            <a:srgbClr val="0983C0"/>
                          </a:solidFill>
                          <a:uFill>
                            <a:solidFill>
                              <a:srgbClr val="0983C0"/>
                            </a:solidFill>
                          </a:uFill>
                          <a:latin typeface="Malgun Gothic"/>
                          <a:cs typeface="Malgun Gothic"/>
                        </a:rPr>
                        <a:t> </a:t>
                      </a:r>
                      <a:r>
                        <a:rPr sz="2600" b="1" u="sng" dirty="0">
                          <a:solidFill>
                            <a:srgbClr val="0983C0"/>
                          </a:solidFill>
                          <a:uFill>
                            <a:solidFill>
                              <a:srgbClr val="0983C0"/>
                            </a:solidFill>
                          </a:uFill>
                          <a:latin typeface="Calibri"/>
                          <a:cs typeface="Calibri"/>
                        </a:rPr>
                        <a:t>list</a:t>
                      </a:r>
                      <a:r>
                        <a:rPr sz="2600" b="1" u="sng" spc="-45" dirty="0">
                          <a:solidFill>
                            <a:srgbClr val="0983C0"/>
                          </a:solidFill>
                          <a:uFill>
                            <a:solidFill>
                              <a:srgbClr val="0983C0"/>
                            </a:solidFill>
                          </a:uFill>
                          <a:latin typeface="Calibri"/>
                          <a:cs typeface="Calibri"/>
                        </a:rPr>
                        <a:t> </a:t>
                      </a:r>
                      <a:r>
                        <a:rPr sz="2600" b="1" u="sng" spc="-25" dirty="0">
                          <a:solidFill>
                            <a:srgbClr val="0983C0"/>
                          </a:solidFill>
                          <a:uFill>
                            <a:solidFill>
                              <a:srgbClr val="0983C0"/>
                            </a:solidFill>
                          </a:uFill>
                          <a:latin typeface="Calibri"/>
                          <a:cs typeface="Calibri"/>
                        </a:rPr>
                        <a:t>():</a:t>
                      </a:r>
                      <a:endParaRPr sz="2600" dirty="0">
                        <a:latin typeface="Calibri"/>
                        <a:cs typeface="Calibri"/>
                      </a:endParaRPr>
                    </a:p>
                  </a:txBody>
                  <a:tcPr marL="0" marR="0" marT="30480" marB="0">
                    <a:lnT w="19050">
                      <a:solidFill>
                        <a:srgbClr val="497DBA"/>
                      </a:solidFill>
                      <a:prstDash val="solid"/>
                    </a:lnT>
                  </a:tcPr>
                </a:tc>
                <a:tc>
                  <a:txBody>
                    <a:bodyPr/>
                    <a:lstStyle/>
                    <a:p>
                      <a:pPr>
                        <a:lnSpc>
                          <a:spcPct val="100000"/>
                        </a:lnSpc>
                      </a:pPr>
                      <a:endParaRPr sz="2400">
                        <a:latin typeface="Times New Roman"/>
                        <a:cs typeface="Times New Roman"/>
                      </a:endParaRPr>
                    </a:p>
                  </a:txBody>
                  <a:tcPr marL="0" marR="0" marT="0" marB="0">
                    <a:lnT w="19050">
                      <a:solidFill>
                        <a:srgbClr val="497DBA"/>
                      </a:solidFill>
                      <a:prstDash val="solid"/>
                    </a:lnT>
                  </a:tcPr>
                </a:tc>
                <a:tc>
                  <a:txBody>
                    <a:bodyPr/>
                    <a:lstStyle/>
                    <a:p>
                      <a:pPr>
                        <a:lnSpc>
                          <a:spcPct val="100000"/>
                        </a:lnSpc>
                      </a:pPr>
                      <a:endParaRPr sz="2400">
                        <a:latin typeface="Times New Roman"/>
                        <a:cs typeface="Times New Roman"/>
                      </a:endParaRPr>
                    </a:p>
                  </a:txBody>
                  <a:tcPr marL="0" marR="0" marT="0" marB="0">
                    <a:lnT w="19050">
                      <a:solidFill>
                        <a:srgbClr val="497DBA"/>
                      </a:solidFill>
                      <a:prstDash val="solid"/>
                    </a:lnT>
                  </a:tcPr>
                </a:tc>
                <a:extLst>
                  <a:ext uri="{0D108BD9-81ED-4DB2-BD59-A6C34878D82A}">
                    <a16:rowId xmlns:a16="http://schemas.microsoft.com/office/drawing/2014/main" val="10001"/>
                  </a:ext>
                </a:extLst>
              </a:tr>
              <a:tr h="825500">
                <a:tc>
                  <a:txBody>
                    <a:bodyPr/>
                    <a:lstStyle/>
                    <a:p>
                      <a:pPr marL="726440" marR="60325" indent="-342900">
                        <a:lnSpc>
                          <a:spcPct val="100000"/>
                        </a:lnSpc>
                        <a:spcBef>
                          <a:spcPts val="85"/>
                        </a:spcBef>
                        <a:buFont typeface="Arial MT"/>
                        <a:buChar char="•"/>
                        <a:tabLst>
                          <a:tab pos="726440" algn="l"/>
                        </a:tabLst>
                      </a:pPr>
                      <a:r>
                        <a:rPr sz="2400" dirty="0">
                          <a:latin typeface="Calibri"/>
                          <a:cs typeface="Calibri"/>
                        </a:rPr>
                        <a:t>In</a:t>
                      </a:r>
                      <a:r>
                        <a:rPr sz="2400" spc="-55" dirty="0">
                          <a:latin typeface="Calibri"/>
                          <a:cs typeface="Calibri"/>
                        </a:rPr>
                        <a:t> </a:t>
                      </a:r>
                      <a:r>
                        <a:rPr sz="2400" dirty="0">
                          <a:latin typeface="Calibri"/>
                          <a:cs typeface="Calibri"/>
                        </a:rPr>
                        <a:t>python,</a:t>
                      </a:r>
                      <a:r>
                        <a:rPr sz="2400" spc="-40" dirty="0">
                          <a:latin typeface="Calibri"/>
                          <a:cs typeface="Calibri"/>
                        </a:rPr>
                        <a:t> </a:t>
                      </a:r>
                      <a:r>
                        <a:rPr sz="2400" dirty="0">
                          <a:latin typeface="Calibri"/>
                          <a:cs typeface="Calibri"/>
                        </a:rPr>
                        <a:t>list()</a:t>
                      </a:r>
                      <a:r>
                        <a:rPr sz="2400" spc="-50" dirty="0">
                          <a:latin typeface="Calibri"/>
                          <a:cs typeface="Calibri"/>
                        </a:rPr>
                        <a:t> </a:t>
                      </a:r>
                      <a:r>
                        <a:rPr sz="2400" dirty="0">
                          <a:latin typeface="Calibri"/>
                          <a:cs typeface="Calibri"/>
                        </a:rPr>
                        <a:t>is</a:t>
                      </a:r>
                      <a:r>
                        <a:rPr sz="2400" spc="-35" dirty="0">
                          <a:latin typeface="Calibri"/>
                          <a:cs typeface="Calibri"/>
                        </a:rPr>
                        <a:t> </a:t>
                      </a:r>
                      <a:r>
                        <a:rPr sz="2400" dirty="0">
                          <a:latin typeface="Calibri"/>
                          <a:cs typeface="Calibri"/>
                        </a:rPr>
                        <a:t>used</a:t>
                      </a:r>
                      <a:r>
                        <a:rPr sz="2400" spc="-35" dirty="0">
                          <a:latin typeface="Calibri"/>
                          <a:cs typeface="Calibri"/>
                        </a:rPr>
                        <a:t> </a:t>
                      </a:r>
                      <a:r>
                        <a:rPr sz="2400" dirty="0">
                          <a:latin typeface="Calibri"/>
                          <a:cs typeface="Calibri"/>
                        </a:rPr>
                        <a:t>to</a:t>
                      </a:r>
                      <a:r>
                        <a:rPr sz="2400" spc="-35" dirty="0">
                          <a:latin typeface="Calibri"/>
                          <a:cs typeface="Calibri"/>
                        </a:rPr>
                        <a:t> </a:t>
                      </a:r>
                      <a:r>
                        <a:rPr sz="2400" spc="-10" dirty="0">
                          <a:latin typeface="Calibri"/>
                          <a:cs typeface="Calibri"/>
                        </a:rPr>
                        <a:t>convert </a:t>
                      </a:r>
                      <a:r>
                        <a:rPr sz="2400" dirty="0">
                          <a:latin typeface="Calibri"/>
                          <a:cs typeface="Calibri"/>
                        </a:rPr>
                        <a:t>into</a:t>
                      </a:r>
                      <a:r>
                        <a:rPr sz="2400" spc="-85" dirty="0">
                          <a:latin typeface="Calibri"/>
                          <a:cs typeface="Calibri"/>
                        </a:rPr>
                        <a:t> </a:t>
                      </a:r>
                      <a:r>
                        <a:rPr sz="2400" spc="-10" dirty="0">
                          <a:latin typeface="Calibri"/>
                          <a:cs typeface="Calibri"/>
                        </a:rPr>
                        <a:t>list.</a:t>
                      </a:r>
                      <a:endParaRPr sz="2400" dirty="0">
                        <a:latin typeface="Calibri"/>
                        <a:cs typeface="Calibri"/>
                      </a:endParaRPr>
                    </a:p>
                  </a:txBody>
                  <a:tcPr marL="0" marR="0" marT="10795" marB="0"/>
                </a:tc>
                <a:tc>
                  <a:txBody>
                    <a:bodyPr/>
                    <a:lstStyle/>
                    <a:p>
                      <a:pPr marL="67945">
                        <a:lnSpc>
                          <a:spcPct val="100000"/>
                        </a:lnSpc>
                        <a:spcBef>
                          <a:spcPts val="85"/>
                        </a:spcBef>
                      </a:pPr>
                      <a:r>
                        <a:rPr sz="2400" spc="-10" dirty="0">
                          <a:latin typeface="Calibri"/>
                          <a:cs typeface="Calibri"/>
                        </a:rPr>
                        <a:t>given</a:t>
                      </a:r>
                      <a:endParaRPr sz="2400" dirty="0">
                        <a:latin typeface="Calibri"/>
                        <a:cs typeface="Calibri"/>
                      </a:endParaRPr>
                    </a:p>
                  </a:txBody>
                  <a:tcPr marL="0" marR="0" marT="10795" marB="0"/>
                </a:tc>
                <a:tc>
                  <a:txBody>
                    <a:bodyPr/>
                    <a:lstStyle/>
                    <a:p>
                      <a:pPr marL="68580">
                        <a:lnSpc>
                          <a:spcPct val="100000"/>
                        </a:lnSpc>
                        <a:spcBef>
                          <a:spcPts val="85"/>
                        </a:spcBef>
                      </a:pPr>
                      <a:r>
                        <a:rPr sz="2400" dirty="0">
                          <a:latin typeface="Calibri"/>
                          <a:cs typeface="Calibri"/>
                        </a:rPr>
                        <a:t>sequence</a:t>
                      </a:r>
                      <a:r>
                        <a:rPr sz="2400" spc="-40" dirty="0">
                          <a:latin typeface="Calibri"/>
                          <a:cs typeface="Calibri"/>
                        </a:rPr>
                        <a:t> </a:t>
                      </a:r>
                      <a:r>
                        <a:rPr sz="2400" dirty="0">
                          <a:latin typeface="Calibri"/>
                          <a:cs typeface="Calibri"/>
                        </a:rPr>
                        <a:t>(string</a:t>
                      </a:r>
                      <a:r>
                        <a:rPr sz="2400" spc="-65" dirty="0">
                          <a:latin typeface="Calibri"/>
                          <a:cs typeface="Calibri"/>
                        </a:rPr>
                        <a:t> </a:t>
                      </a:r>
                      <a:r>
                        <a:rPr sz="2400" dirty="0">
                          <a:latin typeface="Calibri"/>
                          <a:cs typeface="Calibri"/>
                        </a:rPr>
                        <a:t>or</a:t>
                      </a:r>
                      <a:r>
                        <a:rPr sz="2400" spc="-40" dirty="0">
                          <a:latin typeface="Calibri"/>
                          <a:cs typeface="Calibri"/>
                        </a:rPr>
                        <a:t> </a:t>
                      </a:r>
                      <a:r>
                        <a:rPr sz="2400" spc="-10" dirty="0">
                          <a:latin typeface="Calibri"/>
                          <a:cs typeface="Calibri"/>
                        </a:rPr>
                        <a:t>tuple)</a:t>
                      </a:r>
                      <a:endParaRPr sz="2400" dirty="0">
                        <a:latin typeface="Calibri"/>
                        <a:cs typeface="Calibri"/>
                      </a:endParaRPr>
                    </a:p>
                  </a:txBody>
                  <a:tcPr marL="0" marR="0" marT="10795" marB="0"/>
                </a:tc>
                <a:extLst>
                  <a:ext uri="{0D108BD9-81ED-4DB2-BD59-A6C34878D82A}">
                    <a16:rowId xmlns:a16="http://schemas.microsoft.com/office/drawing/2014/main" val="10002"/>
                  </a:ext>
                </a:extLst>
              </a:tr>
              <a:tr h="374650">
                <a:tc>
                  <a:txBody>
                    <a:bodyPr/>
                    <a:lstStyle/>
                    <a:p>
                      <a:pPr marL="383540">
                        <a:lnSpc>
                          <a:spcPts val="2815"/>
                        </a:lnSpc>
                      </a:pPr>
                      <a:r>
                        <a:rPr sz="2400" b="1" u="sng" dirty="0">
                          <a:uFill>
                            <a:solidFill>
                              <a:srgbClr val="000000"/>
                            </a:solidFill>
                          </a:uFill>
                          <a:latin typeface="Calibri"/>
                          <a:cs typeface="Calibri"/>
                        </a:rPr>
                        <a:t>Syntax: </a:t>
                      </a:r>
                      <a:r>
                        <a:rPr sz="2400" b="1" dirty="0">
                          <a:latin typeface="Calibri"/>
                          <a:cs typeface="Calibri"/>
                        </a:rPr>
                        <a:t>	</a:t>
                      </a:r>
                      <a:r>
                        <a:rPr lang="en-US" sz="2400" b="1" dirty="0">
                          <a:latin typeface="Calibri"/>
                          <a:cs typeface="Calibri"/>
                        </a:rPr>
                        <a:t>          </a:t>
                      </a:r>
                      <a:r>
                        <a:rPr lang="en-US" sz="2400" spc="-10" dirty="0">
                          <a:solidFill>
                            <a:srgbClr val="008080"/>
                          </a:solidFill>
                          <a:latin typeface="Consolas"/>
                          <a:cs typeface="Calibri"/>
                        </a:rPr>
                        <a:t>list</a:t>
                      </a:r>
                      <a:r>
                        <a:rPr sz="2400" spc="-10" dirty="0">
                          <a:solidFill>
                            <a:srgbClr val="008080"/>
                          </a:solidFill>
                          <a:latin typeface="Consolas"/>
                          <a:cs typeface="Consolas"/>
                        </a:rPr>
                        <a:t>(</a:t>
                      </a:r>
                      <a:r>
                        <a:rPr lang="en-US" sz="2400" spc="-10" dirty="0" err="1">
                          <a:solidFill>
                            <a:srgbClr val="FF0000"/>
                          </a:solidFill>
                          <a:latin typeface="Consolas"/>
                          <a:cs typeface="Consolas"/>
                        </a:rPr>
                        <a:t>my_sequence</a:t>
                      </a:r>
                      <a:r>
                        <a:rPr sz="2400" spc="-10" dirty="0">
                          <a:solidFill>
                            <a:srgbClr val="008080"/>
                          </a:solidFill>
                          <a:latin typeface="Consolas"/>
                          <a:cs typeface="Consolas"/>
                        </a:rPr>
                        <a:t>)</a:t>
                      </a:r>
                      <a:endParaRPr sz="2400" dirty="0">
                        <a:latin typeface="Consolas"/>
                        <a:cs typeface="Consolas"/>
                      </a:endParaRPr>
                    </a:p>
                  </a:txBody>
                  <a:tcPr marL="0" marR="0" marT="0" marB="0"/>
                </a:tc>
                <a:tc>
                  <a:txBody>
                    <a:bodyPr/>
                    <a:lstStyle/>
                    <a:p>
                      <a:pPr>
                        <a:lnSpc>
                          <a:spcPct val="100000"/>
                        </a:lnSpc>
                      </a:pPr>
                      <a:endParaRPr sz="2300">
                        <a:latin typeface="Times New Roman"/>
                        <a:cs typeface="Times New Roman"/>
                      </a:endParaRPr>
                    </a:p>
                  </a:txBody>
                  <a:tcPr marL="0" marR="0" marT="0" marB="0"/>
                </a:tc>
                <a:tc>
                  <a:txBody>
                    <a:bodyPr/>
                    <a:lstStyle/>
                    <a:p>
                      <a:pPr>
                        <a:lnSpc>
                          <a:spcPct val="100000"/>
                        </a:lnSpc>
                      </a:pPr>
                      <a:endParaRPr sz="2300">
                        <a:latin typeface="Times New Roman"/>
                        <a:cs typeface="Times New Roman"/>
                      </a:endParaRPr>
                    </a:p>
                  </a:txBody>
                  <a:tcPr marL="0" marR="0" marT="0" marB="0"/>
                </a:tc>
                <a:extLst>
                  <a:ext uri="{0D108BD9-81ED-4DB2-BD59-A6C34878D82A}">
                    <a16:rowId xmlns:a16="http://schemas.microsoft.com/office/drawing/2014/main" val="10003"/>
                  </a:ext>
                </a:extLst>
              </a:tr>
            </a:tbl>
          </a:graphicData>
        </a:graphic>
      </p:graphicFrame>
      <p:sp>
        <p:nvSpPr>
          <p:cNvPr id="3" name="object 3"/>
          <p:cNvSpPr/>
          <p:nvPr/>
        </p:nvSpPr>
        <p:spPr>
          <a:xfrm>
            <a:off x="1518747" y="2689848"/>
            <a:ext cx="7644130" cy="2308860"/>
          </a:xfrm>
          <a:custGeom>
            <a:avLst/>
            <a:gdLst/>
            <a:ahLst/>
            <a:cxnLst/>
            <a:rect l="l" t="t" r="r" b="b"/>
            <a:pathLst>
              <a:path w="7644130" h="2308860">
                <a:moveTo>
                  <a:pt x="0" y="2308352"/>
                </a:moveTo>
                <a:lnTo>
                  <a:pt x="7643876" y="2308352"/>
                </a:lnTo>
                <a:lnTo>
                  <a:pt x="7643876" y="0"/>
                </a:lnTo>
                <a:lnTo>
                  <a:pt x="0" y="0"/>
                </a:lnTo>
                <a:lnTo>
                  <a:pt x="0" y="2308352"/>
                </a:lnTo>
                <a:close/>
              </a:path>
            </a:pathLst>
          </a:custGeom>
          <a:ln w="12699">
            <a:solidFill>
              <a:srgbClr val="4F81BC"/>
            </a:solidFill>
          </a:ln>
        </p:spPr>
        <p:txBody>
          <a:bodyPr wrap="square" lIns="0" tIns="0" rIns="0" bIns="0" rtlCol="0"/>
          <a:lstStyle/>
          <a:p>
            <a:endParaRPr/>
          </a:p>
        </p:txBody>
      </p:sp>
      <p:sp>
        <p:nvSpPr>
          <p:cNvPr id="4" name="object 4"/>
          <p:cNvSpPr txBox="1"/>
          <p:nvPr/>
        </p:nvSpPr>
        <p:spPr>
          <a:xfrm>
            <a:off x="1582373" y="2666016"/>
            <a:ext cx="2931795" cy="2220595"/>
          </a:xfrm>
          <a:prstGeom prst="rect">
            <a:avLst/>
          </a:prstGeom>
        </p:spPr>
        <p:txBody>
          <a:bodyPr vert="horz" wrap="square" lIns="0" tIns="12700" rIns="0" bIns="0" rtlCol="0" anchor="t">
            <a:spAutoFit/>
          </a:bodyPr>
          <a:lstStyle/>
          <a:p>
            <a:pPr marR="5080">
              <a:lnSpc>
                <a:spcPct val="150000"/>
              </a:lnSpc>
              <a:spcBef>
                <a:spcPts val="100"/>
              </a:spcBef>
              <a:tabLst>
                <a:tab pos="1430655" algn="l"/>
              </a:tabLst>
            </a:pPr>
            <a:r>
              <a:rPr sz="2400" b="1" u="sng" spc="-10" dirty="0">
                <a:solidFill>
                  <a:srgbClr val="0983C0"/>
                </a:solidFill>
                <a:uFill>
                  <a:solidFill>
                    <a:srgbClr val="0983C0"/>
                  </a:solidFill>
                </a:uFill>
                <a:latin typeface="Calibri"/>
                <a:cs typeface="Calibri"/>
              </a:rPr>
              <a:t>Example:</a:t>
            </a:r>
            <a:r>
              <a:rPr sz="2400" b="1" dirty="0">
                <a:solidFill>
                  <a:srgbClr val="0983C0"/>
                </a:solidFill>
                <a:latin typeface="Calibri"/>
                <a:cs typeface="Calibri"/>
              </a:rPr>
              <a:t>	</a:t>
            </a:r>
            <a:r>
              <a:rPr sz="2400" b="1" spc="-10" dirty="0">
                <a:latin typeface="Calibri"/>
                <a:cs typeface="Calibri"/>
              </a:rPr>
              <a:t>listdemo.py </a:t>
            </a:r>
            <a:r>
              <a:rPr sz="2400" spc="-10" dirty="0">
                <a:solidFill>
                  <a:srgbClr val="008080"/>
                </a:solidFill>
                <a:latin typeface="Consolas"/>
                <a:cs typeface="Consolas"/>
              </a:rPr>
              <a:t>str</a:t>
            </a:r>
            <a:r>
              <a:rPr sz="2400" spc="-10" dirty="0">
                <a:latin typeface="Consolas"/>
                <a:cs typeface="Consolas"/>
              </a:rPr>
              <a:t>=</a:t>
            </a:r>
            <a:r>
              <a:rPr sz="2400" spc="-10" dirty="0">
                <a:solidFill>
                  <a:srgbClr val="FF00FF"/>
                </a:solidFill>
                <a:latin typeface="Consolas"/>
                <a:cs typeface="Consolas"/>
              </a:rPr>
              <a:t>"python" </a:t>
            </a:r>
            <a:r>
              <a:rPr sz="2400" spc="-10" dirty="0">
                <a:latin typeface="Consolas"/>
                <a:cs typeface="Consolas"/>
              </a:rPr>
              <a:t>list1=</a:t>
            </a:r>
            <a:r>
              <a:rPr sz="2400" spc="-10" dirty="0">
                <a:solidFill>
                  <a:srgbClr val="008080"/>
                </a:solidFill>
                <a:latin typeface="Consolas"/>
                <a:cs typeface="Consolas"/>
              </a:rPr>
              <a:t>list</a:t>
            </a:r>
            <a:r>
              <a:rPr sz="2400" spc="-10" dirty="0">
                <a:latin typeface="Consolas"/>
                <a:cs typeface="Consolas"/>
              </a:rPr>
              <a:t>(</a:t>
            </a:r>
            <a:r>
              <a:rPr sz="2400" spc="-10" dirty="0">
                <a:solidFill>
                  <a:srgbClr val="008080"/>
                </a:solidFill>
                <a:latin typeface="Consolas"/>
                <a:cs typeface="Consolas"/>
              </a:rPr>
              <a:t>str</a:t>
            </a:r>
            <a:r>
              <a:rPr sz="2400" spc="-10" dirty="0">
                <a:latin typeface="Consolas"/>
                <a:cs typeface="Consolas"/>
              </a:rPr>
              <a:t>) </a:t>
            </a:r>
            <a:r>
              <a:rPr sz="2400" spc="-10" dirty="0">
                <a:solidFill>
                  <a:srgbClr val="0000FF"/>
                </a:solidFill>
                <a:latin typeface="Consolas"/>
                <a:cs typeface="Consolas"/>
              </a:rPr>
              <a:t>print</a:t>
            </a:r>
            <a:r>
              <a:rPr sz="2400" spc="-10" dirty="0">
                <a:latin typeface="Consolas"/>
                <a:cs typeface="Consolas"/>
              </a:rPr>
              <a:t>(list1)</a:t>
            </a:r>
            <a:endParaRPr sz="2400" dirty="0">
              <a:latin typeface="Consolas"/>
              <a:cs typeface="Consolas"/>
            </a:endParaRPr>
          </a:p>
        </p:txBody>
      </p:sp>
      <p:sp>
        <p:nvSpPr>
          <p:cNvPr id="5" name="object 5"/>
          <p:cNvSpPr txBox="1"/>
          <p:nvPr/>
        </p:nvSpPr>
        <p:spPr>
          <a:xfrm>
            <a:off x="5810250" y="5000575"/>
            <a:ext cx="4286250" cy="1442703"/>
          </a:xfrm>
          <a:prstGeom prst="rect">
            <a:avLst/>
          </a:prstGeom>
          <a:ln w="12700">
            <a:solidFill>
              <a:srgbClr val="4F81BC"/>
            </a:solidFill>
          </a:ln>
        </p:spPr>
        <p:txBody>
          <a:bodyPr vert="horz" wrap="square" lIns="0" tIns="26670" rIns="0" bIns="0" rtlCol="0">
            <a:spAutoFit/>
          </a:bodyPr>
          <a:lstStyle/>
          <a:p>
            <a:pPr marL="92075">
              <a:spcBef>
                <a:spcPts val="210"/>
              </a:spcBef>
            </a:pPr>
            <a:r>
              <a:rPr sz="2400" b="1" u="sng" spc="-10">
                <a:solidFill>
                  <a:srgbClr val="FFC000"/>
                </a:solidFill>
                <a:uFill>
                  <a:solidFill>
                    <a:srgbClr val="FFC000"/>
                  </a:solidFill>
                </a:uFill>
                <a:latin typeface="Calibri"/>
                <a:cs typeface="Calibri"/>
              </a:rPr>
              <a:t>Output:</a:t>
            </a:r>
            <a:endParaRPr sz="2400">
              <a:latin typeface="Calibri"/>
              <a:cs typeface="Calibri"/>
            </a:endParaRPr>
          </a:p>
          <a:p>
            <a:pPr marL="92075">
              <a:spcBef>
                <a:spcPts val="1000"/>
              </a:spcBef>
            </a:pPr>
            <a:r>
              <a:rPr sz="2400" b="1">
                <a:latin typeface="Calibri"/>
                <a:cs typeface="Calibri"/>
              </a:rPr>
              <a:t>python</a:t>
            </a:r>
            <a:r>
              <a:rPr sz="2400" b="1" spc="-70">
                <a:latin typeface="Calibri"/>
                <a:cs typeface="Calibri"/>
              </a:rPr>
              <a:t> </a:t>
            </a:r>
            <a:r>
              <a:rPr sz="2400" spc="-10">
                <a:latin typeface="Calibri"/>
                <a:cs typeface="Calibri"/>
              </a:rPr>
              <a:t>listdemo.py</a:t>
            </a:r>
            <a:endParaRPr sz="2400">
              <a:latin typeface="Calibri"/>
              <a:cs typeface="Calibri"/>
            </a:endParaRPr>
          </a:p>
          <a:p>
            <a:pPr marL="92075">
              <a:spcBef>
                <a:spcPts val="1440"/>
              </a:spcBef>
            </a:pPr>
            <a:r>
              <a:rPr sz="2400" b="1">
                <a:solidFill>
                  <a:srgbClr val="999999"/>
                </a:solidFill>
                <a:latin typeface="Calibri"/>
                <a:cs typeface="Calibri"/>
              </a:rPr>
              <a:t>[</a:t>
            </a:r>
            <a:r>
              <a:rPr sz="2400" b="1">
                <a:solidFill>
                  <a:srgbClr val="669900"/>
                </a:solidFill>
                <a:latin typeface="Calibri"/>
                <a:cs typeface="Calibri"/>
              </a:rPr>
              <a:t>'p'</a:t>
            </a:r>
            <a:r>
              <a:rPr sz="2400" b="1">
                <a:solidFill>
                  <a:srgbClr val="999999"/>
                </a:solidFill>
                <a:latin typeface="Calibri"/>
                <a:cs typeface="Calibri"/>
              </a:rPr>
              <a:t>,</a:t>
            </a:r>
            <a:r>
              <a:rPr sz="2400" b="1" spc="-60">
                <a:solidFill>
                  <a:srgbClr val="999999"/>
                </a:solidFill>
                <a:latin typeface="Calibri"/>
                <a:cs typeface="Calibri"/>
              </a:rPr>
              <a:t> </a:t>
            </a:r>
            <a:r>
              <a:rPr sz="2400" b="1">
                <a:solidFill>
                  <a:srgbClr val="669900"/>
                </a:solidFill>
                <a:latin typeface="Calibri"/>
                <a:cs typeface="Calibri"/>
              </a:rPr>
              <a:t>'y'</a:t>
            </a:r>
            <a:r>
              <a:rPr sz="2400" b="1">
                <a:solidFill>
                  <a:srgbClr val="999999"/>
                </a:solidFill>
                <a:latin typeface="Calibri"/>
                <a:cs typeface="Calibri"/>
              </a:rPr>
              <a:t>,</a:t>
            </a:r>
            <a:r>
              <a:rPr sz="2400" b="1" spc="-30">
                <a:solidFill>
                  <a:srgbClr val="999999"/>
                </a:solidFill>
                <a:latin typeface="Calibri"/>
                <a:cs typeface="Calibri"/>
              </a:rPr>
              <a:t> </a:t>
            </a:r>
            <a:r>
              <a:rPr sz="2400" b="1">
                <a:solidFill>
                  <a:srgbClr val="669900"/>
                </a:solidFill>
                <a:latin typeface="Calibri"/>
                <a:cs typeface="Calibri"/>
              </a:rPr>
              <a:t>'t'</a:t>
            </a:r>
            <a:r>
              <a:rPr sz="2400" b="1">
                <a:solidFill>
                  <a:srgbClr val="999999"/>
                </a:solidFill>
                <a:latin typeface="Calibri"/>
                <a:cs typeface="Calibri"/>
              </a:rPr>
              <a:t>,</a:t>
            </a:r>
            <a:r>
              <a:rPr sz="2400" b="1" spc="-30">
                <a:solidFill>
                  <a:srgbClr val="999999"/>
                </a:solidFill>
                <a:latin typeface="Calibri"/>
                <a:cs typeface="Calibri"/>
              </a:rPr>
              <a:t> </a:t>
            </a:r>
            <a:r>
              <a:rPr sz="2400" b="1">
                <a:solidFill>
                  <a:srgbClr val="669900"/>
                </a:solidFill>
                <a:latin typeface="Calibri"/>
                <a:cs typeface="Calibri"/>
              </a:rPr>
              <a:t>'h'</a:t>
            </a:r>
            <a:r>
              <a:rPr sz="2400" b="1">
                <a:solidFill>
                  <a:srgbClr val="999999"/>
                </a:solidFill>
                <a:latin typeface="Calibri"/>
                <a:cs typeface="Calibri"/>
              </a:rPr>
              <a:t>,</a:t>
            </a:r>
            <a:r>
              <a:rPr sz="2400" b="1" spc="-30">
                <a:solidFill>
                  <a:srgbClr val="999999"/>
                </a:solidFill>
                <a:latin typeface="Calibri"/>
                <a:cs typeface="Calibri"/>
              </a:rPr>
              <a:t> </a:t>
            </a:r>
            <a:r>
              <a:rPr sz="2400" b="1">
                <a:solidFill>
                  <a:srgbClr val="669900"/>
                </a:solidFill>
                <a:latin typeface="Calibri"/>
                <a:cs typeface="Calibri"/>
              </a:rPr>
              <a:t>'o'</a:t>
            </a:r>
            <a:r>
              <a:rPr sz="2400" b="1">
                <a:solidFill>
                  <a:srgbClr val="999999"/>
                </a:solidFill>
                <a:latin typeface="Calibri"/>
                <a:cs typeface="Calibri"/>
              </a:rPr>
              <a:t>,</a:t>
            </a:r>
            <a:r>
              <a:rPr sz="2400" b="1" spc="-45">
                <a:solidFill>
                  <a:srgbClr val="999999"/>
                </a:solidFill>
                <a:latin typeface="Calibri"/>
                <a:cs typeface="Calibri"/>
              </a:rPr>
              <a:t> </a:t>
            </a:r>
            <a:r>
              <a:rPr sz="2400" b="1" spc="-20">
                <a:solidFill>
                  <a:srgbClr val="669900"/>
                </a:solidFill>
                <a:latin typeface="Calibri"/>
                <a:cs typeface="Calibri"/>
              </a:rPr>
              <a:t>'n'</a:t>
            </a:r>
            <a:r>
              <a:rPr sz="2400" b="1" spc="-20">
                <a:solidFill>
                  <a:srgbClr val="999999"/>
                </a:solidFill>
                <a:latin typeface="Calibri"/>
                <a:cs typeface="Calibri"/>
              </a:rPr>
              <a:t>]</a:t>
            </a:r>
            <a:endParaRPr sz="2400">
              <a:latin typeface="Calibri"/>
              <a:cs typeface="Calibri"/>
            </a:endParaRPr>
          </a:p>
        </p:txBody>
      </p:sp>
      <p:sp>
        <p:nvSpPr>
          <p:cNvPr id="6" name="Slide Number Placeholder 5">
            <a:extLst>
              <a:ext uri="{FF2B5EF4-FFF2-40B4-BE49-F238E27FC236}">
                <a16:creationId xmlns:a16="http://schemas.microsoft.com/office/drawing/2014/main" id="{7C70F02C-457A-3BE4-6B77-75DA6328FE5B}"/>
              </a:ext>
            </a:extLst>
          </p:cNvPr>
          <p:cNvSpPr>
            <a:spLocks noGrp="1"/>
          </p:cNvSpPr>
          <p:nvPr>
            <p:ph type="sldNum" sz="quarter" idx="7"/>
          </p:nvPr>
        </p:nvSpPr>
        <p:spPr/>
        <p:txBody>
          <a:bodyPr/>
          <a:lstStyle/>
          <a:p>
            <a:fld id="{B6F15528-21DE-4FAA-801E-634DDDAF4B2B}" type="slidenum">
              <a:rPr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0C35646-30B8-65A9-1EF7-529E069E8A4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005846B-4567-ED93-B637-5262BA856033}"/>
              </a:ext>
            </a:extLst>
          </p:cNvPr>
          <p:cNvSpPr txBox="1">
            <a:spLocks noGrp="1"/>
          </p:cNvSpPr>
          <p:nvPr>
            <p:ph type="title"/>
          </p:nvPr>
        </p:nvSpPr>
        <p:spPr>
          <a:xfrm>
            <a:off x="2678718" y="44578"/>
            <a:ext cx="8023860" cy="505267"/>
          </a:xfrm>
          <a:prstGeom prst="rect">
            <a:avLst/>
          </a:prstGeom>
        </p:spPr>
        <p:txBody>
          <a:bodyPr vert="horz" wrap="square" lIns="0" tIns="12700" rIns="0" bIns="0" rtlCol="0">
            <a:spAutoFit/>
          </a:bodyPr>
          <a:lstStyle/>
          <a:p>
            <a:pPr marL="12700">
              <a:spcBef>
                <a:spcPts val="100"/>
              </a:spcBef>
            </a:pPr>
            <a:r>
              <a:t>List</a:t>
            </a:r>
            <a:r>
              <a:rPr spc="-15"/>
              <a:t> </a:t>
            </a:r>
            <a:r>
              <a:t>Functions</a:t>
            </a:r>
            <a:r>
              <a:rPr spc="-45"/>
              <a:t> </a:t>
            </a:r>
            <a:r>
              <a:t>&amp;</a:t>
            </a:r>
            <a:r>
              <a:rPr spc="-10"/>
              <a:t> </a:t>
            </a:r>
            <a:r>
              <a:t>Methods</a:t>
            </a:r>
            <a:r>
              <a:rPr spc="-35"/>
              <a:t> </a:t>
            </a:r>
            <a:r>
              <a:rPr>
                <a:solidFill>
                  <a:srgbClr val="000000"/>
                </a:solidFill>
              </a:rPr>
              <a:t>in</a:t>
            </a:r>
            <a:r>
              <a:rPr spc="-35">
                <a:solidFill>
                  <a:srgbClr val="000000"/>
                </a:solidFill>
              </a:rPr>
              <a:t> </a:t>
            </a:r>
            <a:r>
              <a:rPr spc="-10">
                <a:solidFill>
                  <a:srgbClr val="0983C0"/>
                </a:solidFill>
              </a:rPr>
              <a:t>Python</a:t>
            </a:r>
          </a:p>
        </p:txBody>
      </p:sp>
      <p:sp>
        <p:nvSpPr>
          <p:cNvPr id="3" name="object 3">
            <a:extLst>
              <a:ext uri="{FF2B5EF4-FFF2-40B4-BE49-F238E27FC236}">
                <a16:creationId xmlns:a16="http://schemas.microsoft.com/office/drawing/2014/main" id="{2FA3AB22-5FC7-9A10-1AE0-8042A352E274}"/>
              </a:ext>
            </a:extLst>
          </p:cNvPr>
          <p:cNvSpPr txBox="1"/>
          <p:nvPr/>
        </p:nvSpPr>
        <p:spPr>
          <a:xfrm>
            <a:off x="9300718" y="222884"/>
            <a:ext cx="593090" cy="299720"/>
          </a:xfrm>
          <a:prstGeom prst="rect">
            <a:avLst/>
          </a:prstGeom>
        </p:spPr>
        <p:txBody>
          <a:bodyPr vert="horz" wrap="square" lIns="0" tIns="12700" rIns="0" bIns="0" rtlCol="0">
            <a:spAutoFit/>
          </a:bodyPr>
          <a:lstStyle/>
          <a:p>
            <a:pPr marL="12700">
              <a:spcBef>
                <a:spcPts val="100"/>
              </a:spcBef>
            </a:pPr>
            <a:r>
              <a:rPr b="1" spc="-10">
                <a:latin typeface="Calibri"/>
                <a:cs typeface="Calibri"/>
              </a:rPr>
              <a:t>Cont..</a:t>
            </a:r>
            <a:endParaRPr>
              <a:latin typeface="Calibri"/>
              <a:cs typeface="Calibri"/>
            </a:endParaRPr>
          </a:p>
        </p:txBody>
      </p:sp>
      <p:sp>
        <p:nvSpPr>
          <p:cNvPr id="4" name="object 4">
            <a:extLst>
              <a:ext uri="{FF2B5EF4-FFF2-40B4-BE49-F238E27FC236}">
                <a16:creationId xmlns:a16="http://schemas.microsoft.com/office/drawing/2014/main" id="{D4068B6E-E3C3-11BD-E7AC-ECC562EDE852}"/>
              </a:ext>
            </a:extLst>
          </p:cNvPr>
          <p:cNvSpPr/>
          <p:nvPr/>
        </p:nvSpPr>
        <p:spPr>
          <a:xfrm>
            <a:off x="1524000" y="642874"/>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sp>
        <p:nvSpPr>
          <p:cNvPr id="6" name="object 6">
            <a:extLst>
              <a:ext uri="{FF2B5EF4-FFF2-40B4-BE49-F238E27FC236}">
                <a16:creationId xmlns:a16="http://schemas.microsoft.com/office/drawing/2014/main" id="{1E55713B-CF76-1F7A-014B-15468867A81B}"/>
              </a:ext>
            </a:extLst>
          </p:cNvPr>
          <p:cNvSpPr txBox="1"/>
          <p:nvPr/>
        </p:nvSpPr>
        <p:spPr>
          <a:xfrm>
            <a:off x="407776" y="558405"/>
            <a:ext cx="11493941" cy="2034531"/>
          </a:xfrm>
          <a:prstGeom prst="rect">
            <a:avLst/>
          </a:prstGeom>
        </p:spPr>
        <p:txBody>
          <a:bodyPr vert="horz" wrap="square" lIns="0" tIns="86995" rIns="0" bIns="0" rtlCol="0" anchor="t">
            <a:spAutoFit/>
          </a:bodyPr>
          <a:lstStyle/>
          <a:p>
            <a:pPr marL="12700">
              <a:spcBef>
                <a:spcPts val="685"/>
              </a:spcBef>
            </a:pPr>
            <a:r>
              <a:rPr sz="2400" b="1" u="sng" dirty="0">
                <a:solidFill>
                  <a:srgbClr val="0983C0"/>
                </a:solidFill>
                <a:uFill>
                  <a:solidFill>
                    <a:srgbClr val="0983C0"/>
                  </a:solidFill>
                </a:uFill>
                <a:latin typeface="Malgun Gothic"/>
                <a:cs typeface="Malgun Gothic"/>
              </a:rPr>
              <a:t>☞</a:t>
            </a:r>
            <a:r>
              <a:rPr sz="2400" b="1" u="sng" spc="-330" dirty="0">
                <a:solidFill>
                  <a:srgbClr val="0983C0"/>
                </a:solidFill>
                <a:uFill>
                  <a:solidFill>
                    <a:srgbClr val="0983C0"/>
                  </a:solidFill>
                </a:uFill>
                <a:latin typeface="Malgun Gothic"/>
                <a:cs typeface="Malgun Gothic"/>
              </a:rPr>
              <a:t> </a:t>
            </a:r>
            <a:r>
              <a:rPr sz="2400" b="1" u="sng" dirty="0">
                <a:solidFill>
                  <a:srgbClr val="0983C0"/>
                </a:solidFill>
                <a:uFill>
                  <a:solidFill>
                    <a:srgbClr val="0983C0"/>
                  </a:solidFill>
                </a:uFill>
                <a:latin typeface="Calibri"/>
                <a:cs typeface="Calibri"/>
              </a:rPr>
              <a:t>sorted</a:t>
            </a:r>
            <a:r>
              <a:rPr sz="2400" b="1" u="sng" spc="-75" dirty="0">
                <a:solidFill>
                  <a:srgbClr val="0983C0"/>
                </a:solidFill>
                <a:uFill>
                  <a:solidFill>
                    <a:srgbClr val="0983C0"/>
                  </a:solidFill>
                </a:uFill>
                <a:latin typeface="Calibri"/>
                <a:cs typeface="Calibri"/>
              </a:rPr>
              <a:t> </a:t>
            </a:r>
            <a:r>
              <a:rPr sz="2400" b="1" u="sng" spc="-25" dirty="0">
                <a:solidFill>
                  <a:srgbClr val="0983C0"/>
                </a:solidFill>
                <a:uFill>
                  <a:solidFill>
                    <a:srgbClr val="0983C0"/>
                  </a:solidFill>
                </a:uFill>
                <a:latin typeface="Calibri"/>
                <a:cs typeface="Calibri"/>
              </a:rPr>
              <a:t>()</a:t>
            </a:r>
            <a:r>
              <a:rPr lang="en-IN" sz="2400" b="1" u="sng" spc="-25" dirty="0">
                <a:solidFill>
                  <a:srgbClr val="0983C0"/>
                </a:solidFill>
                <a:uFill>
                  <a:solidFill>
                    <a:srgbClr val="0983C0"/>
                  </a:solidFill>
                </a:uFill>
                <a:latin typeface="Calibri"/>
                <a:cs typeface="Calibri"/>
              </a:rPr>
              <a:t> and sort()</a:t>
            </a:r>
            <a:endParaRPr sz="2400" dirty="0">
              <a:latin typeface="Calibri"/>
              <a:cs typeface="Calibri"/>
            </a:endParaRPr>
          </a:p>
          <a:p>
            <a:pPr marL="355600" marR="172720" indent="-342900">
              <a:spcBef>
                <a:spcPts val="535"/>
              </a:spcBef>
              <a:buFont typeface="Arial MT"/>
              <a:buChar char="•"/>
              <a:tabLst>
                <a:tab pos="355600" algn="l"/>
              </a:tabLst>
            </a:pPr>
            <a:r>
              <a:rPr sz="2000" dirty="0">
                <a:latin typeface="Calibri"/>
                <a:cs typeface="Calibri"/>
              </a:rPr>
              <a:t>In</a:t>
            </a:r>
            <a:r>
              <a:rPr sz="2000" spc="-55" dirty="0">
                <a:latin typeface="Calibri"/>
                <a:cs typeface="Calibri"/>
              </a:rPr>
              <a:t> </a:t>
            </a:r>
            <a:r>
              <a:rPr sz="2000" dirty="0">
                <a:latin typeface="Calibri"/>
                <a:cs typeface="Calibri"/>
              </a:rPr>
              <a:t>python,</a:t>
            </a:r>
            <a:r>
              <a:rPr sz="2000" spc="-40" dirty="0">
                <a:latin typeface="Calibri"/>
                <a:cs typeface="Calibri"/>
              </a:rPr>
              <a:t> </a:t>
            </a:r>
            <a:r>
              <a:rPr sz="2000" dirty="0">
                <a:latin typeface="Calibri"/>
                <a:cs typeface="Calibri"/>
              </a:rPr>
              <a:t>sorted()</a:t>
            </a:r>
            <a:r>
              <a:rPr sz="2000" spc="-55" dirty="0">
                <a:latin typeface="Calibri"/>
                <a:cs typeface="Calibri"/>
              </a:rPr>
              <a:t> </a:t>
            </a:r>
            <a:r>
              <a:rPr sz="2000" dirty="0">
                <a:latin typeface="Calibri"/>
                <a:cs typeface="Calibri"/>
              </a:rPr>
              <a:t>function</a:t>
            </a:r>
            <a:r>
              <a:rPr sz="2000" spc="-35" dirty="0">
                <a:latin typeface="Calibri"/>
                <a:cs typeface="Calibri"/>
              </a:rPr>
              <a:t> </a:t>
            </a:r>
            <a:r>
              <a:rPr sz="2000" dirty="0">
                <a:latin typeface="Calibri"/>
                <a:cs typeface="Calibri"/>
              </a:rPr>
              <a:t>is</a:t>
            </a:r>
            <a:r>
              <a:rPr sz="2000" spc="-35" dirty="0">
                <a:latin typeface="Calibri"/>
                <a:cs typeface="Calibri"/>
              </a:rPr>
              <a:t> </a:t>
            </a:r>
            <a:r>
              <a:rPr sz="2000" dirty="0">
                <a:latin typeface="Calibri"/>
                <a:cs typeface="Calibri"/>
              </a:rPr>
              <a:t>used</a:t>
            </a:r>
            <a:r>
              <a:rPr sz="2000" spc="-35" dirty="0">
                <a:latin typeface="Calibri"/>
                <a:cs typeface="Calibri"/>
              </a:rPr>
              <a:t> </a:t>
            </a:r>
            <a:r>
              <a:rPr sz="2000" dirty="0">
                <a:latin typeface="Calibri"/>
                <a:cs typeface="Calibri"/>
              </a:rPr>
              <a:t>to</a:t>
            </a:r>
            <a:r>
              <a:rPr sz="2000" spc="-35" dirty="0">
                <a:latin typeface="Calibri"/>
                <a:cs typeface="Calibri"/>
              </a:rPr>
              <a:t> </a:t>
            </a:r>
            <a:r>
              <a:rPr sz="2000" dirty="0">
                <a:latin typeface="Calibri"/>
                <a:cs typeface="Calibri"/>
              </a:rPr>
              <a:t>sort</a:t>
            </a:r>
            <a:r>
              <a:rPr sz="2000" spc="-30" dirty="0">
                <a:latin typeface="Calibri"/>
                <a:cs typeface="Calibri"/>
              </a:rPr>
              <a:t> </a:t>
            </a:r>
            <a:r>
              <a:rPr sz="2000" dirty="0">
                <a:latin typeface="Calibri"/>
                <a:cs typeface="Calibri"/>
              </a:rPr>
              <a:t>all</a:t>
            </a:r>
            <a:r>
              <a:rPr sz="2000" spc="-50" dirty="0">
                <a:latin typeface="Calibri"/>
                <a:cs typeface="Calibri"/>
              </a:rPr>
              <a:t> </a:t>
            </a:r>
            <a:r>
              <a:rPr sz="2000" dirty="0">
                <a:latin typeface="Calibri"/>
                <a:cs typeface="Calibri"/>
              </a:rPr>
              <a:t>items</a:t>
            </a:r>
            <a:r>
              <a:rPr lang="en-US" sz="2000" spc="-50" dirty="0">
                <a:latin typeface="Calibri"/>
                <a:cs typeface="Calibri"/>
              </a:rPr>
              <a:t> </a:t>
            </a:r>
            <a:r>
              <a:rPr sz="2000" dirty="0">
                <a:latin typeface="Calibri"/>
                <a:cs typeface="Calibri"/>
              </a:rPr>
              <a:t>of</a:t>
            </a:r>
            <a:r>
              <a:rPr sz="2000" spc="-35" dirty="0">
                <a:latin typeface="Calibri"/>
                <a:cs typeface="Calibri"/>
              </a:rPr>
              <a:t> </a:t>
            </a:r>
            <a:r>
              <a:rPr sz="2000" dirty="0">
                <a:latin typeface="Calibri"/>
                <a:cs typeface="Calibri"/>
              </a:rPr>
              <a:t>list</a:t>
            </a:r>
            <a:r>
              <a:rPr sz="2000" spc="-45" dirty="0">
                <a:latin typeface="Calibri"/>
                <a:cs typeface="Calibri"/>
              </a:rPr>
              <a:t> </a:t>
            </a:r>
            <a:r>
              <a:rPr sz="2000" dirty="0">
                <a:latin typeface="Calibri"/>
                <a:cs typeface="Calibri"/>
              </a:rPr>
              <a:t>in</a:t>
            </a:r>
            <a:r>
              <a:rPr sz="2000" spc="-35" dirty="0">
                <a:latin typeface="Calibri"/>
                <a:cs typeface="Calibri"/>
              </a:rPr>
              <a:t> </a:t>
            </a:r>
            <a:r>
              <a:rPr sz="2000" spc="-25" dirty="0">
                <a:latin typeface="Calibri"/>
                <a:cs typeface="Calibri"/>
              </a:rPr>
              <a:t>an </a:t>
            </a:r>
            <a:r>
              <a:rPr sz="2000" dirty="0">
                <a:latin typeface="Calibri"/>
                <a:cs typeface="Calibri"/>
              </a:rPr>
              <a:t>ascending</a:t>
            </a:r>
            <a:r>
              <a:rPr sz="2000" spc="-30" dirty="0">
                <a:latin typeface="Calibri"/>
                <a:cs typeface="Calibri"/>
              </a:rPr>
              <a:t> </a:t>
            </a:r>
            <a:r>
              <a:rPr sz="2000" spc="-10" dirty="0">
                <a:latin typeface="Calibri"/>
                <a:cs typeface="Calibri"/>
              </a:rPr>
              <a:t>order</a:t>
            </a:r>
            <a:r>
              <a:rPr lang="en-US" sz="2000" spc="-10" dirty="0">
                <a:latin typeface="Calibri"/>
                <a:cs typeface="Calibri"/>
              </a:rPr>
              <a:t> and create a new list</a:t>
            </a:r>
            <a:r>
              <a:rPr sz="2000" spc="-10" dirty="0">
                <a:latin typeface="Calibri"/>
                <a:cs typeface="Calibri"/>
              </a:rPr>
              <a:t>.</a:t>
            </a:r>
            <a:endParaRPr lang="en-IN" sz="2000" spc="-10" dirty="0">
              <a:latin typeface="Calibri"/>
              <a:cs typeface="Calibri"/>
            </a:endParaRPr>
          </a:p>
          <a:p>
            <a:pPr marL="355600" marR="172720" indent="-342900">
              <a:spcBef>
                <a:spcPts val="535"/>
              </a:spcBef>
              <a:buFont typeface="Arial MT"/>
              <a:buChar char="•"/>
              <a:tabLst>
                <a:tab pos="1840864" algn="l"/>
              </a:tabLst>
            </a:pPr>
            <a:r>
              <a:rPr lang="en-US" sz="2000" spc="-10" dirty="0">
                <a:latin typeface="Calibri"/>
                <a:cs typeface="Calibri"/>
              </a:rPr>
              <a:t>In List numbers are sorted numerically and strings are sorted alphabetically.</a:t>
            </a:r>
          </a:p>
          <a:p>
            <a:pPr marL="12700">
              <a:spcBef>
                <a:spcPts val="590"/>
              </a:spcBef>
              <a:tabLst>
                <a:tab pos="1840864" algn="l"/>
              </a:tabLst>
            </a:pPr>
            <a:r>
              <a:rPr sz="2000" b="1" u="sng" dirty="0">
                <a:uFill>
                  <a:solidFill>
                    <a:srgbClr val="000000"/>
                  </a:solidFill>
                </a:uFill>
                <a:latin typeface="Calibri"/>
                <a:cs typeface="Calibri"/>
              </a:rPr>
              <a:t>Syntax: </a:t>
            </a:r>
            <a:r>
              <a:rPr lang="en-US" sz="2000" spc="-10" dirty="0">
                <a:solidFill>
                  <a:srgbClr val="008080"/>
                </a:solidFill>
                <a:latin typeface="Consolas"/>
                <a:cs typeface="Calibri"/>
              </a:rPr>
              <a:t>   sorted</a:t>
            </a:r>
            <a:r>
              <a:rPr sz="2000" spc="-10" dirty="0">
                <a:solidFill>
                  <a:srgbClr val="008080"/>
                </a:solidFill>
                <a:latin typeface="Consolas"/>
                <a:cs typeface="Consolas"/>
              </a:rPr>
              <a:t>(</a:t>
            </a:r>
            <a:r>
              <a:rPr lang="en-US" sz="2000" spc="-10" dirty="0" err="1">
                <a:solidFill>
                  <a:srgbClr val="FF0000"/>
                </a:solidFill>
                <a:latin typeface="Consolas"/>
                <a:cs typeface="Consolas"/>
              </a:rPr>
              <a:t>my_list</a:t>
            </a:r>
            <a:r>
              <a:rPr sz="2000" spc="-10" dirty="0">
                <a:solidFill>
                  <a:srgbClr val="008080"/>
                </a:solidFill>
                <a:latin typeface="Consolas"/>
                <a:cs typeface="Consolas"/>
              </a:rPr>
              <a:t>)</a:t>
            </a:r>
            <a:r>
              <a:rPr lang="en-IN" sz="2000" spc="-10" dirty="0">
                <a:solidFill>
                  <a:srgbClr val="008080"/>
                </a:solidFill>
                <a:latin typeface="Consolas"/>
                <a:cs typeface="Consolas"/>
              </a:rPr>
              <a:t> </a:t>
            </a:r>
            <a:r>
              <a:rPr lang="en-IN" sz="2000" spc="-10" dirty="0" err="1">
                <a:solidFill>
                  <a:srgbClr val="008080"/>
                </a:solidFill>
                <a:latin typeface="Consolas"/>
                <a:cs typeface="Consolas"/>
              </a:rPr>
              <a:t>my_list.sort</a:t>
            </a:r>
            <a:r>
              <a:rPr lang="en-IN" sz="2000" spc="-10" dirty="0">
                <a:solidFill>
                  <a:srgbClr val="008080"/>
                </a:solidFill>
                <a:latin typeface="Consolas"/>
                <a:cs typeface="Consolas"/>
              </a:rPr>
              <a:t>()</a:t>
            </a:r>
            <a:endParaRPr sz="2000" dirty="0">
              <a:latin typeface="Consolas"/>
              <a:cs typeface="Consolas"/>
            </a:endParaRPr>
          </a:p>
          <a:p>
            <a:pPr marL="83820">
              <a:spcBef>
                <a:spcPts val="1135"/>
              </a:spcBef>
              <a:tabLst>
                <a:tab pos="1515110" algn="l"/>
              </a:tabLst>
            </a:pPr>
            <a:r>
              <a:rPr sz="2000" b="1" u="sng" spc="-10" dirty="0">
                <a:solidFill>
                  <a:srgbClr val="0983C0"/>
                </a:solidFill>
                <a:uFill>
                  <a:solidFill>
                    <a:srgbClr val="0983C0"/>
                  </a:solidFill>
                </a:uFill>
                <a:latin typeface="Calibri"/>
                <a:cs typeface="Calibri"/>
              </a:rPr>
              <a:t>Example:</a:t>
            </a:r>
            <a:r>
              <a:rPr sz="2000" b="1" dirty="0">
                <a:solidFill>
                  <a:srgbClr val="0983C0"/>
                </a:solidFill>
                <a:latin typeface="Calibri"/>
                <a:cs typeface="Calibri"/>
              </a:rPr>
              <a:t>	</a:t>
            </a:r>
            <a:r>
              <a:rPr sz="2000" b="1" spc="-10" dirty="0">
                <a:latin typeface="Calibri"/>
                <a:cs typeface="Calibri"/>
              </a:rPr>
              <a:t>sorteddemo.py</a:t>
            </a:r>
            <a:endParaRPr sz="2000" dirty="0">
              <a:latin typeface="Calibri"/>
              <a:cs typeface="Calibri"/>
            </a:endParaRPr>
          </a:p>
        </p:txBody>
      </p:sp>
      <p:sp>
        <p:nvSpPr>
          <p:cNvPr id="5" name="TextBox 4">
            <a:extLst>
              <a:ext uri="{FF2B5EF4-FFF2-40B4-BE49-F238E27FC236}">
                <a16:creationId xmlns:a16="http://schemas.microsoft.com/office/drawing/2014/main" id="{88F70112-65EA-764E-7821-F7333B5BF845}"/>
              </a:ext>
            </a:extLst>
          </p:cNvPr>
          <p:cNvSpPr txBox="1"/>
          <p:nvPr/>
        </p:nvSpPr>
        <p:spPr>
          <a:xfrm>
            <a:off x="173307" y="2672923"/>
            <a:ext cx="6553200" cy="4031873"/>
          </a:xfrm>
          <a:prstGeom prst="rect">
            <a:avLst/>
          </a:prstGeom>
          <a:noFill/>
        </p:spPr>
        <p:txBody>
          <a:bodyPr wrap="square" lIns="91440" tIns="45720" rIns="91440" bIns="45720" rtlCol="0" anchor="t">
            <a:spAutoFit/>
          </a:bodyPr>
          <a:lstStyle/>
          <a:p>
            <a:r>
              <a:rPr lang="en-IN" b="1" u="sng" dirty="0">
                <a:solidFill>
                  <a:schemeClr val="accent6">
                    <a:lumMod val="75000"/>
                  </a:schemeClr>
                </a:solidFill>
                <a:latin typeface="Times New Roman"/>
                <a:cs typeface="Times New Roman"/>
              </a:rPr>
              <a:t>Input:</a:t>
            </a:r>
          </a:p>
          <a:p>
            <a:r>
              <a:rPr lang="en-IN" dirty="0" err="1">
                <a:latin typeface="Times New Roman"/>
                <a:cs typeface="Times New Roman"/>
              </a:rPr>
              <a:t>num</a:t>
            </a:r>
            <a:r>
              <a:rPr lang="en-IN" dirty="0">
                <a:latin typeface="Times New Roman"/>
                <a:cs typeface="Times New Roman"/>
              </a:rPr>
              <a:t>=</a:t>
            </a:r>
            <a:r>
              <a:rPr lang="en-IN" dirty="0">
                <a:solidFill>
                  <a:srgbClr val="0070C0"/>
                </a:solidFill>
                <a:latin typeface="Times New Roman"/>
                <a:cs typeface="Times New Roman"/>
              </a:rPr>
              <a:t>[1,3,2,4,6,5]</a:t>
            </a:r>
          </a:p>
          <a:p>
            <a:r>
              <a:rPr lang="en-IN" sz="1800" spc="-10" dirty="0">
                <a:solidFill>
                  <a:srgbClr val="0000FF"/>
                </a:solidFill>
                <a:latin typeface="Times New Roman"/>
                <a:cs typeface="Times New Roman"/>
              </a:rPr>
              <a:t>print</a:t>
            </a:r>
            <a:r>
              <a:rPr lang="en-IN" dirty="0">
                <a:latin typeface="Times New Roman"/>
                <a:cs typeface="Times New Roman"/>
              </a:rPr>
              <a:t>("The original list </a:t>
            </a:r>
            <a:r>
              <a:rPr lang="en-IN" dirty="0" err="1">
                <a:latin typeface="Times New Roman"/>
                <a:cs typeface="Times New Roman"/>
              </a:rPr>
              <a:t>num</a:t>
            </a:r>
            <a:r>
              <a:rPr lang="en-IN" dirty="0">
                <a:latin typeface="Times New Roman"/>
                <a:cs typeface="Times New Roman"/>
              </a:rPr>
              <a:t> is :",</a:t>
            </a:r>
            <a:r>
              <a:rPr lang="en-IN" dirty="0" err="1">
                <a:latin typeface="Times New Roman"/>
                <a:cs typeface="Times New Roman"/>
              </a:rPr>
              <a:t>num</a:t>
            </a:r>
            <a:r>
              <a:rPr lang="en-IN" dirty="0">
                <a:latin typeface="Times New Roman"/>
                <a:cs typeface="Times New Roman"/>
              </a:rPr>
              <a:t>)</a:t>
            </a:r>
          </a:p>
          <a:p>
            <a:r>
              <a:rPr lang="en-IN" dirty="0">
                <a:latin typeface="Times New Roman"/>
                <a:cs typeface="Times New Roman"/>
              </a:rPr>
              <a:t>num2 = </a:t>
            </a:r>
            <a:r>
              <a:rPr lang="en-IN" dirty="0">
                <a:solidFill>
                  <a:schemeClr val="accent3">
                    <a:lumMod val="75000"/>
                  </a:schemeClr>
                </a:solidFill>
                <a:latin typeface="Times New Roman"/>
                <a:cs typeface="Times New Roman"/>
              </a:rPr>
              <a:t>sorted</a:t>
            </a:r>
            <a:r>
              <a:rPr lang="en-IN" dirty="0">
                <a:latin typeface="Times New Roman"/>
                <a:cs typeface="Times New Roman"/>
              </a:rPr>
              <a:t>(</a:t>
            </a:r>
            <a:r>
              <a:rPr lang="en-IN" dirty="0" err="1">
                <a:latin typeface="Times New Roman"/>
                <a:cs typeface="Times New Roman"/>
              </a:rPr>
              <a:t>num</a:t>
            </a:r>
            <a:r>
              <a:rPr lang="en-IN" dirty="0">
                <a:latin typeface="Times New Roman"/>
                <a:cs typeface="Times New Roman"/>
              </a:rPr>
              <a:t>)</a:t>
            </a:r>
          </a:p>
          <a:p>
            <a:r>
              <a:rPr lang="en-IN" sz="2000" spc="-10" dirty="0">
                <a:solidFill>
                  <a:srgbClr val="0000FF"/>
                </a:solidFill>
                <a:latin typeface="Times New Roman"/>
                <a:cs typeface="Times New Roman"/>
              </a:rPr>
              <a:t>print</a:t>
            </a:r>
            <a:r>
              <a:rPr lang="en-IN" dirty="0">
                <a:latin typeface="Times New Roman"/>
                <a:cs typeface="Times New Roman"/>
              </a:rPr>
              <a:t>("The sorted list num2 is :",num2)</a:t>
            </a:r>
          </a:p>
          <a:p>
            <a:r>
              <a:rPr lang="en-IN" sz="2000" spc="-10" dirty="0">
                <a:solidFill>
                  <a:srgbClr val="0000FF"/>
                </a:solidFill>
                <a:latin typeface="Times New Roman"/>
                <a:cs typeface="Times New Roman"/>
              </a:rPr>
              <a:t>print</a:t>
            </a:r>
            <a:r>
              <a:rPr lang="en-IN" dirty="0">
                <a:latin typeface="Times New Roman"/>
                <a:cs typeface="Times New Roman"/>
              </a:rPr>
              <a:t>("The sorted list num2 is :",sorted(</a:t>
            </a:r>
            <a:r>
              <a:rPr lang="en-IN" dirty="0" err="1">
                <a:latin typeface="Times New Roman"/>
                <a:cs typeface="Times New Roman"/>
              </a:rPr>
              <a:t>num</a:t>
            </a:r>
            <a:r>
              <a:rPr lang="en-IN" dirty="0">
                <a:latin typeface="Times New Roman"/>
                <a:cs typeface="Times New Roman"/>
              </a:rPr>
              <a:t>))</a:t>
            </a:r>
          </a:p>
          <a:p>
            <a:r>
              <a:rPr lang="en-IN" sz="1800" spc="-10" dirty="0">
                <a:solidFill>
                  <a:srgbClr val="0000FF"/>
                </a:solidFill>
                <a:latin typeface="Times New Roman"/>
                <a:cs typeface="Times New Roman"/>
              </a:rPr>
              <a:t>print</a:t>
            </a:r>
            <a:r>
              <a:rPr lang="en-IN" dirty="0">
                <a:latin typeface="Times New Roman"/>
                <a:cs typeface="Times New Roman"/>
              </a:rPr>
              <a:t>("The original list </a:t>
            </a:r>
            <a:r>
              <a:rPr lang="en-IN" dirty="0" err="1">
                <a:latin typeface="Times New Roman"/>
                <a:cs typeface="Times New Roman"/>
              </a:rPr>
              <a:t>num</a:t>
            </a:r>
            <a:r>
              <a:rPr lang="en-IN" dirty="0">
                <a:latin typeface="Times New Roman"/>
                <a:cs typeface="Times New Roman"/>
              </a:rPr>
              <a:t> is :",</a:t>
            </a:r>
            <a:r>
              <a:rPr lang="en-IN" dirty="0" err="1">
                <a:latin typeface="Times New Roman"/>
                <a:cs typeface="Times New Roman"/>
              </a:rPr>
              <a:t>num</a:t>
            </a:r>
            <a:r>
              <a:rPr lang="en-IN" dirty="0">
                <a:latin typeface="Times New Roman"/>
                <a:cs typeface="Times New Roman"/>
              </a:rPr>
              <a:t>)</a:t>
            </a:r>
          </a:p>
          <a:p>
            <a:r>
              <a:rPr lang="en-IN" dirty="0">
                <a:solidFill>
                  <a:srgbClr val="0000FF"/>
                </a:solidFill>
                <a:latin typeface="Times New Roman"/>
                <a:cs typeface="Times New Roman"/>
              </a:rPr>
              <a:t>print</a:t>
            </a:r>
            <a:r>
              <a:rPr lang="en-IN" dirty="0">
                <a:solidFill>
                  <a:srgbClr val="000000"/>
                </a:solidFill>
                <a:latin typeface="Times New Roman"/>
                <a:cs typeface="Times New Roman"/>
              </a:rPr>
              <a:t>("The sorted list num2 in descending order using sorted </a:t>
            </a:r>
            <a:r>
              <a:rPr lang="en-IN" dirty="0" err="1">
                <a:solidFill>
                  <a:srgbClr val="000000"/>
                </a:solidFill>
                <a:latin typeface="Times New Roman"/>
                <a:cs typeface="Times New Roman"/>
              </a:rPr>
              <a:t>is:",</a:t>
            </a:r>
            <a:r>
              <a:rPr lang="en-IN" dirty="0" err="1">
                <a:solidFill>
                  <a:schemeClr val="accent3">
                    <a:lumMod val="75000"/>
                  </a:schemeClr>
                </a:solidFill>
                <a:latin typeface="Times New Roman"/>
                <a:cs typeface="Times New Roman"/>
              </a:rPr>
              <a:t>sorted</a:t>
            </a:r>
            <a:r>
              <a:rPr lang="en-IN" dirty="0">
                <a:solidFill>
                  <a:schemeClr val="accent3">
                    <a:lumMod val="75000"/>
                  </a:schemeClr>
                </a:solidFill>
                <a:latin typeface="Times New Roman"/>
                <a:cs typeface="Times New Roman"/>
              </a:rPr>
              <a:t>(</a:t>
            </a:r>
            <a:r>
              <a:rPr lang="en-IN" dirty="0" err="1">
                <a:solidFill>
                  <a:schemeClr val="accent3">
                    <a:lumMod val="75000"/>
                  </a:schemeClr>
                </a:solidFill>
                <a:latin typeface="Times New Roman"/>
                <a:cs typeface="Times New Roman"/>
              </a:rPr>
              <a:t>num</a:t>
            </a:r>
            <a:r>
              <a:rPr lang="en-IN" dirty="0">
                <a:solidFill>
                  <a:schemeClr val="accent3">
                    <a:lumMod val="75000"/>
                  </a:schemeClr>
                </a:solidFill>
                <a:latin typeface="Times New Roman"/>
                <a:cs typeface="Times New Roman"/>
              </a:rPr>
              <a:t>, reverse = True)</a:t>
            </a:r>
            <a:r>
              <a:rPr lang="en-IN" dirty="0">
                <a:solidFill>
                  <a:srgbClr val="000000"/>
                </a:solidFill>
                <a:latin typeface="Times New Roman"/>
                <a:cs typeface="Times New Roman"/>
              </a:rPr>
              <a:t>)</a:t>
            </a:r>
            <a:endParaRPr lang="en-IN" dirty="0"/>
          </a:p>
          <a:p>
            <a:r>
              <a:rPr lang="en-IN" sz="1800" spc="-10" dirty="0">
                <a:solidFill>
                  <a:srgbClr val="0000FF"/>
                </a:solidFill>
                <a:latin typeface="Times New Roman"/>
                <a:cs typeface="Times New Roman"/>
              </a:rPr>
              <a:t>print</a:t>
            </a:r>
            <a:r>
              <a:rPr lang="en-IN" dirty="0">
                <a:latin typeface="Times New Roman"/>
                <a:cs typeface="Times New Roman"/>
              </a:rPr>
              <a:t>("The sort list </a:t>
            </a:r>
            <a:r>
              <a:rPr lang="en-IN" dirty="0" err="1">
                <a:latin typeface="Times New Roman"/>
                <a:cs typeface="Times New Roman"/>
              </a:rPr>
              <a:t>num</a:t>
            </a:r>
            <a:r>
              <a:rPr lang="en-IN" dirty="0">
                <a:latin typeface="Times New Roman"/>
                <a:cs typeface="Times New Roman"/>
              </a:rPr>
              <a:t> returning None:",</a:t>
            </a:r>
            <a:r>
              <a:rPr lang="en-IN" dirty="0" err="1">
                <a:latin typeface="Times New Roman"/>
                <a:cs typeface="Times New Roman"/>
              </a:rPr>
              <a:t>num.sort</a:t>
            </a:r>
            <a:r>
              <a:rPr lang="en-IN" dirty="0">
                <a:latin typeface="Times New Roman"/>
                <a:cs typeface="Times New Roman"/>
              </a:rPr>
              <a:t>())</a:t>
            </a:r>
          </a:p>
          <a:p>
            <a:r>
              <a:rPr lang="en-IN" sz="1800" spc="-10" dirty="0">
                <a:solidFill>
                  <a:srgbClr val="0000FF"/>
                </a:solidFill>
                <a:latin typeface="Times New Roman"/>
                <a:cs typeface="Times New Roman"/>
              </a:rPr>
              <a:t>print</a:t>
            </a:r>
            <a:r>
              <a:rPr lang="en-IN" dirty="0">
                <a:latin typeface="Times New Roman"/>
                <a:cs typeface="Times New Roman"/>
              </a:rPr>
              <a:t>("The original updated sorted list using sort function is:",</a:t>
            </a:r>
            <a:r>
              <a:rPr lang="en-IN" dirty="0" err="1">
                <a:latin typeface="Times New Roman"/>
                <a:cs typeface="Times New Roman"/>
              </a:rPr>
              <a:t>num</a:t>
            </a:r>
            <a:r>
              <a:rPr lang="en-IN" dirty="0">
                <a:latin typeface="Times New Roman"/>
                <a:cs typeface="Times New Roman"/>
              </a:rPr>
              <a:t>)</a:t>
            </a:r>
          </a:p>
          <a:p>
            <a:r>
              <a:rPr lang="en-US" dirty="0" err="1">
                <a:latin typeface="Times New Roman"/>
                <a:cs typeface="Times New Roman"/>
              </a:rPr>
              <a:t>num.</a:t>
            </a:r>
            <a:r>
              <a:rPr lang="en-US" dirty="0" err="1">
                <a:solidFill>
                  <a:schemeClr val="accent3">
                    <a:lumMod val="75000"/>
                  </a:schemeClr>
                </a:solidFill>
                <a:latin typeface="Times New Roman"/>
                <a:cs typeface="Times New Roman"/>
              </a:rPr>
              <a:t>sort</a:t>
            </a:r>
            <a:r>
              <a:rPr lang="en-US" dirty="0">
                <a:solidFill>
                  <a:schemeClr val="accent3">
                    <a:lumMod val="75000"/>
                  </a:schemeClr>
                </a:solidFill>
                <a:latin typeface="Times New Roman"/>
                <a:cs typeface="Times New Roman"/>
              </a:rPr>
              <a:t>(reverse=True)</a:t>
            </a:r>
          </a:p>
          <a:p>
            <a:r>
              <a:rPr lang="en-IN" sz="1800" spc="-10" dirty="0">
                <a:solidFill>
                  <a:srgbClr val="0000FF"/>
                </a:solidFill>
                <a:latin typeface="Times New Roman"/>
                <a:cs typeface="Times New Roman"/>
              </a:rPr>
              <a:t>print</a:t>
            </a:r>
            <a:r>
              <a:rPr lang="en-US" dirty="0">
                <a:latin typeface="Times New Roman"/>
                <a:cs typeface="Times New Roman"/>
              </a:rPr>
              <a:t>("The updated sorted list (descending order) using sort function </a:t>
            </a:r>
            <a:r>
              <a:rPr lang="en-US" dirty="0" err="1">
                <a:latin typeface="Times New Roman"/>
                <a:cs typeface="Times New Roman"/>
              </a:rPr>
              <a:t>is:",num</a:t>
            </a:r>
            <a:r>
              <a:rPr lang="en-US" dirty="0">
                <a:latin typeface="Times New Roman"/>
                <a:cs typeface="Times New Roman"/>
              </a:rPr>
              <a:t>)</a:t>
            </a:r>
          </a:p>
        </p:txBody>
      </p:sp>
      <p:sp>
        <p:nvSpPr>
          <p:cNvPr id="8" name="TextBox 7">
            <a:extLst>
              <a:ext uri="{FF2B5EF4-FFF2-40B4-BE49-F238E27FC236}">
                <a16:creationId xmlns:a16="http://schemas.microsoft.com/office/drawing/2014/main" id="{BA2595D9-BF21-B83C-3DC5-A42871AE594F}"/>
              </a:ext>
            </a:extLst>
          </p:cNvPr>
          <p:cNvSpPr txBox="1"/>
          <p:nvPr/>
        </p:nvSpPr>
        <p:spPr>
          <a:xfrm>
            <a:off x="6887308" y="2858640"/>
            <a:ext cx="4173416" cy="3416320"/>
          </a:xfrm>
          <a:prstGeom prst="rect">
            <a:avLst/>
          </a:prstGeom>
          <a:noFill/>
        </p:spPr>
        <p:txBody>
          <a:bodyPr wrap="square" lIns="91440" tIns="45720" rIns="91440" bIns="45720" rtlCol="0" anchor="t">
            <a:spAutoFit/>
          </a:bodyPr>
          <a:lstStyle/>
          <a:p>
            <a:r>
              <a:rPr lang="en-US" b="1" u="sng" dirty="0">
                <a:solidFill>
                  <a:schemeClr val="accent6">
                    <a:lumMod val="75000"/>
                  </a:schemeClr>
                </a:solidFill>
                <a:latin typeface="Times New Roman"/>
                <a:cs typeface="Times New Roman"/>
              </a:rPr>
              <a:t>Output:</a:t>
            </a:r>
          </a:p>
          <a:p>
            <a:r>
              <a:rPr lang="en-US" dirty="0">
                <a:solidFill>
                  <a:schemeClr val="tx2">
                    <a:lumMod val="60000"/>
                    <a:lumOff val="40000"/>
                  </a:schemeClr>
                </a:solidFill>
                <a:latin typeface="Times New Roman"/>
                <a:cs typeface="Times New Roman"/>
              </a:rPr>
              <a:t>The original list num is : [1, 3, 2, 4, 6, 5]</a:t>
            </a:r>
            <a:r>
              <a:rPr lang="en-US" dirty="0">
                <a:solidFill>
                  <a:schemeClr val="accent6">
                    <a:lumMod val="76000"/>
                  </a:schemeClr>
                </a:solidFill>
                <a:latin typeface="Times New Roman"/>
                <a:cs typeface="Times New Roman"/>
              </a:rPr>
              <a:t> The sorted list num2 is : [1, 2, 3, 4, 5, 6] </a:t>
            </a:r>
            <a:r>
              <a:rPr lang="en-US" dirty="0">
                <a:solidFill>
                  <a:schemeClr val="tx2">
                    <a:lumMod val="60000"/>
                    <a:lumOff val="40000"/>
                  </a:schemeClr>
                </a:solidFill>
                <a:latin typeface="Times New Roman"/>
                <a:cs typeface="Times New Roman"/>
              </a:rPr>
              <a:t>The sorted list num2 is : [1, 2, 3, 4, 5, 6]</a:t>
            </a:r>
            <a:r>
              <a:rPr lang="en-US" dirty="0">
                <a:solidFill>
                  <a:schemeClr val="accent6">
                    <a:lumMod val="76000"/>
                  </a:schemeClr>
                </a:solidFill>
                <a:latin typeface="Times New Roman"/>
                <a:cs typeface="Times New Roman"/>
              </a:rPr>
              <a:t> The original list num is : [1, 3, 2, 4, 6, 5] </a:t>
            </a:r>
            <a:r>
              <a:rPr lang="en-US" dirty="0">
                <a:solidFill>
                  <a:schemeClr val="tx2">
                    <a:lumMod val="60000"/>
                    <a:lumOff val="40000"/>
                  </a:schemeClr>
                </a:solidFill>
                <a:latin typeface="Times New Roman"/>
                <a:cs typeface="Times New Roman"/>
              </a:rPr>
              <a:t>The sort list num returning None: None </a:t>
            </a:r>
          </a:p>
          <a:p>
            <a:r>
              <a:rPr lang="en-US" dirty="0">
                <a:solidFill>
                  <a:schemeClr val="accent6">
                    <a:lumMod val="76000"/>
                  </a:schemeClr>
                </a:solidFill>
                <a:latin typeface="Times New Roman"/>
                <a:cs typeface="Times New Roman"/>
              </a:rPr>
              <a:t>The sorted list num2 in descending order using sorted is : [6, 5, 4, 3, 2, 1]</a:t>
            </a:r>
          </a:p>
          <a:p>
            <a:r>
              <a:rPr lang="en-US" dirty="0">
                <a:solidFill>
                  <a:schemeClr val="tx2">
                    <a:lumMod val="60000"/>
                    <a:lumOff val="40000"/>
                  </a:schemeClr>
                </a:solidFill>
                <a:latin typeface="Times New Roman"/>
                <a:cs typeface="Times New Roman"/>
              </a:rPr>
              <a:t>The original updated sorted list using sort function is: [1, 2, 3, 4, 5, 6]</a:t>
            </a:r>
          </a:p>
          <a:p>
            <a:r>
              <a:rPr lang="en-US" dirty="0">
                <a:solidFill>
                  <a:schemeClr val="accent6">
                    <a:lumMod val="76000"/>
                  </a:schemeClr>
                </a:solidFill>
                <a:latin typeface="Times New Roman"/>
                <a:cs typeface="Times New Roman"/>
              </a:rPr>
              <a:t>The updated sorted list (descending order) using sort function is: [6, 5, 4, 3, 2, 1]</a:t>
            </a:r>
            <a:endParaRPr lang="en-IN" dirty="0">
              <a:solidFill>
                <a:schemeClr val="accent6">
                  <a:lumMod val="76000"/>
                </a:schemeClr>
              </a:solidFill>
              <a:latin typeface="Times New Roman"/>
              <a:cs typeface="Times New Roman"/>
            </a:endParaRPr>
          </a:p>
        </p:txBody>
      </p:sp>
      <p:sp>
        <p:nvSpPr>
          <p:cNvPr id="7" name="Slide Number Placeholder 6">
            <a:extLst>
              <a:ext uri="{FF2B5EF4-FFF2-40B4-BE49-F238E27FC236}">
                <a16:creationId xmlns:a16="http://schemas.microsoft.com/office/drawing/2014/main" id="{9E2923EC-7F2D-8965-C2F5-54F3145B3BCF}"/>
              </a:ext>
            </a:extLst>
          </p:cNvPr>
          <p:cNvSpPr>
            <a:spLocks noGrp="1"/>
          </p:cNvSpPr>
          <p:nvPr>
            <p:ph type="sldNum" sz="quarter" idx="7"/>
          </p:nvPr>
        </p:nvSpPr>
        <p:spPr/>
        <p:txBody>
          <a:bodyPr/>
          <a:lstStyle/>
          <a:p>
            <a:fld id="{B6F15528-21DE-4FAA-801E-634DDDAF4B2B}" type="slidenum">
              <a:rPr lang="en-US"/>
              <a:t>19</a:t>
            </a:fld>
            <a:endParaRPr lang="en-US"/>
          </a:p>
        </p:txBody>
      </p:sp>
    </p:spTree>
    <p:extLst>
      <p:ext uri="{BB962C8B-B14F-4D97-AF65-F5344CB8AC3E}">
        <p14:creationId xmlns:p14="http://schemas.microsoft.com/office/powerpoint/2010/main" val="1853494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05D59AC-E15D-5592-9DDF-85DB0D145A4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CAA13CB-F2C3-1BE8-4343-F116F48C0F3A}"/>
              </a:ext>
            </a:extLst>
          </p:cNvPr>
          <p:cNvSpPr txBox="1">
            <a:spLocks noGrp="1"/>
          </p:cNvSpPr>
          <p:nvPr>
            <p:ph type="title"/>
          </p:nvPr>
        </p:nvSpPr>
        <p:spPr>
          <a:xfrm>
            <a:off x="2678718" y="44578"/>
            <a:ext cx="8023860" cy="505267"/>
          </a:xfrm>
          <a:prstGeom prst="rect">
            <a:avLst/>
          </a:prstGeom>
        </p:spPr>
        <p:txBody>
          <a:bodyPr vert="horz" wrap="square" lIns="0" tIns="12700" rIns="0" bIns="0" rtlCol="0">
            <a:spAutoFit/>
          </a:bodyPr>
          <a:lstStyle/>
          <a:p>
            <a:pPr marL="12700">
              <a:spcBef>
                <a:spcPts val="100"/>
              </a:spcBef>
            </a:pPr>
            <a:r>
              <a:t>List</a:t>
            </a:r>
            <a:r>
              <a:rPr spc="-15"/>
              <a:t> </a:t>
            </a:r>
            <a:r>
              <a:t>Functions</a:t>
            </a:r>
            <a:r>
              <a:rPr spc="-45"/>
              <a:t> </a:t>
            </a:r>
            <a:r>
              <a:t>&amp;</a:t>
            </a:r>
            <a:r>
              <a:rPr spc="-10"/>
              <a:t> </a:t>
            </a:r>
            <a:r>
              <a:t>Methods</a:t>
            </a:r>
            <a:r>
              <a:rPr spc="-35"/>
              <a:t> </a:t>
            </a:r>
            <a:r>
              <a:rPr>
                <a:solidFill>
                  <a:srgbClr val="000000"/>
                </a:solidFill>
              </a:rPr>
              <a:t>in</a:t>
            </a:r>
            <a:r>
              <a:rPr spc="-35">
                <a:solidFill>
                  <a:srgbClr val="000000"/>
                </a:solidFill>
              </a:rPr>
              <a:t> </a:t>
            </a:r>
            <a:r>
              <a:rPr spc="-10">
                <a:solidFill>
                  <a:srgbClr val="0983C0"/>
                </a:solidFill>
              </a:rPr>
              <a:t>Python</a:t>
            </a:r>
          </a:p>
        </p:txBody>
      </p:sp>
      <p:sp>
        <p:nvSpPr>
          <p:cNvPr id="3" name="object 3">
            <a:extLst>
              <a:ext uri="{FF2B5EF4-FFF2-40B4-BE49-F238E27FC236}">
                <a16:creationId xmlns:a16="http://schemas.microsoft.com/office/drawing/2014/main" id="{8DE01420-0152-B603-36C3-D9319AFA1C46}"/>
              </a:ext>
            </a:extLst>
          </p:cNvPr>
          <p:cNvSpPr txBox="1"/>
          <p:nvPr/>
        </p:nvSpPr>
        <p:spPr>
          <a:xfrm>
            <a:off x="9300718" y="222884"/>
            <a:ext cx="593090" cy="299720"/>
          </a:xfrm>
          <a:prstGeom prst="rect">
            <a:avLst/>
          </a:prstGeom>
        </p:spPr>
        <p:txBody>
          <a:bodyPr vert="horz" wrap="square" lIns="0" tIns="12700" rIns="0" bIns="0" rtlCol="0">
            <a:spAutoFit/>
          </a:bodyPr>
          <a:lstStyle/>
          <a:p>
            <a:pPr marL="12700">
              <a:spcBef>
                <a:spcPts val="100"/>
              </a:spcBef>
            </a:pPr>
            <a:r>
              <a:rPr b="1" spc="-10">
                <a:latin typeface="Calibri"/>
                <a:cs typeface="Calibri"/>
              </a:rPr>
              <a:t>Cont..</a:t>
            </a:r>
            <a:endParaRPr>
              <a:latin typeface="Calibri"/>
              <a:cs typeface="Calibri"/>
            </a:endParaRPr>
          </a:p>
        </p:txBody>
      </p:sp>
      <p:sp>
        <p:nvSpPr>
          <p:cNvPr id="4" name="object 4">
            <a:extLst>
              <a:ext uri="{FF2B5EF4-FFF2-40B4-BE49-F238E27FC236}">
                <a16:creationId xmlns:a16="http://schemas.microsoft.com/office/drawing/2014/main" id="{8441788E-9532-4904-B80D-ACED8696B5BE}"/>
              </a:ext>
            </a:extLst>
          </p:cNvPr>
          <p:cNvSpPr/>
          <p:nvPr/>
        </p:nvSpPr>
        <p:spPr>
          <a:xfrm>
            <a:off x="1524000" y="642874"/>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sp>
        <p:nvSpPr>
          <p:cNvPr id="6" name="object 6">
            <a:extLst>
              <a:ext uri="{FF2B5EF4-FFF2-40B4-BE49-F238E27FC236}">
                <a16:creationId xmlns:a16="http://schemas.microsoft.com/office/drawing/2014/main" id="{187CAC6F-5E70-8DAF-E730-695985E294D5}"/>
              </a:ext>
            </a:extLst>
          </p:cNvPr>
          <p:cNvSpPr txBox="1"/>
          <p:nvPr/>
        </p:nvSpPr>
        <p:spPr>
          <a:xfrm>
            <a:off x="398483" y="734966"/>
            <a:ext cx="11493941" cy="1200970"/>
          </a:xfrm>
          <a:prstGeom prst="rect">
            <a:avLst/>
          </a:prstGeom>
        </p:spPr>
        <p:txBody>
          <a:bodyPr vert="horz" wrap="square" lIns="0" tIns="86995" rIns="0" bIns="0" rtlCol="0" anchor="t">
            <a:spAutoFit/>
          </a:bodyPr>
          <a:lstStyle/>
          <a:p>
            <a:pPr marL="12700">
              <a:spcBef>
                <a:spcPts val="685"/>
              </a:spcBef>
            </a:pPr>
            <a:r>
              <a:rPr sz="2400" b="1" u="sng">
                <a:solidFill>
                  <a:srgbClr val="0983C0"/>
                </a:solidFill>
                <a:uFill>
                  <a:solidFill>
                    <a:srgbClr val="0983C0"/>
                  </a:solidFill>
                </a:uFill>
                <a:latin typeface="Malgun Gothic"/>
                <a:cs typeface="Malgun Gothic"/>
              </a:rPr>
              <a:t>☞</a:t>
            </a:r>
            <a:r>
              <a:rPr sz="2400" b="1" u="sng" spc="-330">
                <a:solidFill>
                  <a:srgbClr val="0983C0"/>
                </a:solidFill>
                <a:uFill>
                  <a:solidFill>
                    <a:srgbClr val="0983C0"/>
                  </a:solidFill>
                </a:uFill>
                <a:latin typeface="Malgun Gothic"/>
                <a:cs typeface="Malgun Gothic"/>
              </a:rPr>
              <a:t> </a:t>
            </a:r>
            <a:r>
              <a:rPr sz="2400" b="1" u="sng">
                <a:solidFill>
                  <a:srgbClr val="0983C0"/>
                </a:solidFill>
                <a:uFill>
                  <a:solidFill>
                    <a:srgbClr val="0983C0"/>
                  </a:solidFill>
                </a:uFill>
                <a:latin typeface="Calibri"/>
                <a:cs typeface="Calibri"/>
              </a:rPr>
              <a:t>sorted</a:t>
            </a:r>
            <a:r>
              <a:rPr sz="2400" b="1" u="sng" spc="-75">
                <a:solidFill>
                  <a:srgbClr val="0983C0"/>
                </a:solidFill>
                <a:uFill>
                  <a:solidFill>
                    <a:srgbClr val="0983C0"/>
                  </a:solidFill>
                </a:uFill>
                <a:latin typeface="Calibri"/>
                <a:cs typeface="Calibri"/>
              </a:rPr>
              <a:t> </a:t>
            </a:r>
            <a:r>
              <a:rPr sz="2400" b="1" u="sng" spc="-25">
                <a:solidFill>
                  <a:srgbClr val="0983C0"/>
                </a:solidFill>
                <a:uFill>
                  <a:solidFill>
                    <a:srgbClr val="0983C0"/>
                  </a:solidFill>
                </a:uFill>
                <a:latin typeface="Calibri"/>
                <a:cs typeface="Calibri"/>
              </a:rPr>
              <a:t>()</a:t>
            </a:r>
            <a:r>
              <a:rPr lang="en-IN" sz="2400" b="1" u="sng" spc="-25">
                <a:solidFill>
                  <a:srgbClr val="0983C0"/>
                </a:solidFill>
                <a:uFill>
                  <a:solidFill>
                    <a:srgbClr val="0983C0"/>
                  </a:solidFill>
                </a:uFill>
                <a:latin typeface="Calibri"/>
                <a:cs typeface="Calibri"/>
              </a:rPr>
              <a:t> and sort()</a:t>
            </a:r>
            <a:endParaRPr sz="2400">
              <a:latin typeface="Calibri"/>
              <a:cs typeface="Calibri"/>
            </a:endParaRPr>
          </a:p>
          <a:p>
            <a:pPr marL="355600" marR="172720" indent="-342900">
              <a:spcBef>
                <a:spcPts val="535"/>
              </a:spcBef>
              <a:buFont typeface="Arial MT"/>
              <a:buChar char="•"/>
              <a:tabLst>
                <a:tab pos="355600" algn="l"/>
              </a:tabLst>
            </a:pPr>
            <a:r>
              <a:rPr lang="en-IN" sz="2000">
                <a:latin typeface="Calibri"/>
                <a:cs typeface="Calibri"/>
              </a:rPr>
              <a:t>By default string sorting is case sensitive. </a:t>
            </a:r>
            <a:endParaRPr lang="en-IN" sz="2000" spc="-10">
              <a:solidFill>
                <a:srgbClr val="008080"/>
              </a:solidFill>
              <a:latin typeface="Consolas"/>
            </a:endParaRPr>
          </a:p>
          <a:p>
            <a:pPr marL="355600" marR="172720" indent="-342900">
              <a:spcBef>
                <a:spcPts val="535"/>
              </a:spcBef>
              <a:buFont typeface="Arial MT"/>
              <a:buChar char="•"/>
              <a:tabLst>
                <a:tab pos="1840864" algn="l"/>
              </a:tabLst>
            </a:pPr>
            <a:r>
              <a:rPr lang="en-IN" sz="2000">
                <a:latin typeface="Calibri"/>
                <a:cs typeface="Calibri"/>
              </a:rPr>
              <a:t>Strings are sorted according to alphabetical order as in a dictionary.</a:t>
            </a:r>
            <a:endParaRPr lang="en-IN" sz="2000" spc="-10">
              <a:solidFill>
                <a:srgbClr val="008080"/>
              </a:solidFill>
              <a:latin typeface="Consolas"/>
              <a:cs typeface="Calibri"/>
            </a:endParaRPr>
          </a:p>
        </p:txBody>
      </p:sp>
      <p:sp>
        <p:nvSpPr>
          <p:cNvPr id="5" name="TextBox 4">
            <a:extLst>
              <a:ext uri="{FF2B5EF4-FFF2-40B4-BE49-F238E27FC236}">
                <a16:creationId xmlns:a16="http://schemas.microsoft.com/office/drawing/2014/main" id="{91BE91A4-CB76-4E28-C4FA-CCDFD48DC885}"/>
              </a:ext>
            </a:extLst>
          </p:cNvPr>
          <p:cNvSpPr txBox="1"/>
          <p:nvPr/>
        </p:nvSpPr>
        <p:spPr>
          <a:xfrm>
            <a:off x="154259" y="2304221"/>
            <a:ext cx="6482575" cy="3724096"/>
          </a:xfrm>
          <a:prstGeom prst="rect">
            <a:avLst/>
          </a:prstGeom>
          <a:noFill/>
        </p:spPr>
        <p:txBody>
          <a:bodyPr wrap="square" lIns="91440" tIns="45720" rIns="91440" bIns="45720" rtlCol="0" anchor="t">
            <a:spAutoFit/>
          </a:bodyPr>
          <a:lstStyle/>
          <a:p>
            <a:r>
              <a:rPr lang="en-IN" b="1" u="sng" dirty="0">
                <a:solidFill>
                  <a:schemeClr val="accent6">
                    <a:lumMod val="75000"/>
                  </a:schemeClr>
                </a:solidFill>
                <a:latin typeface="Times New Roman"/>
                <a:cs typeface="Times New Roman"/>
              </a:rPr>
              <a:t>Input:</a:t>
            </a:r>
            <a:endParaRPr lang="en-US" dirty="0">
              <a:solidFill>
                <a:schemeClr val="accent6">
                  <a:lumMod val="75000"/>
                </a:schemeClr>
              </a:solidFill>
              <a:latin typeface="Times New Roman"/>
              <a:cs typeface="Times New Roman"/>
            </a:endParaRPr>
          </a:p>
          <a:p>
            <a:r>
              <a:rPr lang="en-IN" dirty="0">
                <a:latin typeface="Times New Roman"/>
                <a:cs typeface="Times New Roman"/>
              </a:rPr>
              <a:t>lang</a:t>
            </a:r>
            <a:r>
              <a:rPr lang="en-IN" dirty="0">
                <a:solidFill>
                  <a:srgbClr val="0070C0"/>
                </a:solidFill>
                <a:latin typeface="Times New Roman"/>
                <a:cs typeface="Times New Roman"/>
              </a:rPr>
              <a:t>=['java','c','python','</a:t>
            </a:r>
            <a:r>
              <a:rPr lang="en-IN" dirty="0" err="1">
                <a:solidFill>
                  <a:srgbClr val="0070C0"/>
                </a:solidFill>
                <a:latin typeface="Times New Roman"/>
                <a:cs typeface="Times New Roman"/>
              </a:rPr>
              <a:t>cpp</a:t>
            </a:r>
            <a:r>
              <a:rPr lang="en-IN" dirty="0">
                <a:solidFill>
                  <a:srgbClr val="0070C0"/>
                </a:solidFill>
                <a:latin typeface="Times New Roman"/>
                <a:cs typeface="Times New Roman"/>
              </a:rPr>
              <a:t>','</a:t>
            </a:r>
            <a:r>
              <a:rPr lang="en-IN" dirty="0" err="1">
                <a:solidFill>
                  <a:srgbClr val="0070C0"/>
                </a:solidFill>
                <a:latin typeface="Times New Roman"/>
                <a:cs typeface="Times New Roman"/>
              </a:rPr>
              <a:t>sql</a:t>
            </a:r>
            <a:r>
              <a:rPr lang="en-IN" dirty="0">
                <a:solidFill>
                  <a:srgbClr val="0070C0"/>
                </a:solidFill>
                <a:latin typeface="Times New Roman"/>
                <a:cs typeface="Times New Roman"/>
              </a:rPr>
              <a:t>','SQL']</a:t>
            </a:r>
            <a:endParaRPr lang="en-US" dirty="0">
              <a:latin typeface="Times New Roman"/>
              <a:cs typeface="Times New Roman"/>
            </a:endParaRPr>
          </a:p>
          <a:p>
            <a:r>
              <a:rPr lang="en-IN" dirty="0">
                <a:latin typeface="Times New Roman"/>
                <a:cs typeface="Times New Roman"/>
              </a:rPr>
              <a:t>lang2 = </a:t>
            </a:r>
            <a:r>
              <a:rPr lang="en-IN" dirty="0">
                <a:solidFill>
                  <a:schemeClr val="accent3">
                    <a:lumMod val="75000"/>
                  </a:schemeClr>
                </a:solidFill>
                <a:latin typeface="Times New Roman"/>
                <a:cs typeface="Times New Roman"/>
              </a:rPr>
              <a:t>sorted</a:t>
            </a:r>
            <a:r>
              <a:rPr lang="en-IN" dirty="0">
                <a:latin typeface="Times New Roman"/>
                <a:cs typeface="Times New Roman"/>
              </a:rPr>
              <a:t>(lang)</a:t>
            </a:r>
          </a:p>
          <a:p>
            <a:r>
              <a:rPr lang="en-IN" sz="2000" spc="-10" dirty="0">
                <a:solidFill>
                  <a:srgbClr val="0000FF"/>
                </a:solidFill>
                <a:latin typeface="Times New Roman"/>
                <a:cs typeface="Times New Roman"/>
              </a:rPr>
              <a:t>print</a:t>
            </a:r>
            <a:r>
              <a:rPr lang="en-IN" dirty="0">
                <a:solidFill>
                  <a:schemeClr val="tx2">
                    <a:lumMod val="60000"/>
                    <a:lumOff val="40000"/>
                  </a:schemeClr>
                </a:solidFill>
                <a:latin typeface="Times New Roman"/>
                <a:cs typeface="Times New Roman"/>
              </a:rPr>
              <a:t>("The sorted list lang2 is :",lang2)</a:t>
            </a:r>
          </a:p>
          <a:p>
            <a:r>
              <a:rPr lang="en-IN" sz="1800" spc="-10" dirty="0">
                <a:solidFill>
                  <a:srgbClr val="0000FF"/>
                </a:solidFill>
                <a:latin typeface="Times New Roman"/>
                <a:cs typeface="Times New Roman"/>
              </a:rPr>
              <a:t>print</a:t>
            </a:r>
            <a:r>
              <a:rPr lang="en-IN" dirty="0">
                <a:latin typeface="Times New Roman"/>
                <a:cs typeface="Times New Roman"/>
              </a:rPr>
              <a:t>(</a:t>
            </a:r>
            <a:r>
              <a:rPr lang="en-IN" dirty="0">
                <a:solidFill>
                  <a:schemeClr val="accent6">
                    <a:lumMod val="76000"/>
                  </a:schemeClr>
                </a:solidFill>
                <a:latin typeface="Times New Roman"/>
                <a:cs typeface="Times New Roman"/>
              </a:rPr>
              <a:t>"The sorted list lang2 is :",sorted(lang)</a:t>
            </a:r>
            <a:r>
              <a:rPr lang="en-IN" dirty="0">
                <a:latin typeface="Times New Roman"/>
                <a:cs typeface="Times New Roman"/>
              </a:rPr>
              <a:t>)</a:t>
            </a:r>
          </a:p>
          <a:p>
            <a:r>
              <a:rPr lang="en-IN" sz="1800" spc="-10" dirty="0">
                <a:solidFill>
                  <a:srgbClr val="0000FF"/>
                </a:solidFill>
                <a:latin typeface="Times New Roman"/>
                <a:cs typeface="Times New Roman"/>
              </a:rPr>
              <a:t>print</a:t>
            </a:r>
            <a:r>
              <a:rPr lang="en-IN" dirty="0">
                <a:solidFill>
                  <a:schemeClr val="tx2">
                    <a:lumMod val="60000"/>
                    <a:lumOff val="40000"/>
                  </a:schemeClr>
                </a:solidFill>
                <a:latin typeface="Times New Roman"/>
                <a:cs typeface="Times New Roman"/>
              </a:rPr>
              <a:t>("The original list lang is :",lang)</a:t>
            </a:r>
          </a:p>
          <a:p>
            <a:r>
              <a:rPr lang="en-IN" sz="1800" spc="-10" dirty="0">
                <a:solidFill>
                  <a:srgbClr val="0000FF"/>
                </a:solidFill>
                <a:latin typeface="Times New Roman"/>
                <a:cs typeface="Times New Roman"/>
              </a:rPr>
              <a:t>print</a:t>
            </a:r>
            <a:r>
              <a:rPr lang="en-IN" dirty="0">
                <a:latin typeface="Times New Roman"/>
                <a:cs typeface="Times New Roman"/>
              </a:rPr>
              <a:t>("</a:t>
            </a:r>
            <a:r>
              <a:rPr lang="en-IN" dirty="0">
                <a:solidFill>
                  <a:schemeClr val="accent6">
                    <a:lumMod val="76000"/>
                  </a:schemeClr>
                </a:solidFill>
                <a:latin typeface="Times New Roman"/>
                <a:cs typeface="Times New Roman"/>
              </a:rPr>
              <a:t>The sort list lang returning None:",</a:t>
            </a:r>
            <a:r>
              <a:rPr lang="en-IN" dirty="0" err="1">
                <a:solidFill>
                  <a:schemeClr val="accent6">
                    <a:lumMod val="76000"/>
                  </a:schemeClr>
                </a:solidFill>
                <a:latin typeface="Times New Roman"/>
                <a:cs typeface="Times New Roman"/>
              </a:rPr>
              <a:t>lang.sort</a:t>
            </a:r>
            <a:r>
              <a:rPr lang="en-IN" dirty="0">
                <a:solidFill>
                  <a:schemeClr val="accent6">
                    <a:lumMod val="76000"/>
                  </a:schemeClr>
                </a:solidFill>
                <a:latin typeface="Times New Roman"/>
                <a:cs typeface="Times New Roman"/>
              </a:rPr>
              <a:t>()</a:t>
            </a:r>
            <a:r>
              <a:rPr lang="en-IN" dirty="0">
                <a:latin typeface="Times New Roman"/>
                <a:cs typeface="Times New Roman"/>
              </a:rPr>
              <a:t>)</a:t>
            </a:r>
          </a:p>
          <a:p>
            <a:pPr algn="l"/>
            <a:r>
              <a:rPr lang="en-IN">
                <a:solidFill>
                  <a:srgbClr val="0000FF"/>
                </a:solidFill>
                <a:latin typeface="Times New Roman"/>
                <a:cs typeface="Times New Roman"/>
              </a:rPr>
              <a:t>print</a:t>
            </a:r>
            <a:r>
              <a:rPr lang="en-IN" sz="1100"/>
              <a:t>(</a:t>
            </a:r>
            <a:r>
              <a:rPr lang="en-IN" sz="1100">
                <a:solidFill>
                  <a:srgbClr val="A31515"/>
                </a:solidFill>
              </a:rPr>
              <a:t>"</a:t>
            </a:r>
            <a:r>
              <a:rPr lang="en-IN">
                <a:solidFill>
                  <a:schemeClr val="tx2">
                    <a:lumMod val="60000"/>
                    <a:lumOff val="40000"/>
                  </a:schemeClr>
                </a:solidFill>
                <a:latin typeface="Times New Roman"/>
                <a:cs typeface="Times New Roman"/>
              </a:rPr>
              <a:t>The sorted list lang2 in descending order using sorted is</a:t>
            </a:r>
            <a:r>
              <a:rPr lang="en-IN" dirty="0">
                <a:solidFill>
                  <a:schemeClr val="accent6">
                    <a:lumMod val="76000"/>
                  </a:schemeClr>
                </a:solidFill>
                <a:latin typeface="Times New Roman"/>
                <a:cs typeface="Times New Roman"/>
              </a:rPr>
              <a:t> </a:t>
            </a:r>
            <a:r>
              <a:rPr lang="en-IN">
                <a:solidFill>
                  <a:schemeClr val="accent3">
                    <a:lumMod val="75000"/>
                  </a:schemeClr>
                </a:solidFill>
                <a:latin typeface="Times New Roman"/>
                <a:cs typeface="Times New Roman"/>
              </a:rPr>
              <a:t>:",sorted(</a:t>
            </a:r>
            <a:r>
              <a:rPr lang="en-IN" err="1">
                <a:solidFill>
                  <a:schemeClr val="accent3">
                    <a:lumMod val="75000"/>
                  </a:schemeClr>
                </a:solidFill>
                <a:latin typeface="Times New Roman"/>
                <a:cs typeface="Times New Roman"/>
              </a:rPr>
              <a:t>lang,reverse</a:t>
            </a:r>
            <a:r>
              <a:rPr lang="en-IN">
                <a:solidFill>
                  <a:schemeClr val="accent3">
                    <a:lumMod val="75000"/>
                  </a:schemeClr>
                </a:solidFill>
                <a:latin typeface="Times New Roman"/>
                <a:cs typeface="Times New Roman"/>
              </a:rPr>
              <a:t> = True))</a:t>
            </a:r>
          </a:p>
          <a:p>
            <a:r>
              <a:rPr lang="en-IN" sz="1800" spc="-10" dirty="0">
                <a:solidFill>
                  <a:srgbClr val="0000FF"/>
                </a:solidFill>
                <a:latin typeface="Times New Roman"/>
                <a:cs typeface="Times New Roman"/>
              </a:rPr>
              <a:t>print</a:t>
            </a:r>
            <a:r>
              <a:rPr lang="en-IN" dirty="0">
                <a:solidFill>
                  <a:schemeClr val="tx2">
                    <a:lumMod val="60000"/>
                    <a:lumOff val="40000"/>
                  </a:schemeClr>
                </a:solidFill>
                <a:latin typeface="Times New Roman"/>
                <a:cs typeface="Times New Roman"/>
              </a:rPr>
              <a:t>("</a:t>
            </a:r>
            <a:r>
              <a:rPr lang="en-IN" dirty="0">
                <a:solidFill>
                  <a:schemeClr val="accent6">
                    <a:lumMod val="76000"/>
                  </a:schemeClr>
                </a:solidFill>
                <a:latin typeface="Times New Roman"/>
                <a:cs typeface="Times New Roman"/>
              </a:rPr>
              <a:t>The original updated sorted list using sort function </a:t>
            </a:r>
            <a:r>
              <a:rPr lang="en-IN" err="1">
                <a:solidFill>
                  <a:schemeClr val="accent6">
                    <a:lumMod val="76000"/>
                  </a:schemeClr>
                </a:solidFill>
                <a:latin typeface="Times New Roman"/>
                <a:cs typeface="Times New Roman"/>
              </a:rPr>
              <a:t>is:",lang</a:t>
            </a:r>
            <a:r>
              <a:rPr lang="en-IN" dirty="0">
                <a:solidFill>
                  <a:schemeClr val="accent6">
                    <a:lumMod val="76000"/>
                  </a:schemeClr>
                </a:solidFill>
                <a:latin typeface="Times New Roman"/>
                <a:cs typeface="Times New Roman"/>
              </a:rPr>
              <a:t>)</a:t>
            </a:r>
          </a:p>
          <a:p>
            <a:r>
              <a:rPr lang="en-US" dirty="0" err="1">
                <a:latin typeface="Times New Roman"/>
                <a:cs typeface="Times New Roman"/>
              </a:rPr>
              <a:t>lang.</a:t>
            </a:r>
            <a:r>
              <a:rPr lang="en-US" dirty="0" err="1">
                <a:solidFill>
                  <a:schemeClr val="accent3">
                    <a:lumMod val="75000"/>
                  </a:schemeClr>
                </a:solidFill>
                <a:latin typeface="Times New Roman"/>
                <a:cs typeface="Times New Roman"/>
              </a:rPr>
              <a:t>sort</a:t>
            </a:r>
            <a:r>
              <a:rPr lang="en-US" dirty="0">
                <a:solidFill>
                  <a:schemeClr val="accent3">
                    <a:lumMod val="75000"/>
                  </a:schemeClr>
                </a:solidFill>
                <a:latin typeface="Times New Roman"/>
                <a:cs typeface="Times New Roman"/>
              </a:rPr>
              <a:t>(reverse=True)</a:t>
            </a:r>
          </a:p>
          <a:p>
            <a:r>
              <a:rPr lang="en-IN" sz="1800" spc="-10" dirty="0">
                <a:solidFill>
                  <a:srgbClr val="0000FF"/>
                </a:solidFill>
                <a:latin typeface="Times New Roman"/>
                <a:cs typeface="Times New Roman"/>
              </a:rPr>
              <a:t>print</a:t>
            </a:r>
            <a:r>
              <a:rPr lang="en-US" dirty="0">
                <a:latin typeface="Times New Roman"/>
                <a:cs typeface="Times New Roman"/>
              </a:rPr>
              <a:t>("</a:t>
            </a:r>
            <a:r>
              <a:rPr lang="en-US" dirty="0">
                <a:solidFill>
                  <a:schemeClr val="tx2">
                    <a:lumMod val="60000"/>
                    <a:lumOff val="40000"/>
                  </a:schemeClr>
                </a:solidFill>
                <a:latin typeface="Times New Roman"/>
                <a:cs typeface="Times New Roman"/>
              </a:rPr>
              <a:t>The updated sorted list (descending order) using sort function </a:t>
            </a:r>
            <a:r>
              <a:rPr lang="en-US" err="1">
                <a:solidFill>
                  <a:schemeClr val="tx2">
                    <a:lumMod val="60000"/>
                    <a:lumOff val="40000"/>
                  </a:schemeClr>
                </a:solidFill>
                <a:latin typeface="Times New Roman"/>
                <a:cs typeface="Times New Roman"/>
              </a:rPr>
              <a:t>is:",lang</a:t>
            </a:r>
            <a:r>
              <a:rPr lang="en-US" dirty="0">
                <a:solidFill>
                  <a:schemeClr val="tx2">
                    <a:lumMod val="60000"/>
                    <a:lumOff val="40000"/>
                  </a:schemeClr>
                </a:solidFill>
                <a:latin typeface="Times New Roman"/>
                <a:cs typeface="Times New Roman"/>
              </a:rPr>
              <a:t>)</a:t>
            </a:r>
          </a:p>
        </p:txBody>
      </p:sp>
      <p:sp>
        <p:nvSpPr>
          <p:cNvPr id="8" name="TextBox 7">
            <a:extLst>
              <a:ext uri="{FF2B5EF4-FFF2-40B4-BE49-F238E27FC236}">
                <a16:creationId xmlns:a16="http://schemas.microsoft.com/office/drawing/2014/main" id="{0E2A706D-706D-38CA-FA81-63EC54306DFA}"/>
              </a:ext>
            </a:extLst>
          </p:cNvPr>
          <p:cNvSpPr txBox="1"/>
          <p:nvPr/>
        </p:nvSpPr>
        <p:spPr>
          <a:xfrm>
            <a:off x="6611530" y="2179651"/>
            <a:ext cx="5272317" cy="3970318"/>
          </a:xfrm>
          <a:prstGeom prst="rect">
            <a:avLst/>
          </a:prstGeom>
          <a:noFill/>
        </p:spPr>
        <p:txBody>
          <a:bodyPr wrap="square" lIns="91440" tIns="45720" rIns="91440" bIns="45720" rtlCol="0" anchor="t">
            <a:spAutoFit/>
          </a:bodyPr>
          <a:lstStyle/>
          <a:p>
            <a:r>
              <a:rPr lang="en-US" b="1" u="sng" dirty="0">
                <a:solidFill>
                  <a:schemeClr val="accent6">
                    <a:lumMod val="75000"/>
                  </a:schemeClr>
                </a:solidFill>
                <a:latin typeface="Times New Roman"/>
                <a:cs typeface="Times New Roman"/>
              </a:rPr>
              <a:t>Output:</a:t>
            </a:r>
          </a:p>
          <a:p>
            <a:r>
              <a:rPr lang="en-IN" dirty="0">
                <a:solidFill>
                  <a:schemeClr val="tx2">
                    <a:lumMod val="60000"/>
                    <a:lumOff val="40000"/>
                  </a:schemeClr>
                </a:solidFill>
                <a:latin typeface="Times New Roman"/>
                <a:cs typeface="Times New Roman"/>
              </a:rPr>
              <a:t>The sorted list lang2 is : ['SQL', 'c', '</a:t>
            </a:r>
            <a:r>
              <a:rPr lang="en-IN" err="1">
                <a:solidFill>
                  <a:schemeClr val="tx2">
                    <a:lumMod val="60000"/>
                    <a:lumOff val="40000"/>
                  </a:schemeClr>
                </a:solidFill>
                <a:latin typeface="Times New Roman"/>
                <a:cs typeface="Times New Roman"/>
              </a:rPr>
              <a:t>cpp</a:t>
            </a:r>
            <a:r>
              <a:rPr lang="en-IN" dirty="0">
                <a:solidFill>
                  <a:schemeClr val="tx2">
                    <a:lumMod val="60000"/>
                    <a:lumOff val="40000"/>
                  </a:schemeClr>
                </a:solidFill>
                <a:latin typeface="Times New Roman"/>
                <a:cs typeface="Times New Roman"/>
              </a:rPr>
              <a:t>', 'java', 'python', '</a:t>
            </a:r>
            <a:r>
              <a:rPr lang="en-IN" err="1">
                <a:solidFill>
                  <a:schemeClr val="tx2">
                    <a:lumMod val="60000"/>
                    <a:lumOff val="40000"/>
                  </a:schemeClr>
                </a:solidFill>
                <a:latin typeface="Times New Roman"/>
                <a:cs typeface="Times New Roman"/>
              </a:rPr>
              <a:t>sql</a:t>
            </a:r>
            <a:r>
              <a:rPr lang="en-IN" dirty="0">
                <a:solidFill>
                  <a:schemeClr val="tx2">
                    <a:lumMod val="60000"/>
                    <a:lumOff val="40000"/>
                  </a:schemeClr>
                </a:solidFill>
                <a:latin typeface="Times New Roman"/>
                <a:cs typeface="Times New Roman"/>
              </a:rPr>
              <a:t>’] </a:t>
            </a:r>
          </a:p>
          <a:p>
            <a:r>
              <a:rPr lang="en-IN" dirty="0">
                <a:solidFill>
                  <a:schemeClr val="accent6">
                    <a:lumMod val="76000"/>
                  </a:schemeClr>
                </a:solidFill>
                <a:latin typeface="Times New Roman"/>
                <a:cs typeface="Times New Roman"/>
              </a:rPr>
              <a:t>The sorted list lang2 is : ['SQL', 'c', '</a:t>
            </a:r>
            <a:r>
              <a:rPr lang="en-IN" err="1">
                <a:solidFill>
                  <a:schemeClr val="accent6">
                    <a:lumMod val="76000"/>
                  </a:schemeClr>
                </a:solidFill>
                <a:latin typeface="Times New Roman"/>
                <a:cs typeface="Times New Roman"/>
              </a:rPr>
              <a:t>cpp</a:t>
            </a:r>
            <a:r>
              <a:rPr lang="en-IN" dirty="0">
                <a:solidFill>
                  <a:schemeClr val="accent6">
                    <a:lumMod val="76000"/>
                  </a:schemeClr>
                </a:solidFill>
                <a:latin typeface="Times New Roman"/>
                <a:cs typeface="Times New Roman"/>
              </a:rPr>
              <a:t>', 'java', 'python', '</a:t>
            </a:r>
            <a:r>
              <a:rPr lang="en-IN" err="1">
                <a:solidFill>
                  <a:schemeClr val="accent6">
                    <a:lumMod val="76000"/>
                  </a:schemeClr>
                </a:solidFill>
                <a:latin typeface="Times New Roman"/>
                <a:cs typeface="Times New Roman"/>
              </a:rPr>
              <a:t>sql</a:t>
            </a:r>
            <a:r>
              <a:rPr lang="en-IN" dirty="0">
                <a:solidFill>
                  <a:schemeClr val="accent6">
                    <a:lumMod val="76000"/>
                  </a:schemeClr>
                </a:solidFill>
                <a:latin typeface="Times New Roman"/>
                <a:cs typeface="Times New Roman"/>
              </a:rPr>
              <a:t>’] </a:t>
            </a:r>
          </a:p>
          <a:p>
            <a:r>
              <a:rPr lang="en-IN" dirty="0">
                <a:solidFill>
                  <a:schemeClr val="tx2">
                    <a:lumMod val="60000"/>
                    <a:lumOff val="40000"/>
                  </a:schemeClr>
                </a:solidFill>
                <a:latin typeface="Times New Roman"/>
                <a:cs typeface="Times New Roman"/>
              </a:rPr>
              <a:t>The original list lang is : ['java', 'c', 'python', '</a:t>
            </a:r>
            <a:r>
              <a:rPr lang="en-IN" err="1">
                <a:solidFill>
                  <a:schemeClr val="tx2">
                    <a:lumMod val="60000"/>
                    <a:lumOff val="40000"/>
                  </a:schemeClr>
                </a:solidFill>
                <a:latin typeface="Times New Roman"/>
                <a:cs typeface="Times New Roman"/>
              </a:rPr>
              <a:t>cpp</a:t>
            </a:r>
            <a:r>
              <a:rPr lang="en-IN" dirty="0">
                <a:solidFill>
                  <a:schemeClr val="tx2">
                    <a:lumMod val="60000"/>
                    <a:lumOff val="40000"/>
                  </a:schemeClr>
                </a:solidFill>
                <a:latin typeface="Times New Roman"/>
                <a:cs typeface="Times New Roman"/>
              </a:rPr>
              <a:t>', '</a:t>
            </a:r>
            <a:r>
              <a:rPr lang="en-IN" err="1">
                <a:solidFill>
                  <a:schemeClr val="tx2">
                    <a:lumMod val="60000"/>
                    <a:lumOff val="40000"/>
                  </a:schemeClr>
                </a:solidFill>
                <a:latin typeface="Times New Roman"/>
                <a:cs typeface="Times New Roman"/>
              </a:rPr>
              <a:t>sql</a:t>
            </a:r>
            <a:r>
              <a:rPr lang="en-IN" dirty="0">
                <a:solidFill>
                  <a:schemeClr val="tx2">
                    <a:lumMod val="60000"/>
                    <a:lumOff val="40000"/>
                  </a:schemeClr>
                </a:solidFill>
                <a:latin typeface="Times New Roman"/>
                <a:cs typeface="Times New Roman"/>
              </a:rPr>
              <a:t>', 'SQL’] </a:t>
            </a:r>
          </a:p>
          <a:p>
            <a:r>
              <a:rPr lang="en-IN" dirty="0">
                <a:solidFill>
                  <a:schemeClr val="accent6">
                    <a:lumMod val="76000"/>
                  </a:schemeClr>
                </a:solidFill>
                <a:latin typeface="Times New Roman"/>
                <a:cs typeface="Times New Roman"/>
              </a:rPr>
              <a:t>The sort list lang returning None: None </a:t>
            </a:r>
          </a:p>
          <a:p>
            <a:r>
              <a:rPr lang="en-IN">
                <a:solidFill>
                  <a:schemeClr val="tx2">
                    <a:lumMod val="60000"/>
                    <a:lumOff val="40000"/>
                  </a:schemeClr>
                </a:solidFill>
                <a:latin typeface="Times New Roman"/>
                <a:cs typeface="Times New Roman"/>
              </a:rPr>
              <a:t>The sorted list lang2 in descending order using sorted is : ['</a:t>
            </a:r>
            <a:r>
              <a:rPr lang="en-IN" err="1">
                <a:solidFill>
                  <a:schemeClr val="tx2">
                    <a:lumMod val="60000"/>
                    <a:lumOff val="40000"/>
                  </a:schemeClr>
                </a:solidFill>
                <a:latin typeface="Times New Roman"/>
                <a:cs typeface="Times New Roman"/>
              </a:rPr>
              <a:t>sql</a:t>
            </a:r>
            <a:r>
              <a:rPr lang="en-IN">
                <a:solidFill>
                  <a:schemeClr val="tx2">
                    <a:lumMod val="60000"/>
                    <a:lumOff val="40000"/>
                  </a:schemeClr>
                </a:solidFill>
                <a:latin typeface="Times New Roman"/>
                <a:cs typeface="Times New Roman"/>
              </a:rPr>
              <a:t>', 'python', 'java', '</a:t>
            </a:r>
            <a:r>
              <a:rPr lang="en-IN" err="1">
                <a:solidFill>
                  <a:schemeClr val="tx2">
                    <a:lumMod val="60000"/>
                    <a:lumOff val="40000"/>
                  </a:schemeClr>
                </a:solidFill>
                <a:latin typeface="Times New Roman"/>
                <a:cs typeface="Times New Roman"/>
              </a:rPr>
              <a:t>cpp</a:t>
            </a:r>
            <a:r>
              <a:rPr lang="en-IN">
                <a:solidFill>
                  <a:schemeClr val="tx2">
                    <a:lumMod val="60000"/>
                    <a:lumOff val="40000"/>
                  </a:schemeClr>
                </a:solidFill>
                <a:latin typeface="Times New Roman"/>
                <a:cs typeface="Times New Roman"/>
              </a:rPr>
              <a:t>', 'c', 'SQL']</a:t>
            </a:r>
          </a:p>
          <a:p>
            <a:r>
              <a:rPr lang="en-IN" dirty="0">
                <a:solidFill>
                  <a:schemeClr val="accent6">
                    <a:lumMod val="76000"/>
                  </a:schemeClr>
                </a:solidFill>
                <a:latin typeface="Times New Roman"/>
                <a:cs typeface="Times New Roman"/>
              </a:rPr>
              <a:t>The original updated sorted list using sort function is: ['SQL', 'c', '</a:t>
            </a:r>
            <a:r>
              <a:rPr lang="en-IN" err="1">
                <a:solidFill>
                  <a:schemeClr val="accent6">
                    <a:lumMod val="76000"/>
                  </a:schemeClr>
                </a:solidFill>
                <a:latin typeface="Times New Roman"/>
                <a:cs typeface="Times New Roman"/>
              </a:rPr>
              <a:t>cpp</a:t>
            </a:r>
            <a:r>
              <a:rPr lang="en-IN" dirty="0">
                <a:solidFill>
                  <a:schemeClr val="accent6">
                    <a:lumMod val="76000"/>
                  </a:schemeClr>
                </a:solidFill>
                <a:latin typeface="Times New Roman"/>
                <a:cs typeface="Times New Roman"/>
              </a:rPr>
              <a:t>', 'java', 'python', '</a:t>
            </a:r>
            <a:r>
              <a:rPr lang="en-IN" err="1">
                <a:solidFill>
                  <a:schemeClr val="accent6">
                    <a:lumMod val="76000"/>
                  </a:schemeClr>
                </a:solidFill>
                <a:latin typeface="Times New Roman"/>
                <a:cs typeface="Times New Roman"/>
              </a:rPr>
              <a:t>sql</a:t>
            </a:r>
            <a:r>
              <a:rPr lang="en-IN" dirty="0">
                <a:solidFill>
                  <a:schemeClr val="accent6">
                    <a:lumMod val="76000"/>
                  </a:schemeClr>
                </a:solidFill>
                <a:latin typeface="Times New Roman"/>
                <a:cs typeface="Times New Roman"/>
              </a:rPr>
              <a:t>’]</a:t>
            </a:r>
          </a:p>
          <a:p>
            <a:r>
              <a:rPr lang="en-US" dirty="0">
                <a:solidFill>
                  <a:schemeClr val="tx2">
                    <a:lumMod val="60000"/>
                    <a:lumOff val="40000"/>
                  </a:schemeClr>
                </a:solidFill>
                <a:latin typeface="Times New Roman"/>
                <a:cs typeface="Times New Roman"/>
              </a:rPr>
              <a:t>The updated sorted list (descending order) using sort function is: ['</a:t>
            </a:r>
            <a:r>
              <a:rPr lang="en-US" err="1">
                <a:solidFill>
                  <a:schemeClr val="tx2">
                    <a:lumMod val="60000"/>
                    <a:lumOff val="40000"/>
                  </a:schemeClr>
                </a:solidFill>
                <a:latin typeface="Times New Roman"/>
                <a:cs typeface="Times New Roman"/>
              </a:rPr>
              <a:t>sql</a:t>
            </a:r>
            <a:r>
              <a:rPr lang="en-US" dirty="0">
                <a:solidFill>
                  <a:schemeClr val="tx2">
                    <a:lumMod val="60000"/>
                    <a:lumOff val="40000"/>
                  </a:schemeClr>
                </a:solidFill>
                <a:latin typeface="Times New Roman"/>
                <a:cs typeface="Times New Roman"/>
              </a:rPr>
              <a:t>', 'python', 'java', '</a:t>
            </a:r>
            <a:r>
              <a:rPr lang="en-US" err="1">
                <a:solidFill>
                  <a:schemeClr val="tx2">
                    <a:lumMod val="60000"/>
                    <a:lumOff val="40000"/>
                  </a:schemeClr>
                </a:solidFill>
                <a:latin typeface="Times New Roman"/>
                <a:cs typeface="Times New Roman"/>
              </a:rPr>
              <a:t>cpp</a:t>
            </a:r>
            <a:r>
              <a:rPr lang="en-US" dirty="0">
                <a:solidFill>
                  <a:schemeClr val="tx2">
                    <a:lumMod val="60000"/>
                    <a:lumOff val="40000"/>
                  </a:schemeClr>
                </a:solidFill>
                <a:latin typeface="Times New Roman"/>
                <a:cs typeface="Times New Roman"/>
              </a:rPr>
              <a:t>', 'c', 'SQL']</a:t>
            </a:r>
          </a:p>
        </p:txBody>
      </p:sp>
      <p:sp>
        <p:nvSpPr>
          <p:cNvPr id="7" name="Slide Number Placeholder 6">
            <a:extLst>
              <a:ext uri="{FF2B5EF4-FFF2-40B4-BE49-F238E27FC236}">
                <a16:creationId xmlns:a16="http://schemas.microsoft.com/office/drawing/2014/main" id="{5EA0C3DE-1CA9-D4E3-9103-223E8FEEB72F}"/>
              </a:ext>
            </a:extLst>
          </p:cNvPr>
          <p:cNvSpPr>
            <a:spLocks noGrp="1"/>
          </p:cNvSpPr>
          <p:nvPr>
            <p:ph type="sldNum" sz="quarter" idx="7"/>
          </p:nvPr>
        </p:nvSpPr>
        <p:spPr/>
        <p:txBody>
          <a:bodyPr/>
          <a:lstStyle/>
          <a:p>
            <a:fld id="{B6F15528-21DE-4FAA-801E-634DDDAF4B2B}" type="slidenum">
              <a:rPr lang="en-US"/>
              <a:t>20</a:t>
            </a:fld>
            <a:endParaRPr lang="en-US"/>
          </a:p>
        </p:txBody>
      </p:sp>
    </p:spTree>
    <p:extLst>
      <p:ext uri="{BB962C8B-B14F-4D97-AF65-F5344CB8AC3E}">
        <p14:creationId xmlns:p14="http://schemas.microsoft.com/office/powerpoint/2010/main" val="4186907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D66A4DE-5BCB-7002-584A-FD67DB35DD3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7B0CA2F-A86E-B0C4-04EB-850BF1C38DA3}"/>
              </a:ext>
            </a:extLst>
          </p:cNvPr>
          <p:cNvSpPr txBox="1">
            <a:spLocks noGrp="1"/>
          </p:cNvSpPr>
          <p:nvPr>
            <p:ph type="title"/>
          </p:nvPr>
        </p:nvSpPr>
        <p:spPr>
          <a:xfrm>
            <a:off x="2678718" y="44578"/>
            <a:ext cx="8023860" cy="505267"/>
          </a:xfrm>
          <a:prstGeom prst="rect">
            <a:avLst/>
          </a:prstGeom>
        </p:spPr>
        <p:txBody>
          <a:bodyPr vert="horz" wrap="square" lIns="0" tIns="12700" rIns="0" bIns="0" rtlCol="0">
            <a:spAutoFit/>
          </a:bodyPr>
          <a:lstStyle/>
          <a:p>
            <a:pPr marL="12700">
              <a:spcBef>
                <a:spcPts val="100"/>
              </a:spcBef>
            </a:pPr>
            <a:r>
              <a:t>List</a:t>
            </a:r>
            <a:r>
              <a:rPr spc="-15"/>
              <a:t> </a:t>
            </a:r>
            <a:r>
              <a:t>Functions</a:t>
            </a:r>
            <a:r>
              <a:rPr spc="-45"/>
              <a:t> </a:t>
            </a:r>
            <a:r>
              <a:t>&amp;</a:t>
            </a:r>
            <a:r>
              <a:rPr spc="-10"/>
              <a:t> </a:t>
            </a:r>
            <a:r>
              <a:t>Methods</a:t>
            </a:r>
            <a:r>
              <a:rPr spc="-35"/>
              <a:t> </a:t>
            </a:r>
            <a:r>
              <a:rPr>
                <a:solidFill>
                  <a:srgbClr val="000000"/>
                </a:solidFill>
              </a:rPr>
              <a:t>in</a:t>
            </a:r>
            <a:r>
              <a:rPr spc="-35">
                <a:solidFill>
                  <a:srgbClr val="000000"/>
                </a:solidFill>
              </a:rPr>
              <a:t> </a:t>
            </a:r>
            <a:r>
              <a:rPr spc="-10">
                <a:solidFill>
                  <a:srgbClr val="0983C0"/>
                </a:solidFill>
              </a:rPr>
              <a:t>Python</a:t>
            </a:r>
          </a:p>
        </p:txBody>
      </p:sp>
      <p:sp>
        <p:nvSpPr>
          <p:cNvPr id="3" name="object 3">
            <a:extLst>
              <a:ext uri="{FF2B5EF4-FFF2-40B4-BE49-F238E27FC236}">
                <a16:creationId xmlns:a16="http://schemas.microsoft.com/office/drawing/2014/main" id="{3B97C8E8-FAE3-B7E8-1097-5ED98152E482}"/>
              </a:ext>
            </a:extLst>
          </p:cNvPr>
          <p:cNvSpPr txBox="1"/>
          <p:nvPr/>
        </p:nvSpPr>
        <p:spPr>
          <a:xfrm>
            <a:off x="9300718" y="222884"/>
            <a:ext cx="593090" cy="299720"/>
          </a:xfrm>
          <a:prstGeom prst="rect">
            <a:avLst/>
          </a:prstGeom>
        </p:spPr>
        <p:txBody>
          <a:bodyPr vert="horz" wrap="square" lIns="0" tIns="12700" rIns="0" bIns="0" rtlCol="0">
            <a:spAutoFit/>
          </a:bodyPr>
          <a:lstStyle/>
          <a:p>
            <a:pPr marL="12700">
              <a:spcBef>
                <a:spcPts val="100"/>
              </a:spcBef>
            </a:pPr>
            <a:r>
              <a:rPr b="1" spc="-10">
                <a:latin typeface="Calibri"/>
                <a:cs typeface="Calibri"/>
              </a:rPr>
              <a:t>Cont..</a:t>
            </a:r>
            <a:endParaRPr>
              <a:latin typeface="Calibri"/>
              <a:cs typeface="Calibri"/>
            </a:endParaRPr>
          </a:p>
        </p:txBody>
      </p:sp>
      <p:sp>
        <p:nvSpPr>
          <p:cNvPr id="4" name="object 4">
            <a:extLst>
              <a:ext uri="{FF2B5EF4-FFF2-40B4-BE49-F238E27FC236}">
                <a16:creationId xmlns:a16="http://schemas.microsoft.com/office/drawing/2014/main" id="{0B4012EB-A613-6722-1434-2EFB1BE6BF11}"/>
              </a:ext>
            </a:extLst>
          </p:cNvPr>
          <p:cNvSpPr/>
          <p:nvPr/>
        </p:nvSpPr>
        <p:spPr>
          <a:xfrm>
            <a:off x="1524000" y="642874"/>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sp>
        <p:nvSpPr>
          <p:cNvPr id="6" name="object 6">
            <a:extLst>
              <a:ext uri="{FF2B5EF4-FFF2-40B4-BE49-F238E27FC236}">
                <a16:creationId xmlns:a16="http://schemas.microsoft.com/office/drawing/2014/main" id="{63C638D5-C243-BEFC-27C8-DF33538A1193}"/>
              </a:ext>
            </a:extLst>
          </p:cNvPr>
          <p:cNvSpPr txBox="1"/>
          <p:nvPr/>
        </p:nvSpPr>
        <p:spPr>
          <a:xfrm>
            <a:off x="407776" y="558405"/>
            <a:ext cx="11493941" cy="1572866"/>
          </a:xfrm>
          <a:prstGeom prst="rect">
            <a:avLst/>
          </a:prstGeom>
        </p:spPr>
        <p:txBody>
          <a:bodyPr vert="horz" wrap="square" lIns="0" tIns="86995" rIns="0" bIns="0" rtlCol="0" anchor="t">
            <a:spAutoFit/>
          </a:bodyPr>
          <a:lstStyle/>
          <a:p>
            <a:pPr marL="12700">
              <a:spcBef>
                <a:spcPts val="685"/>
              </a:spcBef>
            </a:pPr>
            <a:r>
              <a:rPr sz="2400" b="1" u="sng">
                <a:solidFill>
                  <a:srgbClr val="0983C0"/>
                </a:solidFill>
                <a:uFill>
                  <a:solidFill>
                    <a:srgbClr val="0983C0"/>
                  </a:solidFill>
                </a:uFill>
                <a:latin typeface="Malgun Gothic"/>
                <a:cs typeface="Malgun Gothic"/>
              </a:rPr>
              <a:t>☞</a:t>
            </a:r>
            <a:r>
              <a:rPr sz="2400" b="1" u="sng" spc="-330">
                <a:solidFill>
                  <a:srgbClr val="0983C0"/>
                </a:solidFill>
                <a:uFill>
                  <a:solidFill>
                    <a:srgbClr val="0983C0"/>
                  </a:solidFill>
                </a:uFill>
                <a:latin typeface="Malgun Gothic"/>
                <a:cs typeface="Malgun Gothic"/>
              </a:rPr>
              <a:t> </a:t>
            </a:r>
            <a:r>
              <a:rPr sz="2400" b="1" u="sng">
                <a:solidFill>
                  <a:srgbClr val="0983C0"/>
                </a:solidFill>
                <a:uFill>
                  <a:solidFill>
                    <a:srgbClr val="0983C0"/>
                  </a:solidFill>
                </a:uFill>
                <a:latin typeface="Calibri"/>
                <a:cs typeface="Calibri"/>
              </a:rPr>
              <a:t>sorted</a:t>
            </a:r>
            <a:r>
              <a:rPr sz="2400" b="1" u="sng" spc="-75">
                <a:solidFill>
                  <a:srgbClr val="0983C0"/>
                </a:solidFill>
                <a:uFill>
                  <a:solidFill>
                    <a:srgbClr val="0983C0"/>
                  </a:solidFill>
                </a:uFill>
                <a:latin typeface="Calibri"/>
                <a:cs typeface="Calibri"/>
              </a:rPr>
              <a:t> </a:t>
            </a:r>
            <a:r>
              <a:rPr sz="2400" b="1" u="sng" spc="-25">
                <a:solidFill>
                  <a:srgbClr val="0983C0"/>
                </a:solidFill>
                <a:uFill>
                  <a:solidFill>
                    <a:srgbClr val="0983C0"/>
                  </a:solidFill>
                </a:uFill>
                <a:latin typeface="Calibri"/>
                <a:cs typeface="Calibri"/>
              </a:rPr>
              <a:t>()</a:t>
            </a:r>
            <a:r>
              <a:rPr lang="en-IN" sz="2400" b="1" u="sng" spc="-25">
                <a:solidFill>
                  <a:srgbClr val="0983C0"/>
                </a:solidFill>
                <a:uFill>
                  <a:solidFill>
                    <a:srgbClr val="0983C0"/>
                  </a:solidFill>
                </a:uFill>
                <a:latin typeface="Calibri"/>
                <a:cs typeface="Calibri"/>
              </a:rPr>
              <a:t> and sort()</a:t>
            </a:r>
            <a:endParaRPr sz="2400">
              <a:latin typeface="Calibri"/>
              <a:cs typeface="Calibri"/>
            </a:endParaRPr>
          </a:p>
          <a:p>
            <a:pPr marL="355600" marR="172720" indent="-342900">
              <a:spcBef>
                <a:spcPts val="535"/>
              </a:spcBef>
              <a:buFont typeface="Arial MT"/>
              <a:buChar char="•"/>
              <a:tabLst>
                <a:tab pos="355600" algn="l"/>
              </a:tabLst>
            </a:pPr>
            <a:r>
              <a:rPr lang="en-IN" sz="2000">
                <a:latin typeface="Calibri"/>
                <a:cs typeface="Calibri"/>
              </a:rPr>
              <a:t>By default string sorting is case sensitive. To make it case-insensitive we can use </a:t>
            </a:r>
            <a:r>
              <a:rPr lang="en-IN" sz="2000" spc="-10">
                <a:solidFill>
                  <a:srgbClr val="008080"/>
                </a:solidFill>
                <a:latin typeface="Consolas"/>
              </a:rPr>
              <a:t>key = </a:t>
            </a:r>
            <a:r>
              <a:rPr lang="en-IN" sz="2000" spc="-10" err="1">
                <a:solidFill>
                  <a:srgbClr val="008080"/>
                </a:solidFill>
                <a:latin typeface="Consolas"/>
              </a:rPr>
              <a:t>str.lower</a:t>
            </a:r>
          </a:p>
          <a:p>
            <a:pPr marL="355600" marR="172720" indent="-342900">
              <a:spcBef>
                <a:spcPts val="535"/>
              </a:spcBef>
              <a:buFont typeface="Arial MT"/>
              <a:buChar char="•"/>
              <a:tabLst>
                <a:tab pos="1840864" algn="l"/>
              </a:tabLst>
            </a:pPr>
            <a:r>
              <a:rPr lang="en-IN" sz="2000">
                <a:latin typeface="Calibri"/>
                <a:cs typeface="Calibri"/>
              </a:rPr>
              <a:t>Strings can be sorted based on length by using</a:t>
            </a:r>
            <a:r>
              <a:rPr lang="en-IN" sz="2000" spc="-10">
                <a:solidFill>
                  <a:srgbClr val="008080"/>
                </a:solidFill>
                <a:latin typeface="Consolas"/>
                <a:cs typeface="Calibri"/>
              </a:rPr>
              <a:t> key = </a:t>
            </a:r>
            <a:r>
              <a:rPr lang="en-IN" sz="2000" spc="-10" err="1">
                <a:solidFill>
                  <a:srgbClr val="008080"/>
                </a:solidFill>
                <a:latin typeface="Consolas"/>
                <a:cs typeface="Calibri"/>
              </a:rPr>
              <a:t>len</a:t>
            </a:r>
            <a:endParaRPr lang="en-IN" sz="2000" spc="-10">
              <a:solidFill>
                <a:srgbClr val="008080"/>
              </a:solidFill>
              <a:latin typeface="Consolas"/>
              <a:cs typeface="Calibri"/>
            </a:endParaRPr>
          </a:p>
          <a:p>
            <a:pPr marL="355600" marR="172720" indent="-342900">
              <a:spcBef>
                <a:spcPts val="535"/>
              </a:spcBef>
              <a:buFont typeface="Arial MT"/>
              <a:buChar char="•"/>
              <a:tabLst>
                <a:tab pos="1840864" algn="l"/>
              </a:tabLst>
            </a:pPr>
            <a:r>
              <a:rPr lang="en-IN" sz="2000">
                <a:latin typeface="Calibri"/>
                <a:cs typeface="Calibri"/>
              </a:rPr>
              <a:t>Strings can be sorted based on last character using </a:t>
            </a:r>
            <a:r>
              <a:rPr lang="en-IN" sz="2000" spc="-10">
                <a:solidFill>
                  <a:srgbClr val="008080"/>
                </a:solidFill>
                <a:latin typeface="Consolas"/>
                <a:cs typeface="Calibri"/>
              </a:rPr>
              <a:t>key = lambda </a:t>
            </a:r>
            <a:r>
              <a:rPr lang="en-IN" sz="2000" spc="-10" err="1">
                <a:solidFill>
                  <a:srgbClr val="008080"/>
                </a:solidFill>
                <a:latin typeface="Consolas"/>
                <a:cs typeface="Calibri"/>
              </a:rPr>
              <a:t>s:s</a:t>
            </a:r>
            <a:r>
              <a:rPr lang="en-IN" sz="2000" spc="-10">
                <a:solidFill>
                  <a:srgbClr val="008080"/>
                </a:solidFill>
                <a:latin typeface="Consolas"/>
                <a:cs typeface="Calibri"/>
              </a:rPr>
              <a:t>[-1]</a:t>
            </a:r>
          </a:p>
        </p:txBody>
      </p:sp>
      <p:sp>
        <p:nvSpPr>
          <p:cNvPr id="5" name="TextBox 4">
            <a:extLst>
              <a:ext uri="{FF2B5EF4-FFF2-40B4-BE49-F238E27FC236}">
                <a16:creationId xmlns:a16="http://schemas.microsoft.com/office/drawing/2014/main" id="{18313E29-6702-42DA-AA5E-ED6DE2CB0BCD}"/>
              </a:ext>
            </a:extLst>
          </p:cNvPr>
          <p:cNvSpPr txBox="1"/>
          <p:nvPr/>
        </p:nvSpPr>
        <p:spPr>
          <a:xfrm>
            <a:off x="154259" y="2564416"/>
            <a:ext cx="6482575" cy="2308324"/>
          </a:xfrm>
          <a:prstGeom prst="rect">
            <a:avLst/>
          </a:prstGeom>
          <a:noFill/>
        </p:spPr>
        <p:txBody>
          <a:bodyPr wrap="square" lIns="91440" tIns="45720" rIns="91440" bIns="45720" rtlCol="0" anchor="t">
            <a:spAutoFit/>
          </a:bodyPr>
          <a:lstStyle/>
          <a:p>
            <a:r>
              <a:rPr lang="en-IN" b="1" u="sng" dirty="0">
                <a:solidFill>
                  <a:schemeClr val="accent6">
                    <a:lumMod val="75000"/>
                  </a:schemeClr>
                </a:solidFill>
                <a:latin typeface="Times New Roman"/>
                <a:cs typeface="Times New Roman"/>
              </a:rPr>
              <a:t>Input:</a:t>
            </a:r>
            <a:endParaRPr lang="en-IN" dirty="0">
              <a:solidFill>
                <a:schemeClr val="accent6">
                  <a:lumMod val="75000"/>
                </a:schemeClr>
              </a:solidFill>
              <a:latin typeface="Times New Roman"/>
              <a:cs typeface="Times New Roman"/>
            </a:endParaRPr>
          </a:p>
          <a:p>
            <a:pPr algn="l"/>
            <a:r>
              <a:rPr lang="en-US" dirty="0">
                <a:latin typeface="Times New Roman"/>
                <a:cs typeface="Times New Roman"/>
              </a:rPr>
              <a:t>fruits=[</a:t>
            </a:r>
            <a:r>
              <a:rPr lang="en-US" dirty="0">
                <a:solidFill>
                  <a:srgbClr val="0070C0"/>
                </a:solidFill>
                <a:latin typeface="Times New Roman"/>
                <a:cs typeface="Times New Roman"/>
              </a:rPr>
              <a:t>"Banana", "apple", "Cherry"</a:t>
            </a:r>
            <a:r>
              <a:rPr lang="en-US" dirty="0">
                <a:latin typeface="Times New Roman"/>
                <a:cs typeface="Times New Roman"/>
              </a:rPr>
              <a:t>]</a:t>
            </a:r>
          </a:p>
          <a:p>
            <a:pPr algn="l"/>
            <a:r>
              <a:rPr lang="en-US" dirty="0">
                <a:latin typeface="Times New Roman"/>
                <a:cs typeface="Times New Roman"/>
              </a:rPr>
              <a:t>fruits2 = sorted(fruits)</a:t>
            </a:r>
          </a:p>
          <a:p>
            <a:pPr algn="l"/>
            <a:r>
              <a:rPr lang="en-IN" dirty="0">
                <a:solidFill>
                  <a:srgbClr val="0000FF"/>
                </a:solidFill>
                <a:latin typeface="Times New Roman"/>
                <a:cs typeface="Times New Roman"/>
              </a:rPr>
              <a:t>print</a:t>
            </a:r>
            <a:r>
              <a:rPr lang="en-US" dirty="0">
                <a:latin typeface="Times New Roman"/>
                <a:cs typeface="Times New Roman"/>
              </a:rPr>
              <a:t>("The sorted list fruits2 is :",fruits2)</a:t>
            </a:r>
            <a:endParaRPr lang="en-US" dirty="0"/>
          </a:p>
          <a:p>
            <a:pPr algn="l"/>
            <a:r>
              <a:rPr lang="en-IN" dirty="0">
                <a:solidFill>
                  <a:srgbClr val="0000FF"/>
                </a:solidFill>
                <a:latin typeface="Times New Roman"/>
                <a:cs typeface="Times New Roman"/>
              </a:rPr>
              <a:t>print</a:t>
            </a:r>
            <a:r>
              <a:rPr lang="en-US" dirty="0">
                <a:latin typeface="Times New Roman"/>
                <a:cs typeface="Times New Roman"/>
              </a:rPr>
              <a:t>("The sorted list fruits3 is :",sorted(fruits, </a:t>
            </a:r>
            <a:r>
              <a:rPr lang="en-US" dirty="0">
                <a:solidFill>
                  <a:schemeClr val="accent3">
                    <a:lumMod val="75000"/>
                  </a:schemeClr>
                </a:solidFill>
                <a:latin typeface="Times New Roman"/>
                <a:cs typeface="Times New Roman"/>
              </a:rPr>
              <a:t>key=</a:t>
            </a:r>
            <a:r>
              <a:rPr lang="en-US" dirty="0" err="1">
                <a:solidFill>
                  <a:schemeClr val="accent3">
                    <a:lumMod val="75000"/>
                  </a:schemeClr>
                </a:solidFill>
                <a:latin typeface="Times New Roman"/>
                <a:cs typeface="Times New Roman"/>
              </a:rPr>
              <a:t>str.lower</a:t>
            </a:r>
            <a:r>
              <a:rPr lang="en-US" dirty="0">
                <a:latin typeface="Times New Roman"/>
                <a:cs typeface="Times New Roman"/>
              </a:rPr>
              <a:t>))</a:t>
            </a:r>
            <a:endParaRPr lang="en-US" dirty="0"/>
          </a:p>
          <a:p>
            <a:pPr algn="l"/>
            <a:r>
              <a:rPr lang="en-IN" dirty="0">
                <a:solidFill>
                  <a:srgbClr val="0000FF"/>
                </a:solidFill>
                <a:latin typeface="Times New Roman"/>
                <a:cs typeface="Times New Roman"/>
              </a:rPr>
              <a:t>print</a:t>
            </a:r>
            <a:r>
              <a:rPr lang="en-US" dirty="0">
                <a:latin typeface="Times New Roman"/>
                <a:cs typeface="Times New Roman"/>
              </a:rPr>
              <a:t>("The sorted list based on length fruits4 is :",sorted(fruits, </a:t>
            </a:r>
            <a:br>
              <a:rPr lang="en-US" dirty="0"/>
            </a:br>
            <a:r>
              <a:rPr lang="en-US" dirty="0">
                <a:solidFill>
                  <a:schemeClr val="accent3">
                    <a:lumMod val="75000"/>
                  </a:schemeClr>
                </a:solidFill>
                <a:latin typeface="Times New Roman"/>
                <a:cs typeface="Times New Roman"/>
              </a:rPr>
              <a:t>key=</a:t>
            </a:r>
            <a:r>
              <a:rPr lang="en-US" dirty="0" err="1">
                <a:solidFill>
                  <a:schemeClr val="accent3">
                    <a:lumMod val="75000"/>
                  </a:schemeClr>
                </a:solidFill>
                <a:latin typeface="Times New Roman"/>
                <a:cs typeface="Times New Roman"/>
              </a:rPr>
              <a:t>len</a:t>
            </a:r>
            <a:r>
              <a:rPr lang="en-US" dirty="0">
                <a:latin typeface="Times New Roman"/>
                <a:cs typeface="Times New Roman"/>
              </a:rPr>
              <a:t>))</a:t>
            </a:r>
            <a:endParaRPr lang="en-US" dirty="0"/>
          </a:p>
          <a:p>
            <a:pPr algn="l"/>
            <a:endParaRPr lang="en-US" dirty="0">
              <a:latin typeface="Times New Roman"/>
              <a:cs typeface="Times New Roman"/>
            </a:endParaRPr>
          </a:p>
        </p:txBody>
      </p:sp>
      <p:sp>
        <p:nvSpPr>
          <p:cNvPr id="8" name="TextBox 7">
            <a:extLst>
              <a:ext uri="{FF2B5EF4-FFF2-40B4-BE49-F238E27FC236}">
                <a16:creationId xmlns:a16="http://schemas.microsoft.com/office/drawing/2014/main" id="{051F0199-A6EA-F525-66B2-E6A85C59967B}"/>
              </a:ext>
            </a:extLst>
          </p:cNvPr>
          <p:cNvSpPr txBox="1"/>
          <p:nvPr/>
        </p:nvSpPr>
        <p:spPr>
          <a:xfrm>
            <a:off x="6306730" y="2513759"/>
            <a:ext cx="5272317" cy="2215991"/>
          </a:xfrm>
          <a:prstGeom prst="rect">
            <a:avLst/>
          </a:prstGeom>
          <a:noFill/>
        </p:spPr>
        <p:txBody>
          <a:bodyPr wrap="square" lIns="91440" tIns="45720" rIns="91440" bIns="45720" rtlCol="0" anchor="t">
            <a:spAutoFit/>
          </a:bodyPr>
          <a:lstStyle/>
          <a:p>
            <a:r>
              <a:rPr lang="en-US" b="1" u="sng" dirty="0">
                <a:solidFill>
                  <a:schemeClr val="accent6">
                    <a:lumMod val="75000"/>
                  </a:schemeClr>
                </a:solidFill>
                <a:latin typeface="Times New Roman"/>
                <a:cs typeface="Times New Roman"/>
              </a:rPr>
              <a:t>Output:</a:t>
            </a:r>
          </a:p>
          <a:p>
            <a:r>
              <a:rPr lang="en-IN" sz="2000" dirty="0">
                <a:solidFill>
                  <a:schemeClr val="tx2">
                    <a:lumMod val="60000"/>
                    <a:lumOff val="40000"/>
                  </a:schemeClr>
                </a:solidFill>
                <a:latin typeface="Times New Roman"/>
                <a:cs typeface="Times New Roman"/>
              </a:rPr>
              <a:t>The sorted list fruits2 is : ['Banana', 'Cherry', 'apple'] </a:t>
            </a:r>
          </a:p>
          <a:p>
            <a:r>
              <a:rPr lang="en-IN" sz="2000" dirty="0">
                <a:solidFill>
                  <a:schemeClr val="accent6">
                    <a:lumMod val="76000"/>
                  </a:schemeClr>
                </a:solidFill>
                <a:latin typeface="Times New Roman"/>
                <a:cs typeface="Times New Roman"/>
              </a:rPr>
              <a:t>The sorted list fruits3 is : ['apple', 'Banana', 'Cherry'] </a:t>
            </a:r>
          </a:p>
          <a:p>
            <a:r>
              <a:rPr lang="en-IN" sz="2000" dirty="0">
                <a:solidFill>
                  <a:schemeClr val="tx2">
                    <a:lumMod val="60000"/>
                    <a:lumOff val="40000"/>
                  </a:schemeClr>
                </a:solidFill>
                <a:latin typeface="Times New Roman"/>
                <a:cs typeface="Times New Roman"/>
              </a:rPr>
              <a:t>The sorted list based on length fruits4 is : ['apple', 'Banana', 'Cherry'] </a:t>
            </a:r>
          </a:p>
        </p:txBody>
      </p:sp>
      <p:sp>
        <p:nvSpPr>
          <p:cNvPr id="7" name="Slide Number Placeholder 6">
            <a:extLst>
              <a:ext uri="{FF2B5EF4-FFF2-40B4-BE49-F238E27FC236}">
                <a16:creationId xmlns:a16="http://schemas.microsoft.com/office/drawing/2014/main" id="{8053C386-0EC3-CBCA-8496-2CE7E9DABF61}"/>
              </a:ext>
            </a:extLst>
          </p:cNvPr>
          <p:cNvSpPr>
            <a:spLocks noGrp="1"/>
          </p:cNvSpPr>
          <p:nvPr>
            <p:ph type="sldNum" sz="quarter" idx="7"/>
          </p:nvPr>
        </p:nvSpPr>
        <p:spPr/>
        <p:txBody>
          <a:bodyPr/>
          <a:lstStyle/>
          <a:p>
            <a:fld id="{B6F15528-21DE-4FAA-801E-634DDDAF4B2B}" type="slidenum">
              <a:rPr lang="en-US"/>
              <a:t>21</a:t>
            </a:fld>
            <a:endParaRPr lang="en-US"/>
          </a:p>
        </p:txBody>
      </p:sp>
    </p:spTree>
    <p:extLst>
      <p:ext uri="{BB962C8B-B14F-4D97-AF65-F5344CB8AC3E}">
        <p14:creationId xmlns:p14="http://schemas.microsoft.com/office/powerpoint/2010/main" val="1742051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8718" y="44578"/>
            <a:ext cx="8023860" cy="505267"/>
          </a:xfrm>
          <a:prstGeom prst="rect">
            <a:avLst/>
          </a:prstGeom>
        </p:spPr>
        <p:txBody>
          <a:bodyPr vert="horz" wrap="square" lIns="0" tIns="12700" rIns="0" bIns="0" rtlCol="0">
            <a:spAutoFit/>
          </a:bodyPr>
          <a:lstStyle/>
          <a:p>
            <a:pPr marL="12700">
              <a:spcBef>
                <a:spcPts val="100"/>
              </a:spcBef>
            </a:pPr>
            <a:r>
              <a:t>List</a:t>
            </a:r>
            <a:r>
              <a:rPr spc="-15"/>
              <a:t> </a:t>
            </a:r>
            <a:r>
              <a:t>Functions</a:t>
            </a:r>
            <a:r>
              <a:rPr spc="-45"/>
              <a:t> </a:t>
            </a:r>
            <a:r>
              <a:t>&amp;</a:t>
            </a:r>
            <a:r>
              <a:rPr spc="-10"/>
              <a:t> </a:t>
            </a:r>
            <a:r>
              <a:t>Methods</a:t>
            </a:r>
            <a:r>
              <a:rPr spc="-35"/>
              <a:t> </a:t>
            </a:r>
            <a:r>
              <a:rPr>
                <a:solidFill>
                  <a:srgbClr val="000000"/>
                </a:solidFill>
              </a:rPr>
              <a:t>in</a:t>
            </a:r>
            <a:r>
              <a:rPr spc="-35">
                <a:solidFill>
                  <a:srgbClr val="000000"/>
                </a:solidFill>
              </a:rPr>
              <a:t> </a:t>
            </a:r>
            <a:r>
              <a:rPr spc="-10">
                <a:solidFill>
                  <a:srgbClr val="0983C0"/>
                </a:solidFill>
              </a:rPr>
              <a:t>Python</a:t>
            </a:r>
          </a:p>
        </p:txBody>
      </p:sp>
      <p:sp>
        <p:nvSpPr>
          <p:cNvPr id="3" name="object 3"/>
          <p:cNvSpPr txBox="1"/>
          <p:nvPr/>
        </p:nvSpPr>
        <p:spPr>
          <a:xfrm>
            <a:off x="9300718" y="222884"/>
            <a:ext cx="593090" cy="299720"/>
          </a:xfrm>
          <a:prstGeom prst="rect">
            <a:avLst/>
          </a:prstGeom>
        </p:spPr>
        <p:txBody>
          <a:bodyPr vert="horz" wrap="square" lIns="0" tIns="12700" rIns="0" bIns="0" rtlCol="0">
            <a:spAutoFit/>
          </a:bodyPr>
          <a:lstStyle/>
          <a:p>
            <a:pPr marL="12700">
              <a:spcBef>
                <a:spcPts val="100"/>
              </a:spcBef>
            </a:pPr>
            <a:r>
              <a:rPr b="1" spc="-10">
                <a:latin typeface="Calibri"/>
                <a:cs typeface="Calibri"/>
              </a:rPr>
              <a:t>Cont..</a:t>
            </a:r>
            <a:endParaRPr>
              <a:latin typeface="Calibri"/>
              <a:cs typeface="Calibri"/>
            </a:endParaRPr>
          </a:p>
        </p:txBody>
      </p:sp>
      <p:sp>
        <p:nvSpPr>
          <p:cNvPr id="4" name="object 4"/>
          <p:cNvSpPr/>
          <p:nvPr/>
        </p:nvSpPr>
        <p:spPr>
          <a:xfrm>
            <a:off x="1524000" y="642874"/>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sp>
        <p:nvSpPr>
          <p:cNvPr id="5" name="object 5"/>
          <p:cNvSpPr/>
          <p:nvPr/>
        </p:nvSpPr>
        <p:spPr>
          <a:xfrm>
            <a:off x="1809724" y="2500249"/>
            <a:ext cx="5429250" cy="2016125"/>
          </a:xfrm>
          <a:custGeom>
            <a:avLst/>
            <a:gdLst/>
            <a:ahLst/>
            <a:cxnLst/>
            <a:rect l="l" t="t" r="r" b="b"/>
            <a:pathLst>
              <a:path w="5429250" h="2016125">
                <a:moveTo>
                  <a:pt x="0" y="2015998"/>
                </a:moveTo>
                <a:lnTo>
                  <a:pt x="5429250" y="2015998"/>
                </a:lnTo>
                <a:lnTo>
                  <a:pt x="5429250" y="0"/>
                </a:lnTo>
                <a:lnTo>
                  <a:pt x="0" y="0"/>
                </a:lnTo>
                <a:lnTo>
                  <a:pt x="0" y="2015998"/>
                </a:lnTo>
                <a:close/>
              </a:path>
            </a:pathLst>
          </a:custGeom>
          <a:ln w="12700">
            <a:solidFill>
              <a:srgbClr val="4F81BC"/>
            </a:solidFill>
          </a:ln>
        </p:spPr>
        <p:txBody>
          <a:bodyPr wrap="square" lIns="0" tIns="0" rIns="0" bIns="0" rtlCol="0"/>
          <a:lstStyle/>
          <a:p>
            <a:endParaRPr/>
          </a:p>
        </p:txBody>
      </p:sp>
      <p:sp>
        <p:nvSpPr>
          <p:cNvPr id="6" name="object 6"/>
          <p:cNvSpPr txBox="1"/>
          <p:nvPr/>
        </p:nvSpPr>
        <p:spPr>
          <a:xfrm>
            <a:off x="1888643" y="587159"/>
            <a:ext cx="8385175" cy="3860800"/>
          </a:xfrm>
          <a:prstGeom prst="rect">
            <a:avLst/>
          </a:prstGeom>
        </p:spPr>
        <p:txBody>
          <a:bodyPr vert="horz" wrap="square" lIns="0" tIns="86995" rIns="0" bIns="0" rtlCol="0" anchor="t">
            <a:spAutoFit/>
          </a:bodyPr>
          <a:lstStyle/>
          <a:p>
            <a:pPr marL="12700">
              <a:spcBef>
                <a:spcPts val="685"/>
              </a:spcBef>
            </a:pPr>
            <a:r>
              <a:rPr sz="2600" b="1" u="sng" dirty="0">
                <a:solidFill>
                  <a:srgbClr val="0983C0"/>
                </a:solidFill>
                <a:uFill>
                  <a:solidFill>
                    <a:srgbClr val="0983C0"/>
                  </a:solidFill>
                </a:uFill>
                <a:latin typeface="Malgun Gothic"/>
                <a:cs typeface="Malgun Gothic"/>
              </a:rPr>
              <a:t>☞</a:t>
            </a:r>
            <a:r>
              <a:rPr sz="2600" b="1" u="sng" spc="-330" dirty="0">
                <a:solidFill>
                  <a:srgbClr val="0983C0"/>
                </a:solidFill>
                <a:uFill>
                  <a:solidFill>
                    <a:srgbClr val="0983C0"/>
                  </a:solidFill>
                </a:uFill>
                <a:latin typeface="Malgun Gothic"/>
                <a:cs typeface="Malgun Gothic"/>
              </a:rPr>
              <a:t> </a:t>
            </a:r>
            <a:r>
              <a:rPr sz="2600" b="1" u="sng" spc="-10" dirty="0">
                <a:solidFill>
                  <a:srgbClr val="0983C0"/>
                </a:solidFill>
                <a:uFill>
                  <a:solidFill>
                    <a:srgbClr val="0983C0"/>
                  </a:solidFill>
                </a:uFill>
                <a:latin typeface="Calibri"/>
                <a:cs typeface="Calibri"/>
              </a:rPr>
              <a:t>reverse</a:t>
            </a:r>
            <a:r>
              <a:rPr sz="2600" b="1" u="sng" spc="-114" dirty="0">
                <a:solidFill>
                  <a:srgbClr val="0983C0"/>
                </a:solidFill>
                <a:uFill>
                  <a:solidFill>
                    <a:srgbClr val="0983C0"/>
                  </a:solidFill>
                </a:uFill>
                <a:latin typeface="Calibri"/>
                <a:cs typeface="Calibri"/>
              </a:rPr>
              <a:t> </a:t>
            </a:r>
            <a:r>
              <a:rPr sz="2600" b="1" u="sng" spc="-25" dirty="0">
                <a:solidFill>
                  <a:srgbClr val="0983C0"/>
                </a:solidFill>
                <a:uFill>
                  <a:solidFill>
                    <a:srgbClr val="0983C0"/>
                  </a:solidFill>
                </a:uFill>
                <a:latin typeface="Calibri"/>
                <a:cs typeface="Calibri"/>
              </a:rPr>
              <a:t>():</a:t>
            </a:r>
            <a:endParaRPr sz="2600" dirty="0">
              <a:latin typeface="Calibri"/>
              <a:cs typeface="Calibri"/>
            </a:endParaRPr>
          </a:p>
          <a:p>
            <a:pPr marL="355600" marR="5080" indent="-342900">
              <a:spcBef>
                <a:spcPts val="535"/>
              </a:spcBef>
              <a:buFont typeface="Arial MT"/>
              <a:buChar char="•"/>
              <a:tabLst>
                <a:tab pos="355600" algn="l"/>
              </a:tabLst>
            </a:pPr>
            <a:r>
              <a:rPr sz="2400" dirty="0">
                <a:latin typeface="Calibri"/>
                <a:cs typeface="Calibri"/>
              </a:rPr>
              <a:t>In</a:t>
            </a:r>
            <a:r>
              <a:rPr sz="2400" spc="-75" dirty="0">
                <a:latin typeface="Calibri"/>
                <a:cs typeface="Calibri"/>
              </a:rPr>
              <a:t> </a:t>
            </a:r>
            <a:r>
              <a:rPr sz="2400" dirty="0">
                <a:latin typeface="Calibri"/>
                <a:cs typeface="Calibri"/>
              </a:rPr>
              <a:t>python,</a:t>
            </a:r>
            <a:r>
              <a:rPr sz="2400" spc="-60" dirty="0">
                <a:latin typeface="Calibri"/>
                <a:cs typeface="Calibri"/>
              </a:rPr>
              <a:t> </a:t>
            </a:r>
            <a:r>
              <a:rPr sz="2400" spc="-10" dirty="0">
                <a:latin typeface="Calibri"/>
                <a:cs typeface="Calibri"/>
              </a:rPr>
              <a:t>reverse()</a:t>
            </a:r>
            <a:r>
              <a:rPr sz="2400" spc="-60" dirty="0">
                <a:latin typeface="Calibri"/>
                <a:cs typeface="Calibri"/>
              </a:rPr>
              <a:t> </a:t>
            </a:r>
            <a:r>
              <a:rPr sz="2400" dirty="0">
                <a:latin typeface="Calibri"/>
                <a:cs typeface="Calibri"/>
              </a:rPr>
              <a:t>method</a:t>
            </a:r>
            <a:r>
              <a:rPr sz="2400" spc="-70" dirty="0">
                <a:latin typeface="Calibri"/>
                <a:cs typeface="Calibri"/>
              </a:rPr>
              <a:t> </a:t>
            </a:r>
            <a:r>
              <a:rPr sz="2400" spc="-10" dirty="0">
                <a:latin typeface="Calibri"/>
                <a:cs typeface="Calibri"/>
              </a:rPr>
              <a:t>reverses</a:t>
            </a:r>
            <a:r>
              <a:rPr sz="2400" spc="-50" dirty="0">
                <a:latin typeface="Calibri"/>
                <a:cs typeface="Calibri"/>
              </a:rPr>
              <a:t> </a:t>
            </a:r>
            <a:r>
              <a:rPr sz="2400" dirty="0">
                <a:latin typeface="Calibri"/>
                <a:cs typeface="Calibri"/>
              </a:rPr>
              <a:t>elements</a:t>
            </a:r>
            <a:r>
              <a:rPr sz="2400" spc="-70" dirty="0">
                <a:latin typeface="Calibri"/>
                <a:cs typeface="Calibri"/>
              </a:rPr>
              <a:t> </a:t>
            </a:r>
            <a:r>
              <a:rPr sz="2400" dirty="0">
                <a:latin typeface="Calibri"/>
                <a:cs typeface="Calibri"/>
              </a:rPr>
              <a:t>of</a:t>
            </a:r>
            <a:r>
              <a:rPr sz="2400" spc="-55" dirty="0">
                <a:latin typeface="Calibri"/>
                <a:cs typeface="Calibri"/>
              </a:rPr>
              <a:t> </a:t>
            </a:r>
            <a:r>
              <a:rPr sz="2400" dirty="0">
                <a:latin typeface="Calibri"/>
                <a:cs typeface="Calibri"/>
              </a:rPr>
              <a:t>the</a:t>
            </a:r>
            <a:r>
              <a:rPr sz="2400" spc="-50" dirty="0">
                <a:latin typeface="Calibri"/>
                <a:cs typeface="Calibri"/>
              </a:rPr>
              <a:t> </a:t>
            </a:r>
            <a:r>
              <a:rPr sz="2400" dirty="0">
                <a:latin typeface="Calibri"/>
                <a:cs typeface="Calibri"/>
              </a:rPr>
              <a:t>list.</a:t>
            </a:r>
            <a:r>
              <a:rPr sz="2400" spc="-75" dirty="0">
                <a:latin typeface="Calibri"/>
                <a:cs typeface="Calibri"/>
              </a:rPr>
              <a:t> </a:t>
            </a:r>
            <a:r>
              <a:rPr sz="2400" dirty="0">
                <a:latin typeface="Calibri"/>
                <a:cs typeface="Calibri"/>
              </a:rPr>
              <a:t>i.e.</a:t>
            </a:r>
            <a:r>
              <a:rPr sz="2400" spc="-75" dirty="0">
                <a:latin typeface="Calibri"/>
                <a:cs typeface="Calibri"/>
              </a:rPr>
              <a:t> </a:t>
            </a:r>
            <a:r>
              <a:rPr sz="2400" spc="-25" dirty="0">
                <a:latin typeface="Calibri"/>
                <a:cs typeface="Calibri"/>
              </a:rPr>
              <a:t>the </a:t>
            </a:r>
            <a:r>
              <a:rPr sz="2400" dirty="0">
                <a:latin typeface="Calibri"/>
                <a:cs typeface="Calibri"/>
              </a:rPr>
              <a:t>last</a:t>
            </a:r>
            <a:r>
              <a:rPr sz="2400" spc="-70" dirty="0">
                <a:latin typeface="Calibri"/>
                <a:cs typeface="Calibri"/>
              </a:rPr>
              <a:t> </a:t>
            </a:r>
            <a:r>
              <a:rPr sz="2400" dirty="0">
                <a:latin typeface="Calibri"/>
                <a:cs typeface="Calibri"/>
              </a:rPr>
              <a:t>index</a:t>
            </a:r>
            <a:r>
              <a:rPr sz="2400" spc="-50" dirty="0">
                <a:latin typeface="Calibri"/>
                <a:cs typeface="Calibri"/>
              </a:rPr>
              <a:t> </a:t>
            </a:r>
            <a:r>
              <a:rPr sz="2400" dirty="0">
                <a:latin typeface="Calibri"/>
                <a:cs typeface="Calibri"/>
              </a:rPr>
              <a:t>value</a:t>
            </a:r>
            <a:r>
              <a:rPr sz="2400" spc="-25" dirty="0">
                <a:latin typeface="Calibri"/>
                <a:cs typeface="Calibri"/>
              </a:rPr>
              <a:t> </a:t>
            </a:r>
            <a:r>
              <a:rPr sz="2400" dirty="0">
                <a:latin typeface="Calibri"/>
                <a:cs typeface="Calibri"/>
              </a:rPr>
              <a:t>of</a:t>
            </a:r>
            <a:r>
              <a:rPr sz="2400" spc="-50" dirty="0">
                <a:latin typeface="Calibri"/>
                <a:cs typeface="Calibri"/>
              </a:rPr>
              <a:t> </a:t>
            </a:r>
            <a:r>
              <a:rPr sz="2400" dirty="0">
                <a:latin typeface="Calibri"/>
                <a:cs typeface="Calibri"/>
              </a:rPr>
              <a:t>the</a:t>
            </a:r>
            <a:r>
              <a:rPr sz="2400" spc="-35" dirty="0">
                <a:latin typeface="Calibri"/>
                <a:cs typeface="Calibri"/>
              </a:rPr>
              <a:t> </a:t>
            </a:r>
            <a:r>
              <a:rPr sz="2400" dirty="0">
                <a:latin typeface="Calibri"/>
                <a:cs typeface="Calibri"/>
              </a:rPr>
              <a:t>list</a:t>
            </a:r>
            <a:r>
              <a:rPr sz="2400" spc="-55" dirty="0">
                <a:latin typeface="Calibri"/>
                <a:cs typeface="Calibri"/>
              </a:rPr>
              <a:t> </a:t>
            </a:r>
            <a:r>
              <a:rPr sz="2400" dirty="0">
                <a:latin typeface="Calibri"/>
                <a:cs typeface="Calibri"/>
              </a:rPr>
              <a:t>will</a:t>
            </a:r>
            <a:r>
              <a:rPr sz="2400" spc="-55" dirty="0">
                <a:latin typeface="Calibri"/>
                <a:cs typeface="Calibri"/>
              </a:rPr>
              <a:t> </a:t>
            </a:r>
            <a:r>
              <a:rPr sz="2400" dirty="0">
                <a:latin typeface="Calibri"/>
                <a:cs typeface="Calibri"/>
              </a:rPr>
              <a:t>be</a:t>
            </a:r>
            <a:r>
              <a:rPr sz="2400" spc="-40" dirty="0">
                <a:latin typeface="Calibri"/>
                <a:cs typeface="Calibri"/>
              </a:rPr>
              <a:t> </a:t>
            </a:r>
            <a:r>
              <a:rPr sz="2400" spc="-10" dirty="0">
                <a:latin typeface="Calibri"/>
                <a:cs typeface="Calibri"/>
              </a:rPr>
              <a:t>present</a:t>
            </a:r>
            <a:r>
              <a:rPr sz="2400" spc="-35" dirty="0">
                <a:latin typeface="Calibri"/>
                <a:cs typeface="Calibri"/>
              </a:rPr>
              <a:t> </a:t>
            </a:r>
            <a:r>
              <a:rPr sz="2400" dirty="0">
                <a:latin typeface="Calibri"/>
                <a:cs typeface="Calibri"/>
              </a:rPr>
              <a:t>at</a:t>
            </a:r>
            <a:r>
              <a:rPr sz="2400" spc="-40" dirty="0">
                <a:latin typeface="Calibri"/>
                <a:cs typeface="Calibri"/>
              </a:rPr>
              <a:t> </a:t>
            </a:r>
            <a:r>
              <a:rPr sz="2400" dirty="0">
                <a:latin typeface="Calibri"/>
                <a:cs typeface="Calibri"/>
              </a:rPr>
              <a:t>0th</a:t>
            </a:r>
            <a:r>
              <a:rPr sz="2400" spc="-55" dirty="0">
                <a:latin typeface="Calibri"/>
                <a:cs typeface="Calibri"/>
              </a:rPr>
              <a:t> </a:t>
            </a:r>
            <a:r>
              <a:rPr sz="2400" spc="-10" dirty="0">
                <a:latin typeface="Calibri"/>
                <a:cs typeface="Calibri"/>
              </a:rPr>
              <a:t>index.</a:t>
            </a:r>
            <a:endParaRPr sz="2400" dirty="0">
              <a:latin typeface="Calibri"/>
              <a:cs typeface="Calibri"/>
            </a:endParaRPr>
          </a:p>
          <a:p>
            <a:pPr marL="12700">
              <a:spcBef>
                <a:spcPts val="590"/>
              </a:spcBef>
              <a:tabLst>
                <a:tab pos="1840864" algn="l"/>
              </a:tabLst>
            </a:pPr>
            <a:r>
              <a:rPr sz="2400" b="1" u="sng" dirty="0">
                <a:uFill>
                  <a:solidFill>
                    <a:srgbClr val="000000"/>
                  </a:solidFill>
                </a:uFill>
                <a:latin typeface="Calibri"/>
                <a:cs typeface="Calibri"/>
              </a:rPr>
              <a:t>Syntax:</a:t>
            </a:r>
            <a:r>
              <a:rPr lang="en-US" sz="2400" spc="-10" dirty="0">
                <a:solidFill>
                  <a:srgbClr val="FF0000"/>
                </a:solidFill>
                <a:latin typeface="Consolas"/>
                <a:cs typeface="Calibri"/>
              </a:rPr>
              <a:t>     </a:t>
            </a:r>
            <a:r>
              <a:rPr lang="en-US" sz="2400" spc="-10" dirty="0" err="1">
                <a:solidFill>
                  <a:srgbClr val="FF0000"/>
                </a:solidFill>
                <a:latin typeface="Consolas"/>
                <a:cs typeface="Calibri"/>
              </a:rPr>
              <a:t>my_list</a:t>
            </a:r>
            <a:r>
              <a:rPr sz="2400" spc="-10" dirty="0" err="1">
                <a:solidFill>
                  <a:srgbClr val="008080"/>
                </a:solidFill>
                <a:latin typeface="Consolas"/>
                <a:cs typeface="Consolas"/>
              </a:rPr>
              <a:t>.reverse</a:t>
            </a:r>
            <a:r>
              <a:rPr sz="2400" spc="-10" dirty="0">
                <a:solidFill>
                  <a:srgbClr val="008080"/>
                </a:solidFill>
                <a:latin typeface="Consolas"/>
                <a:cs typeface="Consolas"/>
              </a:rPr>
              <a:t>()</a:t>
            </a:r>
            <a:endParaRPr sz="2400" dirty="0">
              <a:latin typeface="Consolas"/>
              <a:cs typeface="Consolas"/>
            </a:endParaRPr>
          </a:p>
          <a:p>
            <a:pPr marL="12700">
              <a:spcBef>
                <a:spcPts val="1700"/>
              </a:spcBef>
              <a:tabLst>
                <a:tab pos="1443355" algn="l"/>
              </a:tabLst>
            </a:pPr>
            <a:r>
              <a:rPr sz="2400" b="1" u="sng" spc="-10" dirty="0">
                <a:solidFill>
                  <a:srgbClr val="0983C0"/>
                </a:solidFill>
                <a:uFill>
                  <a:solidFill>
                    <a:srgbClr val="0983C0"/>
                  </a:solidFill>
                </a:uFill>
                <a:latin typeface="Calibri"/>
                <a:cs typeface="Calibri"/>
              </a:rPr>
              <a:t>Example:</a:t>
            </a:r>
            <a:r>
              <a:rPr sz="2400" b="1" dirty="0">
                <a:solidFill>
                  <a:srgbClr val="0983C0"/>
                </a:solidFill>
                <a:latin typeface="Calibri"/>
                <a:cs typeface="Calibri"/>
              </a:rPr>
              <a:t>	</a:t>
            </a:r>
            <a:r>
              <a:rPr sz="2400" b="1" spc="-10" dirty="0">
                <a:latin typeface="Calibri"/>
                <a:cs typeface="Calibri"/>
              </a:rPr>
              <a:t>reversedemo.py</a:t>
            </a:r>
            <a:endParaRPr sz="2400" dirty="0">
              <a:latin typeface="Calibri"/>
              <a:cs typeface="Calibri"/>
            </a:endParaRPr>
          </a:p>
          <a:p>
            <a:pPr marL="12700">
              <a:spcBef>
                <a:spcPts val="625"/>
              </a:spcBef>
            </a:pPr>
            <a:r>
              <a:rPr sz="2400" spc="-10" dirty="0">
                <a:latin typeface="Consolas"/>
                <a:cs typeface="Consolas"/>
              </a:rPr>
              <a:t>list1=[</a:t>
            </a:r>
            <a:r>
              <a:rPr sz="2400" spc="-10" dirty="0">
                <a:solidFill>
                  <a:srgbClr val="800080"/>
                </a:solidFill>
                <a:latin typeface="Consolas"/>
                <a:cs typeface="Consolas"/>
              </a:rPr>
              <a:t>6</a:t>
            </a:r>
            <a:r>
              <a:rPr sz="2400" spc="-10" dirty="0">
                <a:latin typeface="Consolas"/>
                <a:cs typeface="Consolas"/>
              </a:rPr>
              <a:t>,</a:t>
            </a:r>
            <a:r>
              <a:rPr sz="2400" spc="-10" dirty="0">
                <a:solidFill>
                  <a:srgbClr val="800080"/>
                </a:solidFill>
                <a:latin typeface="Consolas"/>
                <a:cs typeface="Consolas"/>
              </a:rPr>
              <a:t>8</a:t>
            </a:r>
            <a:r>
              <a:rPr sz="2400" spc="-10" dirty="0">
                <a:latin typeface="Consolas"/>
                <a:cs typeface="Consolas"/>
              </a:rPr>
              <a:t>,</a:t>
            </a:r>
            <a:r>
              <a:rPr sz="2400" spc="-10" dirty="0">
                <a:solidFill>
                  <a:srgbClr val="800080"/>
                </a:solidFill>
                <a:latin typeface="Consolas"/>
                <a:cs typeface="Consolas"/>
              </a:rPr>
              <a:t>2</a:t>
            </a:r>
            <a:r>
              <a:rPr sz="2400" spc="-10" dirty="0">
                <a:latin typeface="Consolas"/>
                <a:cs typeface="Consolas"/>
              </a:rPr>
              <a:t>,</a:t>
            </a:r>
            <a:r>
              <a:rPr sz="2400" spc="-10" dirty="0">
                <a:solidFill>
                  <a:srgbClr val="800080"/>
                </a:solidFill>
                <a:latin typeface="Consolas"/>
                <a:cs typeface="Consolas"/>
              </a:rPr>
              <a:t>4</a:t>
            </a:r>
            <a:r>
              <a:rPr sz="2400" spc="-10" dirty="0">
                <a:latin typeface="Consolas"/>
                <a:cs typeface="Consolas"/>
              </a:rPr>
              <a:t>,</a:t>
            </a:r>
            <a:r>
              <a:rPr sz="2400" spc="-10" dirty="0">
                <a:solidFill>
                  <a:srgbClr val="800080"/>
                </a:solidFill>
                <a:latin typeface="Consolas"/>
                <a:cs typeface="Consolas"/>
              </a:rPr>
              <a:t>10</a:t>
            </a:r>
            <a:r>
              <a:rPr sz="2400" spc="-10" dirty="0">
                <a:latin typeface="Consolas"/>
                <a:cs typeface="Consolas"/>
              </a:rPr>
              <a:t>]</a:t>
            </a:r>
            <a:endParaRPr sz="2400" dirty="0">
              <a:latin typeface="Consolas"/>
              <a:cs typeface="Consolas"/>
            </a:endParaRPr>
          </a:p>
          <a:p>
            <a:pPr marL="12700"/>
            <a:r>
              <a:rPr sz="2400" spc="-10" dirty="0">
                <a:latin typeface="Consolas"/>
                <a:cs typeface="Consolas"/>
              </a:rPr>
              <a:t>list1.</a:t>
            </a:r>
            <a:r>
              <a:rPr sz="2400" spc="-10" dirty="0">
                <a:solidFill>
                  <a:srgbClr val="008080"/>
                </a:solidFill>
                <a:latin typeface="Consolas"/>
                <a:cs typeface="Consolas"/>
              </a:rPr>
              <a:t>reverse</a:t>
            </a:r>
            <a:r>
              <a:rPr sz="2400" spc="-10" dirty="0">
                <a:latin typeface="Consolas"/>
                <a:cs typeface="Consolas"/>
              </a:rPr>
              <a:t>()</a:t>
            </a:r>
            <a:endParaRPr sz="2400" dirty="0">
              <a:latin typeface="Consolas"/>
              <a:cs typeface="Consolas"/>
            </a:endParaRPr>
          </a:p>
          <a:p>
            <a:pPr marL="12700" marR="3658870"/>
            <a:r>
              <a:rPr sz="2400" dirty="0">
                <a:solidFill>
                  <a:srgbClr val="0000FF"/>
                </a:solidFill>
                <a:latin typeface="Consolas"/>
                <a:cs typeface="Consolas"/>
              </a:rPr>
              <a:t>print</a:t>
            </a:r>
            <a:r>
              <a:rPr sz="2400" dirty="0">
                <a:latin typeface="Consolas"/>
                <a:cs typeface="Consolas"/>
              </a:rPr>
              <a:t>(</a:t>
            </a:r>
            <a:r>
              <a:rPr sz="2400" dirty="0">
                <a:solidFill>
                  <a:srgbClr val="FF00FF"/>
                </a:solidFill>
                <a:latin typeface="Consolas"/>
                <a:cs typeface="Consolas"/>
              </a:rPr>
              <a:t>"\n</a:t>
            </a:r>
            <a:r>
              <a:rPr sz="2400" spc="-65" dirty="0">
                <a:solidFill>
                  <a:srgbClr val="FF00FF"/>
                </a:solidFill>
                <a:latin typeface="Consolas"/>
                <a:cs typeface="Consolas"/>
              </a:rPr>
              <a:t> </a:t>
            </a:r>
            <a:r>
              <a:rPr sz="2400" dirty="0">
                <a:solidFill>
                  <a:srgbClr val="FF00FF"/>
                </a:solidFill>
                <a:latin typeface="Consolas"/>
                <a:cs typeface="Consolas"/>
              </a:rPr>
              <a:t>After</a:t>
            </a:r>
            <a:r>
              <a:rPr sz="2400" spc="-65" dirty="0">
                <a:solidFill>
                  <a:srgbClr val="FF00FF"/>
                </a:solidFill>
                <a:latin typeface="Consolas"/>
                <a:cs typeface="Consolas"/>
              </a:rPr>
              <a:t> </a:t>
            </a:r>
            <a:r>
              <a:rPr sz="2400" spc="-10" dirty="0">
                <a:solidFill>
                  <a:srgbClr val="FF00FF"/>
                </a:solidFill>
                <a:latin typeface="Consolas"/>
                <a:cs typeface="Consolas"/>
              </a:rPr>
              <a:t>reverse:\n"</a:t>
            </a:r>
            <a:r>
              <a:rPr sz="2400" spc="-10" dirty="0">
                <a:latin typeface="Consolas"/>
                <a:cs typeface="Consolas"/>
              </a:rPr>
              <a:t>) </a:t>
            </a:r>
            <a:r>
              <a:rPr sz="2400" spc="-10" dirty="0">
                <a:solidFill>
                  <a:srgbClr val="0000FF"/>
                </a:solidFill>
                <a:latin typeface="Consolas"/>
                <a:cs typeface="Consolas"/>
              </a:rPr>
              <a:t>print</a:t>
            </a:r>
            <a:r>
              <a:rPr sz="2400" spc="-10" dirty="0">
                <a:latin typeface="Consolas"/>
                <a:cs typeface="Consolas"/>
              </a:rPr>
              <a:t>(list1)</a:t>
            </a:r>
            <a:endParaRPr sz="2400" dirty="0">
              <a:latin typeface="Consolas"/>
              <a:cs typeface="Consolas"/>
            </a:endParaRPr>
          </a:p>
        </p:txBody>
      </p:sp>
      <p:sp>
        <p:nvSpPr>
          <p:cNvPr id="7" name="object 7"/>
          <p:cNvSpPr txBox="1"/>
          <p:nvPr/>
        </p:nvSpPr>
        <p:spPr>
          <a:xfrm>
            <a:off x="5881623" y="4571963"/>
            <a:ext cx="4500880" cy="1754505"/>
          </a:xfrm>
          <a:prstGeom prst="rect">
            <a:avLst/>
          </a:prstGeom>
          <a:ln w="12700">
            <a:solidFill>
              <a:srgbClr val="4F81BC"/>
            </a:solidFill>
          </a:ln>
        </p:spPr>
        <p:txBody>
          <a:bodyPr vert="horz" wrap="square" lIns="0" tIns="26670" rIns="0" bIns="0" rtlCol="0">
            <a:spAutoFit/>
          </a:bodyPr>
          <a:lstStyle/>
          <a:p>
            <a:pPr marL="92075">
              <a:spcBef>
                <a:spcPts val="210"/>
              </a:spcBef>
            </a:pPr>
            <a:r>
              <a:rPr sz="2400" b="1" u="sng" spc="-10">
                <a:solidFill>
                  <a:srgbClr val="FFC000"/>
                </a:solidFill>
                <a:uFill>
                  <a:solidFill>
                    <a:srgbClr val="FFC000"/>
                  </a:solidFill>
                </a:uFill>
                <a:latin typeface="Calibri"/>
                <a:cs typeface="Calibri"/>
              </a:rPr>
              <a:t>Output:</a:t>
            </a:r>
            <a:endParaRPr sz="2400">
              <a:latin typeface="Calibri"/>
              <a:cs typeface="Calibri"/>
            </a:endParaRPr>
          </a:p>
          <a:p>
            <a:pPr marL="92075" marR="1428115">
              <a:lnSpc>
                <a:spcPct val="115399"/>
              </a:lnSpc>
              <a:spcBef>
                <a:spcPts val="555"/>
              </a:spcBef>
            </a:pPr>
            <a:r>
              <a:rPr sz="2400" b="1">
                <a:latin typeface="Calibri"/>
                <a:cs typeface="Calibri"/>
              </a:rPr>
              <a:t>python</a:t>
            </a:r>
            <a:r>
              <a:rPr sz="2400" b="1" spc="-65">
                <a:latin typeface="Calibri"/>
                <a:cs typeface="Calibri"/>
              </a:rPr>
              <a:t> </a:t>
            </a:r>
            <a:r>
              <a:rPr sz="2400" spc="-10">
                <a:latin typeface="Calibri"/>
                <a:cs typeface="Calibri"/>
              </a:rPr>
              <a:t>reversedemo.py </a:t>
            </a:r>
            <a:r>
              <a:rPr sz="2400">
                <a:latin typeface="Calibri"/>
                <a:cs typeface="Calibri"/>
              </a:rPr>
              <a:t>After</a:t>
            </a:r>
            <a:r>
              <a:rPr sz="2400" spc="-70">
                <a:latin typeface="Calibri"/>
                <a:cs typeface="Calibri"/>
              </a:rPr>
              <a:t> </a:t>
            </a:r>
            <a:r>
              <a:rPr sz="2400" spc="-10">
                <a:latin typeface="Calibri"/>
                <a:cs typeface="Calibri"/>
              </a:rPr>
              <a:t>reverse:</a:t>
            </a:r>
            <a:endParaRPr sz="2400">
              <a:latin typeface="Calibri"/>
              <a:cs typeface="Calibri"/>
            </a:endParaRPr>
          </a:p>
          <a:p>
            <a:pPr marL="92075"/>
            <a:r>
              <a:rPr sz="2400" b="1">
                <a:solidFill>
                  <a:srgbClr val="999999"/>
                </a:solidFill>
                <a:latin typeface="Calibri"/>
                <a:cs typeface="Calibri"/>
              </a:rPr>
              <a:t>[</a:t>
            </a:r>
            <a:r>
              <a:rPr sz="2400" b="1">
                <a:solidFill>
                  <a:srgbClr val="990054"/>
                </a:solidFill>
                <a:latin typeface="Calibri"/>
                <a:cs typeface="Calibri"/>
              </a:rPr>
              <a:t>10</a:t>
            </a:r>
            <a:r>
              <a:rPr sz="2400" b="1">
                <a:solidFill>
                  <a:srgbClr val="999999"/>
                </a:solidFill>
                <a:latin typeface="Calibri"/>
                <a:cs typeface="Calibri"/>
              </a:rPr>
              <a:t>,</a:t>
            </a:r>
            <a:r>
              <a:rPr sz="2400" b="1" spc="-20">
                <a:solidFill>
                  <a:srgbClr val="999999"/>
                </a:solidFill>
                <a:latin typeface="Calibri"/>
                <a:cs typeface="Calibri"/>
              </a:rPr>
              <a:t> </a:t>
            </a:r>
            <a:r>
              <a:rPr sz="2400" b="1">
                <a:solidFill>
                  <a:srgbClr val="990054"/>
                </a:solidFill>
                <a:latin typeface="Calibri"/>
                <a:cs typeface="Calibri"/>
              </a:rPr>
              <a:t>4</a:t>
            </a:r>
            <a:r>
              <a:rPr sz="2400" b="1">
                <a:solidFill>
                  <a:srgbClr val="999999"/>
                </a:solidFill>
                <a:latin typeface="Calibri"/>
                <a:cs typeface="Calibri"/>
              </a:rPr>
              <a:t>,</a:t>
            </a:r>
            <a:r>
              <a:rPr sz="2400" b="1" spc="-20">
                <a:solidFill>
                  <a:srgbClr val="999999"/>
                </a:solidFill>
                <a:latin typeface="Calibri"/>
                <a:cs typeface="Calibri"/>
              </a:rPr>
              <a:t> </a:t>
            </a:r>
            <a:r>
              <a:rPr sz="2400" b="1">
                <a:solidFill>
                  <a:srgbClr val="990054"/>
                </a:solidFill>
                <a:latin typeface="Calibri"/>
                <a:cs typeface="Calibri"/>
              </a:rPr>
              <a:t>2</a:t>
            </a:r>
            <a:r>
              <a:rPr sz="2400" b="1">
                <a:solidFill>
                  <a:srgbClr val="999999"/>
                </a:solidFill>
                <a:latin typeface="Calibri"/>
                <a:cs typeface="Calibri"/>
              </a:rPr>
              <a:t>,</a:t>
            </a:r>
            <a:r>
              <a:rPr sz="2400" b="1" spc="-10">
                <a:solidFill>
                  <a:srgbClr val="999999"/>
                </a:solidFill>
                <a:latin typeface="Calibri"/>
                <a:cs typeface="Calibri"/>
              </a:rPr>
              <a:t> </a:t>
            </a:r>
            <a:r>
              <a:rPr sz="2400" b="1">
                <a:solidFill>
                  <a:srgbClr val="990054"/>
                </a:solidFill>
                <a:latin typeface="Calibri"/>
                <a:cs typeface="Calibri"/>
              </a:rPr>
              <a:t>8</a:t>
            </a:r>
            <a:r>
              <a:rPr sz="2400" b="1" spc="-20">
                <a:solidFill>
                  <a:srgbClr val="990054"/>
                </a:solidFill>
                <a:latin typeface="Calibri"/>
                <a:cs typeface="Calibri"/>
              </a:rPr>
              <a:t> </a:t>
            </a:r>
            <a:r>
              <a:rPr sz="2400" b="1">
                <a:solidFill>
                  <a:srgbClr val="999999"/>
                </a:solidFill>
                <a:latin typeface="Calibri"/>
                <a:cs typeface="Calibri"/>
              </a:rPr>
              <a:t>,</a:t>
            </a:r>
            <a:r>
              <a:rPr sz="2400" b="1" spc="-5">
                <a:solidFill>
                  <a:srgbClr val="999999"/>
                </a:solidFill>
                <a:latin typeface="Calibri"/>
                <a:cs typeface="Calibri"/>
              </a:rPr>
              <a:t> </a:t>
            </a:r>
            <a:r>
              <a:rPr sz="2400" b="1" spc="-25">
                <a:solidFill>
                  <a:srgbClr val="990054"/>
                </a:solidFill>
                <a:latin typeface="Calibri"/>
                <a:cs typeface="Calibri"/>
              </a:rPr>
              <a:t>6</a:t>
            </a:r>
            <a:r>
              <a:rPr sz="2400" b="1" spc="-25">
                <a:solidFill>
                  <a:srgbClr val="999999"/>
                </a:solidFill>
                <a:latin typeface="Calibri"/>
                <a:cs typeface="Calibri"/>
              </a:rPr>
              <a:t>]</a:t>
            </a:r>
            <a:endParaRPr sz="2400">
              <a:latin typeface="Calibri"/>
              <a:cs typeface="Calibri"/>
            </a:endParaRPr>
          </a:p>
        </p:txBody>
      </p:sp>
      <p:sp>
        <p:nvSpPr>
          <p:cNvPr id="8" name="Slide Number Placeholder 7">
            <a:extLst>
              <a:ext uri="{FF2B5EF4-FFF2-40B4-BE49-F238E27FC236}">
                <a16:creationId xmlns:a16="http://schemas.microsoft.com/office/drawing/2014/main" id="{83B1AB7C-A741-33BB-00E0-BC166AD91DB7}"/>
              </a:ext>
            </a:extLst>
          </p:cNvPr>
          <p:cNvSpPr>
            <a:spLocks noGrp="1"/>
          </p:cNvSpPr>
          <p:nvPr>
            <p:ph type="sldNum" sz="quarter" idx="7"/>
          </p:nvPr>
        </p:nvSpPr>
        <p:spPr/>
        <p:txBody>
          <a:bodyPr/>
          <a:lstStyle/>
          <a:p>
            <a:fld id="{B6F15528-21DE-4FAA-801E-634DDDAF4B2B}" type="slidenum">
              <a:rPr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8718" y="44578"/>
            <a:ext cx="8023860" cy="505267"/>
          </a:xfrm>
          <a:prstGeom prst="rect">
            <a:avLst/>
          </a:prstGeom>
        </p:spPr>
        <p:txBody>
          <a:bodyPr vert="horz" wrap="square" lIns="0" tIns="12700" rIns="0" bIns="0" rtlCol="0">
            <a:spAutoFit/>
          </a:bodyPr>
          <a:lstStyle/>
          <a:p>
            <a:pPr marL="12700">
              <a:spcBef>
                <a:spcPts val="100"/>
              </a:spcBef>
            </a:pPr>
            <a:r>
              <a:t>List</a:t>
            </a:r>
            <a:r>
              <a:rPr spc="-15"/>
              <a:t> </a:t>
            </a:r>
            <a:r>
              <a:t>Functions</a:t>
            </a:r>
            <a:r>
              <a:rPr spc="-45"/>
              <a:t> </a:t>
            </a:r>
            <a:r>
              <a:t>&amp;</a:t>
            </a:r>
            <a:r>
              <a:rPr spc="-10"/>
              <a:t> </a:t>
            </a:r>
            <a:r>
              <a:t>Methods</a:t>
            </a:r>
            <a:r>
              <a:rPr spc="-35"/>
              <a:t> </a:t>
            </a:r>
            <a:r>
              <a:rPr>
                <a:solidFill>
                  <a:srgbClr val="000000"/>
                </a:solidFill>
              </a:rPr>
              <a:t>in</a:t>
            </a:r>
            <a:r>
              <a:rPr spc="-35">
                <a:solidFill>
                  <a:srgbClr val="000000"/>
                </a:solidFill>
              </a:rPr>
              <a:t> </a:t>
            </a:r>
            <a:r>
              <a:rPr spc="-10">
                <a:solidFill>
                  <a:srgbClr val="0983C0"/>
                </a:solidFill>
              </a:rPr>
              <a:t>Python</a:t>
            </a:r>
          </a:p>
        </p:txBody>
      </p:sp>
      <p:sp>
        <p:nvSpPr>
          <p:cNvPr id="3" name="object 3"/>
          <p:cNvSpPr txBox="1"/>
          <p:nvPr/>
        </p:nvSpPr>
        <p:spPr>
          <a:xfrm>
            <a:off x="9300718" y="222884"/>
            <a:ext cx="593090" cy="299720"/>
          </a:xfrm>
          <a:prstGeom prst="rect">
            <a:avLst/>
          </a:prstGeom>
        </p:spPr>
        <p:txBody>
          <a:bodyPr vert="horz" wrap="square" lIns="0" tIns="12700" rIns="0" bIns="0" rtlCol="0">
            <a:spAutoFit/>
          </a:bodyPr>
          <a:lstStyle/>
          <a:p>
            <a:pPr marL="12700">
              <a:spcBef>
                <a:spcPts val="100"/>
              </a:spcBef>
            </a:pPr>
            <a:r>
              <a:rPr b="1" spc="-10">
                <a:latin typeface="Calibri"/>
                <a:cs typeface="Calibri"/>
              </a:rPr>
              <a:t>Cont..</a:t>
            </a:r>
            <a:endParaRPr>
              <a:latin typeface="Calibri"/>
              <a:cs typeface="Calibri"/>
            </a:endParaRPr>
          </a:p>
        </p:txBody>
      </p:sp>
      <p:sp>
        <p:nvSpPr>
          <p:cNvPr id="4" name="object 4"/>
          <p:cNvSpPr/>
          <p:nvPr/>
        </p:nvSpPr>
        <p:spPr>
          <a:xfrm>
            <a:off x="1524000" y="642874"/>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sp>
        <p:nvSpPr>
          <p:cNvPr id="5" name="object 5"/>
          <p:cNvSpPr/>
          <p:nvPr/>
        </p:nvSpPr>
        <p:spPr>
          <a:xfrm>
            <a:off x="1809725" y="2984627"/>
            <a:ext cx="4929505" cy="2385695"/>
          </a:xfrm>
          <a:custGeom>
            <a:avLst/>
            <a:gdLst/>
            <a:ahLst/>
            <a:cxnLst/>
            <a:rect l="l" t="t" r="r" b="b"/>
            <a:pathLst>
              <a:path w="4929505" h="2385695">
                <a:moveTo>
                  <a:pt x="0" y="2385314"/>
                </a:moveTo>
                <a:lnTo>
                  <a:pt x="4929251" y="2385314"/>
                </a:lnTo>
                <a:lnTo>
                  <a:pt x="4929251" y="0"/>
                </a:lnTo>
                <a:lnTo>
                  <a:pt x="0" y="0"/>
                </a:lnTo>
                <a:lnTo>
                  <a:pt x="0" y="2385314"/>
                </a:lnTo>
                <a:close/>
              </a:path>
            </a:pathLst>
          </a:custGeom>
          <a:ln w="12700">
            <a:solidFill>
              <a:srgbClr val="4F81BC"/>
            </a:solidFill>
          </a:ln>
        </p:spPr>
        <p:txBody>
          <a:bodyPr wrap="square" lIns="0" tIns="0" rIns="0" bIns="0" rtlCol="0"/>
          <a:lstStyle/>
          <a:p>
            <a:endParaRPr/>
          </a:p>
        </p:txBody>
      </p:sp>
      <p:sp>
        <p:nvSpPr>
          <p:cNvPr id="6" name="object 6"/>
          <p:cNvSpPr txBox="1"/>
          <p:nvPr/>
        </p:nvSpPr>
        <p:spPr>
          <a:xfrm>
            <a:off x="1888642" y="587159"/>
            <a:ext cx="8702040" cy="2802890"/>
          </a:xfrm>
          <a:prstGeom prst="rect">
            <a:avLst/>
          </a:prstGeom>
        </p:spPr>
        <p:txBody>
          <a:bodyPr vert="horz" wrap="square" lIns="0" tIns="86995" rIns="0" bIns="0" rtlCol="0" anchor="t">
            <a:spAutoFit/>
          </a:bodyPr>
          <a:lstStyle/>
          <a:p>
            <a:pPr marL="12700" algn="just">
              <a:spcBef>
                <a:spcPts val="685"/>
              </a:spcBef>
            </a:pPr>
            <a:r>
              <a:rPr sz="2600" b="1" u="sng" dirty="0">
                <a:solidFill>
                  <a:srgbClr val="0983C0"/>
                </a:solidFill>
                <a:uFill>
                  <a:solidFill>
                    <a:srgbClr val="0983C0"/>
                  </a:solidFill>
                </a:uFill>
                <a:latin typeface="Malgun Gothic"/>
                <a:cs typeface="Malgun Gothic"/>
              </a:rPr>
              <a:t>☞</a:t>
            </a:r>
            <a:r>
              <a:rPr sz="2600" b="1" u="sng" spc="-330" dirty="0">
                <a:solidFill>
                  <a:srgbClr val="0983C0"/>
                </a:solidFill>
                <a:uFill>
                  <a:solidFill>
                    <a:srgbClr val="0983C0"/>
                  </a:solidFill>
                </a:uFill>
                <a:latin typeface="Malgun Gothic"/>
                <a:cs typeface="Malgun Gothic"/>
              </a:rPr>
              <a:t> </a:t>
            </a:r>
            <a:r>
              <a:rPr sz="2600" b="1" u="sng" spc="-10" dirty="0">
                <a:solidFill>
                  <a:srgbClr val="0983C0"/>
                </a:solidFill>
                <a:uFill>
                  <a:solidFill>
                    <a:srgbClr val="0983C0"/>
                  </a:solidFill>
                </a:uFill>
                <a:latin typeface="Calibri"/>
                <a:cs typeface="Calibri"/>
              </a:rPr>
              <a:t>count():</a:t>
            </a:r>
            <a:endParaRPr sz="2600" dirty="0">
              <a:latin typeface="Calibri"/>
              <a:cs typeface="Calibri"/>
            </a:endParaRPr>
          </a:p>
          <a:p>
            <a:pPr marL="353060" marR="5080" indent="-340360" algn="just">
              <a:spcBef>
                <a:spcPts val="535"/>
              </a:spcBef>
              <a:buFont typeface="Arial MT"/>
              <a:buChar char="•"/>
              <a:tabLst>
                <a:tab pos="355600" algn="l"/>
              </a:tabLst>
            </a:pPr>
            <a:r>
              <a:rPr sz="2400">
                <a:latin typeface="Calibri"/>
                <a:cs typeface="Calibri"/>
              </a:rPr>
              <a:t>In</a:t>
            </a:r>
            <a:r>
              <a:rPr sz="2400" spc="-45" dirty="0">
                <a:latin typeface="Calibri"/>
                <a:cs typeface="Calibri"/>
              </a:rPr>
              <a:t> </a:t>
            </a:r>
            <a:r>
              <a:rPr sz="2400">
                <a:latin typeface="Calibri"/>
                <a:cs typeface="Calibri"/>
              </a:rPr>
              <a:t>python,</a:t>
            </a:r>
            <a:r>
              <a:rPr sz="2400" spc="-45" dirty="0">
                <a:latin typeface="Calibri"/>
                <a:cs typeface="Calibri"/>
              </a:rPr>
              <a:t> </a:t>
            </a:r>
            <a:r>
              <a:rPr sz="2400">
                <a:latin typeface="Calibri"/>
                <a:cs typeface="Calibri"/>
              </a:rPr>
              <a:t>count()</a:t>
            </a:r>
            <a:r>
              <a:rPr sz="2400" spc="-35" dirty="0">
                <a:latin typeface="Calibri"/>
                <a:cs typeface="Calibri"/>
              </a:rPr>
              <a:t> </a:t>
            </a:r>
            <a:r>
              <a:rPr sz="2400">
                <a:latin typeface="Calibri"/>
                <a:cs typeface="Calibri"/>
              </a:rPr>
              <a:t>method</a:t>
            </a:r>
            <a:r>
              <a:rPr sz="2400" spc="-40" dirty="0">
                <a:latin typeface="Calibri"/>
                <a:cs typeface="Calibri"/>
              </a:rPr>
              <a:t> </a:t>
            </a:r>
            <a:r>
              <a:rPr sz="2400">
                <a:latin typeface="Calibri"/>
                <a:cs typeface="Calibri"/>
              </a:rPr>
              <a:t>returns</a:t>
            </a:r>
            <a:r>
              <a:rPr sz="2400" spc="-35" dirty="0">
                <a:latin typeface="Calibri"/>
                <a:cs typeface="Calibri"/>
              </a:rPr>
              <a:t> </a:t>
            </a:r>
            <a:r>
              <a:rPr sz="2400">
                <a:latin typeface="Calibri"/>
                <a:cs typeface="Calibri"/>
              </a:rPr>
              <a:t>the</a:t>
            </a:r>
            <a:r>
              <a:rPr sz="2400" spc="-35" dirty="0">
                <a:latin typeface="Calibri"/>
                <a:cs typeface="Calibri"/>
              </a:rPr>
              <a:t> </a:t>
            </a:r>
            <a:r>
              <a:rPr sz="2400">
                <a:latin typeface="Calibri"/>
                <a:cs typeface="Calibri"/>
              </a:rPr>
              <a:t>number</a:t>
            </a:r>
            <a:r>
              <a:rPr sz="2400" spc="-35" dirty="0">
                <a:latin typeface="Calibri"/>
                <a:cs typeface="Calibri"/>
              </a:rPr>
              <a:t> </a:t>
            </a:r>
            <a:r>
              <a:rPr sz="2400">
                <a:latin typeface="Calibri"/>
                <a:cs typeface="Calibri"/>
              </a:rPr>
              <a:t>of</a:t>
            </a:r>
            <a:r>
              <a:rPr sz="2400" spc="-40" dirty="0">
                <a:latin typeface="Calibri"/>
                <a:cs typeface="Calibri"/>
              </a:rPr>
              <a:t> </a:t>
            </a:r>
            <a:r>
              <a:rPr sz="2400">
                <a:latin typeface="Calibri"/>
                <a:cs typeface="Calibri"/>
              </a:rPr>
              <a:t>times</a:t>
            </a:r>
            <a:r>
              <a:rPr sz="2400" spc="-30" dirty="0">
                <a:latin typeface="Calibri"/>
                <a:cs typeface="Calibri"/>
              </a:rPr>
              <a:t> </a:t>
            </a:r>
            <a:r>
              <a:rPr sz="2400">
                <a:latin typeface="Calibri"/>
                <a:cs typeface="Calibri"/>
              </a:rPr>
              <a:t>an</a:t>
            </a:r>
            <a:r>
              <a:rPr sz="2400" spc="-50" dirty="0">
                <a:latin typeface="Calibri"/>
                <a:cs typeface="Calibri"/>
              </a:rPr>
              <a:t> </a:t>
            </a:r>
            <a:r>
              <a:rPr sz="2400" spc="-10">
                <a:latin typeface="Calibri"/>
                <a:cs typeface="Calibri"/>
              </a:rPr>
              <a:t>element </a:t>
            </a:r>
            <a:r>
              <a:rPr sz="2400" spc="-10" dirty="0">
                <a:latin typeface="Calibri"/>
                <a:cs typeface="Calibri"/>
              </a:rPr>
              <a:t>	</a:t>
            </a:r>
            <a:r>
              <a:rPr sz="2400">
                <a:latin typeface="Calibri"/>
                <a:cs typeface="Calibri"/>
              </a:rPr>
              <a:t>appears</a:t>
            </a:r>
            <a:r>
              <a:rPr sz="2400" spc="515" dirty="0">
                <a:latin typeface="Calibri"/>
                <a:cs typeface="Calibri"/>
              </a:rPr>
              <a:t> </a:t>
            </a:r>
            <a:r>
              <a:rPr sz="2400">
                <a:latin typeface="Calibri"/>
                <a:cs typeface="Calibri"/>
              </a:rPr>
              <a:t>in</a:t>
            </a:r>
            <a:r>
              <a:rPr sz="2400" spc="525" dirty="0">
                <a:latin typeface="Calibri"/>
                <a:cs typeface="Calibri"/>
              </a:rPr>
              <a:t> </a:t>
            </a:r>
            <a:r>
              <a:rPr sz="2400">
                <a:latin typeface="Calibri"/>
                <a:cs typeface="Calibri"/>
              </a:rPr>
              <a:t>the</a:t>
            </a:r>
            <a:r>
              <a:rPr sz="2400" spc="535" dirty="0">
                <a:latin typeface="Calibri"/>
                <a:cs typeface="Calibri"/>
              </a:rPr>
              <a:t> </a:t>
            </a:r>
            <a:r>
              <a:rPr sz="2400">
                <a:latin typeface="Calibri"/>
                <a:cs typeface="Calibri"/>
              </a:rPr>
              <a:t>list.</a:t>
            </a:r>
            <a:r>
              <a:rPr sz="2400" spc="530" dirty="0">
                <a:latin typeface="Calibri"/>
                <a:cs typeface="Calibri"/>
              </a:rPr>
              <a:t> </a:t>
            </a:r>
            <a:r>
              <a:rPr sz="2400">
                <a:latin typeface="Calibri"/>
                <a:cs typeface="Calibri"/>
              </a:rPr>
              <a:t>If</a:t>
            </a:r>
            <a:r>
              <a:rPr sz="2400" spc="525" dirty="0">
                <a:latin typeface="Calibri"/>
                <a:cs typeface="Calibri"/>
              </a:rPr>
              <a:t> </a:t>
            </a:r>
            <a:r>
              <a:rPr sz="2400">
                <a:latin typeface="Calibri"/>
                <a:cs typeface="Calibri"/>
              </a:rPr>
              <a:t>the</a:t>
            </a:r>
            <a:r>
              <a:rPr sz="2400" spc="535" dirty="0">
                <a:latin typeface="Calibri"/>
                <a:cs typeface="Calibri"/>
              </a:rPr>
              <a:t> </a:t>
            </a:r>
            <a:r>
              <a:rPr sz="2400">
                <a:latin typeface="Calibri"/>
                <a:cs typeface="Calibri"/>
              </a:rPr>
              <a:t>element</a:t>
            </a:r>
            <a:r>
              <a:rPr sz="2400" spc="530" dirty="0">
                <a:latin typeface="Calibri"/>
                <a:cs typeface="Calibri"/>
              </a:rPr>
              <a:t> </a:t>
            </a:r>
            <a:r>
              <a:rPr sz="2400">
                <a:latin typeface="Calibri"/>
                <a:cs typeface="Calibri"/>
              </a:rPr>
              <a:t>is</a:t>
            </a:r>
            <a:r>
              <a:rPr sz="2400" spc="535" dirty="0">
                <a:latin typeface="Calibri"/>
                <a:cs typeface="Calibri"/>
              </a:rPr>
              <a:t> </a:t>
            </a:r>
            <a:r>
              <a:rPr sz="2400">
                <a:latin typeface="Calibri"/>
                <a:cs typeface="Calibri"/>
              </a:rPr>
              <a:t>not</a:t>
            </a:r>
            <a:r>
              <a:rPr sz="2400" spc="520" dirty="0">
                <a:latin typeface="Calibri"/>
                <a:cs typeface="Calibri"/>
              </a:rPr>
              <a:t> </a:t>
            </a:r>
            <a:r>
              <a:rPr sz="2400">
                <a:latin typeface="Calibri"/>
                <a:cs typeface="Calibri"/>
              </a:rPr>
              <a:t>present</a:t>
            </a:r>
            <a:r>
              <a:rPr sz="2400" spc="535" dirty="0">
                <a:latin typeface="Calibri"/>
                <a:cs typeface="Calibri"/>
              </a:rPr>
              <a:t> </a:t>
            </a:r>
            <a:r>
              <a:rPr sz="2400">
                <a:latin typeface="Calibri"/>
                <a:cs typeface="Calibri"/>
              </a:rPr>
              <a:t>in</a:t>
            </a:r>
            <a:r>
              <a:rPr sz="2400" spc="525" dirty="0">
                <a:latin typeface="Calibri"/>
                <a:cs typeface="Calibri"/>
              </a:rPr>
              <a:t> </a:t>
            </a:r>
            <a:r>
              <a:rPr sz="2400">
                <a:latin typeface="Calibri"/>
                <a:cs typeface="Calibri"/>
              </a:rPr>
              <a:t>the</a:t>
            </a:r>
            <a:r>
              <a:rPr sz="2400" spc="535" dirty="0">
                <a:latin typeface="Calibri"/>
                <a:cs typeface="Calibri"/>
              </a:rPr>
              <a:t> </a:t>
            </a:r>
            <a:r>
              <a:rPr sz="2400">
                <a:latin typeface="Calibri"/>
                <a:cs typeface="Calibri"/>
              </a:rPr>
              <a:t>list,</a:t>
            </a:r>
            <a:r>
              <a:rPr sz="2400" spc="530" dirty="0">
                <a:latin typeface="Calibri"/>
                <a:cs typeface="Calibri"/>
              </a:rPr>
              <a:t> </a:t>
            </a:r>
            <a:r>
              <a:rPr sz="2400" spc="-25">
                <a:latin typeface="Calibri"/>
                <a:cs typeface="Calibri"/>
              </a:rPr>
              <a:t>it </a:t>
            </a:r>
            <a:r>
              <a:rPr sz="2400" spc="-25" dirty="0">
                <a:latin typeface="Calibri"/>
                <a:cs typeface="Calibri"/>
              </a:rPr>
              <a:t>	</a:t>
            </a:r>
            <a:r>
              <a:rPr sz="2400" spc="-10">
                <a:latin typeface="Calibri"/>
                <a:cs typeface="Calibri"/>
              </a:rPr>
              <a:t>returns</a:t>
            </a:r>
            <a:r>
              <a:rPr sz="2400" spc="-80" dirty="0">
                <a:latin typeface="Calibri"/>
                <a:cs typeface="Calibri"/>
              </a:rPr>
              <a:t> </a:t>
            </a:r>
            <a:r>
              <a:rPr sz="2400" spc="-25">
                <a:latin typeface="Calibri"/>
                <a:cs typeface="Calibri"/>
              </a:rPr>
              <a:t>0.</a:t>
            </a:r>
            <a:endParaRPr sz="2400">
              <a:latin typeface="Calibri"/>
              <a:cs typeface="Calibri"/>
            </a:endParaRPr>
          </a:p>
          <a:p>
            <a:pPr marL="12700" algn="just">
              <a:spcBef>
                <a:spcPts val="590"/>
              </a:spcBef>
              <a:tabLst>
                <a:tab pos="1840864" algn="l"/>
              </a:tabLst>
            </a:pPr>
            <a:r>
              <a:rPr sz="2400" b="1" u="sng" dirty="0">
                <a:uFill>
                  <a:solidFill>
                    <a:srgbClr val="000000"/>
                  </a:solidFill>
                </a:uFill>
                <a:latin typeface="Calibri"/>
                <a:cs typeface="Calibri"/>
              </a:rPr>
              <a:t>Syntax:</a:t>
            </a:r>
            <a:r>
              <a:rPr lang="en-US" sz="2400" spc="-10" dirty="0">
                <a:solidFill>
                  <a:srgbClr val="FF0000"/>
                </a:solidFill>
                <a:latin typeface="Consolas"/>
                <a:cs typeface="Calibri"/>
              </a:rPr>
              <a:t>     </a:t>
            </a:r>
            <a:r>
              <a:rPr lang="en-US" sz="2400" spc="-10" dirty="0" err="1">
                <a:solidFill>
                  <a:srgbClr val="FF0000"/>
                </a:solidFill>
                <a:latin typeface="Consolas"/>
                <a:cs typeface="Calibri"/>
              </a:rPr>
              <a:t>my_list</a:t>
            </a:r>
            <a:r>
              <a:rPr sz="2400" spc="-10" dirty="0" err="1">
                <a:solidFill>
                  <a:srgbClr val="008080"/>
                </a:solidFill>
                <a:latin typeface="Consolas"/>
                <a:cs typeface="Consolas"/>
              </a:rPr>
              <a:t>.count</a:t>
            </a:r>
            <a:r>
              <a:rPr sz="2400" spc="-10" dirty="0">
                <a:solidFill>
                  <a:srgbClr val="008080"/>
                </a:solidFill>
                <a:latin typeface="Consolas"/>
                <a:cs typeface="Consolas"/>
              </a:rPr>
              <a:t>(</a:t>
            </a:r>
            <a:r>
              <a:rPr sz="2400" spc="-10" dirty="0">
                <a:latin typeface="Consolas"/>
                <a:cs typeface="Consolas"/>
              </a:rPr>
              <a:t>item</a:t>
            </a:r>
            <a:r>
              <a:rPr sz="2400" spc="-10" dirty="0">
                <a:solidFill>
                  <a:srgbClr val="008080"/>
                </a:solidFill>
                <a:latin typeface="Consolas"/>
                <a:cs typeface="Consolas"/>
              </a:rPr>
              <a:t>)</a:t>
            </a:r>
            <a:endParaRPr sz="2400" dirty="0">
              <a:latin typeface="Consolas"/>
              <a:cs typeface="Consolas"/>
            </a:endParaRPr>
          </a:p>
          <a:p>
            <a:pPr marL="12700" algn="just">
              <a:spcBef>
                <a:spcPts val="2635"/>
              </a:spcBef>
            </a:pPr>
            <a:r>
              <a:rPr sz="2400" b="1" u="sng" dirty="0">
                <a:solidFill>
                  <a:srgbClr val="0983C0"/>
                </a:solidFill>
                <a:uFill>
                  <a:solidFill>
                    <a:srgbClr val="0983C0"/>
                  </a:solidFill>
                </a:uFill>
                <a:latin typeface="Calibri"/>
                <a:cs typeface="Calibri"/>
              </a:rPr>
              <a:t>Example:</a:t>
            </a:r>
            <a:r>
              <a:rPr sz="2400" b="1" spc="455" dirty="0">
                <a:solidFill>
                  <a:srgbClr val="0983C0"/>
                </a:solidFill>
                <a:latin typeface="Calibri"/>
                <a:cs typeface="Calibri"/>
              </a:rPr>
              <a:t>  </a:t>
            </a:r>
            <a:r>
              <a:rPr sz="2400" b="1" spc="-10" dirty="0">
                <a:latin typeface="Calibri"/>
                <a:cs typeface="Calibri"/>
              </a:rPr>
              <a:t>countdemo.py</a:t>
            </a:r>
            <a:endParaRPr sz="2400" dirty="0">
              <a:latin typeface="Calibri"/>
              <a:cs typeface="Calibri"/>
            </a:endParaRPr>
          </a:p>
        </p:txBody>
      </p:sp>
      <p:sp>
        <p:nvSpPr>
          <p:cNvPr id="7" name="object 7"/>
          <p:cNvSpPr txBox="1"/>
          <p:nvPr/>
        </p:nvSpPr>
        <p:spPr>
          <a:xfrm>
            <a:off x="1901342" y="3443733"/>
            <a:ext cx="4718050" cy="1854835"/>
          </a:xfrm>
          <a:prstGeom prst="rect">
            <a:avLst/>
          </a:prstGeom>
        </p:spPr>
        <p:txBody>
          <a:bodyPr vert="horz" wrap="square" lIns="0" tIns="12700" rIns="0" bIns="0" rtlCol="0">
            <a:spAutoFit/>
          </a:bodyPr>
          <a:lstStyle/>
          <a:p>
            <a:pPr>
              <a:spcBef>
                <a:spcPts val="100"/>
              </a:spcBef>
            </a:pPr>
            <a:r>
              <a:rPr sz="2400" spc="-10">
                <a:latin typeface="Consolas"/>
                <a:cs typeface="Consolas"/>
              </a:rPr>
              <a:t>num=[</a:t>
            </a:r>
            <a:r>
              <a:rPr sz="2400" spc="-10">
                <a:solidFill>
                  <a:srgbClr val="800080"/>
                </a:solidFill>
                <a:latin typeface="Consolas"/>
                <a:cs typeface="Consolas"/>
              </a:rPr>
              <a:t>1</a:t>
            </a:r>
            <a:r>
              <a:rPr sz="2400" spc="-10">
                <a:latin typeface="Consolas"/>
                <a:cs typeface="Consolas"/>
              </a:rPr>
              <a:t>,</a:t>
            </a:r>
            <a:r>
              <a:rPr sz="2400" spc="-10">
                <a:solidFill>
                  <a:srgbClr val="800080"/>
                </a:solidFill>
                <a:latin typeface="Consolas"/>
                <a:cs typeface="Consolas"/>
              </a:rPr>
              <a:t>2</a:t>
            </a:r>
            <a:r>
              <a:rPr sz="2400" spc="-10">
                <a:latin typeface="Consolas"/>
                <a:cs typeface="Consolas"/>
              </a:rPr>
              <a:t>,</a:t>
            </a:r>
            <a:r>
              <a:rPr sz="2400" spc="-10">
                <a:solidFill>
                  <a:srgbClr val="800080"/>
                </a:solidFill>
                <a:latin typeface="Consolas"/>
                <a:cs typeface="Consolas"/>
              </a:rPr>
              <a:t>3</a:t>
            </a:r>
            <a:r>
              <a:rPr sz="2400" spc="-10">
                <a:latin typeface="Consolas"/>
                <a:cs typeface="Consolas"/>
              </a:rPr>
              <a:t>,</a:t>
            </a:r>
            <a:r>
              <a:rPr sz="2400" spc="-10">
                <a:solidFill>
                  <a:srgbClr val="800080"/>
                </a:solidFill>
                <a:latin typeface="Consolas"/>
                <a:cs typeface="Consolas"/>
              </a:rPr>
              <a:t>4</a:t>
            </a:r>
            <a:r>
              <a:rPr sz="2400" spc="-10">
                <a:latin typeface="Consolas"/>
                <a:cs typeface="Consolas"/>
              </a:rPr>
              <a:t>,</a:t>
            </a:r>
            <a:r>
              <a:rPr sz="2400" spc="-10">
                <a:solidFill>
                  <a:srgbClr val="800080"/>
                </a:solidFill>
                <a:latin typeface="Consolas"/>
                <a:cs typeface="Consolas"/>
              </a:rPr>
              <a:t>3</a:t>
            </a:r>
            <a:r>
              <a:rPr sz="2400" spc="-10">
                <a:latin typeface="Consolas"/>
                <a:cs typeface="Consolas"/>
              </a:rPr>
              <a:t>,</a:t>
            </a:r>
            <a:r>
              <a:rPr sz="2400" spc="-10">
                <a:solidFill>
                  <a:srgbClr val="800080"/>
                </a:solidFill>
                <a:latin typeface="Consolas"/>
                <a:cs typeface="Consolas"/>
              </a:rPr>
              <a:t>2</a:t>
            </a:r>
            <a:r>
              <a:rPr sz="2400" spc="-10">
                <a:latin typeface="Consolas"/>
                <a:cs typeface="Consolas"/>
              </a:rPr>
              <a:t>,</a:t>
            </a:r>
            <a:r>
              <a:rPr sz="2400" spc="-10">
                <a:solidFill>
                  <a:srgbClr val="800080"/>
                </a:solidFill>
                <a:latin typeface="Consolas"/>
                <a:cs typeface="Consolas"/>
              </a:rPr>
              <a:t>2</a:t>
            </a:r>
            <a:r>
              <a:rPr sz="2400" spc="-10">
                <a:latin typeface="Consolas"/>
                <a:cs typeface="Consolas"/>
              </a:rPr>
              <a:t>,</a:t>
            </a:r>
            <a:r>
              <a:rPr sz="2400" spc="-10">
                <a:solidFill>
                  <a:srgbClr val="800080"/>
                </a:solidFill>
                <a:latin typeface="Consolas"/>
                <a:cs typeface="Consolas"/>
              </a:rPr>
              <a:t>1</a:t>
            </a:r>
            <a:r>
              <a:rPr sz="2400" spc="-10">
                <a:latin typeface="Consolas"/>
                <a:cs typeface="Consolas"/>
              </a:rPr>
              <a:t>,</a:t>
            </a:r>
            <a:r>
              <a:rPr sz="2400" spc="-10">
                <a:solidFill>
                  <a:srgbClr val="800080"/>
                </a:solidFill>
                <a:latin typeface="Consolas"/>
                <a:cs typeface="Consolas"/>
              </a:rPr>
              <a:t>4</a:t>
            </a:r>
            <a:r>
              <a:rPr sz="2400" spc="-10">
                <a:latin typeface="Consolas"/>
                <a:cs typeface="Consolas"/>
              </a:rPr>
              <a:t>,</a:t>
            </a:r>
            <a:r>
              <a:rPr sz="2400" spc="-10">
                <a:solidFill>
                  <a:srgbClr val="800080"/>
                </a:solidFill>
                <a:latin typeface="Consolas"/>
                <a:cs typeface="Consolas"/>
              </a:rPr>
              <a:t>5</a:t>
            </a:r>
            <a:r>
              <a:rPr sz="2400" spc="-10">
                <a:latin typeface="Consolas"/>
                <a:cs typeface="Consolas"/>
              </a:rPr>
              <a:t>,</a:t>
            </a:r>
            <a:r>
              <a:rPr sz="2400" spc="-10">
                <a:solidFill>
                  <a:srgbClr val="800080"/>
                </a:solidFill>
                <a:latin typeface="Consolas"/>
                <a:cs typeface="Consolas"/>
              </a:rPr>
              <a:t>8</a:t>
            </a:r>
            <a:r>
              <a:rPr sz="2400" spc="-10">
                <a:latin typeface="Consolas"/>
                <a:cs typeface="Consolas"/>
              </a:rPr>
              <a:t>]</a:t>
            </a:r>
            <a:endParaRPr sz="2400">
              <a:latin typeface="Consolas"/>
              <a:cs typeface="Consolas"/>
            </a:endParaRPr>
          </a:p>
          <a:p>
            <a:pPr marR="5080"/>
            <a:r>
              <a:rPr sz="2400" spc="-10">
                <a:latin typeface="Consolas"/>
                <a:cs typeface="Consolas"/>
              </a:rPr>
              <a:t>cnt=num.</a:t>
            </a:r>
            <a:r>
              <a:rPr sz="2400" spc="-10">
                <a:solidFill>
                  <a:srgbClr val="008080"/>
                </a:solidFill>
                <a:latin typeface="Consolas"/>
                <a:cs typeface="Consolas"/>
              </a:rPr>
              <a:t>count</a:t>
            </a:r>
            <a:r>
              <a:rPr sz="2400" spc="-10">
                <a:latin typeface="Consolas"/>
                <a:cs typeface="Consolas"/>
              </a:rPr>
              <a:t>(</a:t>
            </a:r>
            <a:r>
              <a:rPr sz="2400" spc="-10">
                <a:solidFill>
                  <a:srgbClr val="800080"/>
                </a:solidFill>
                <a:latin typeface="Consolas"/>
                <a:cs typeface="Consolas"/>
              </a:rPr>
              <a:t>2</a:t>
            </a:r>
            <a:r>
              <a:rPr sz="2400" spc="-10">
                <a:latin typeface="Consolas"/>
                <a:cs typeface="Consolas"/>
              </a:rPr>
              <a:t>) </a:t>
            </a:r>
            <a:r>
              <a:rPr sz="2400">
                <a:solidFill>
                  <a:srgbClr val="0000FF"/>
                </a:solidFill>
                <a:latin typeface="Consolas"/>
                <a:cs typeface="Consolas"/>
              </a:rPr>
              <a:t>print</a:t>
            </a:r>
            <a:r>
              <a:rPr sz="2400">
                <a:latin typeface="Consolas"/>
                <a:cs typeface="Consolas"/>
              </a:rPr>
              <a:t>(</a:t>
            </a:r>
            <a:r>
              <a:rPr sz="2400">
                <a:solidFill>
                  <a:srgbClr val="FF00FF"/>
                </a:solidFill>
                <a:latin typeface="Consolas"/>
                <a:cs typeface="Consolas"/>
              </a:rPr>
              <a:t>"Count</a:t>
            </a:r>
            <a:r>
              <a:rPr sz="2400" spc="-25">
                <a:solidFill>
                  <a:srgbClr val="FF00FF"/>
                </a:solidFill>
                <a:latin typeface="Consolas"/>
                <a:cs typeface="Consolas"/>
              </a:rPr>
              <a:t> </a:t>
            </a:r>
            <a:r>
              <a:rPr sz="2400">
                <a:solidFill>
                  <a:srgbClr val="FF00FF"/>
                </a:solidFill>
                <a:latin typeface="Consolas"/>
                <a:cs typeface="Consolas"/>
              </a:rPr>
              <a:t>of</a:t>
            </a:r>
            <a:r>
              <a:rPr sz="2400" spc="-45">
                <a:solidFill>
                  <a:srgbClr val="FF00FF"/>
                </a:solidFill>
                <a:latin typeface="Consolas"/>
                <a:cs typeface="Consolas"/>
              </a:rPr>
              <a:t> </a:t>
            </a:r>
            <a:r>
              <a:rPr sz="2400">
                <a:solidFill>
                  <a:srgbClr val="FF00FF"/>
                </a:solidFill>
                <a:latin typeface="Consolas"/>
                <a:cs typeface="Consolas"/>
              </a:rPr>
              <a:t>2</a:t>
            </a:r>
            <a:r>
              <a:rPr sz="2400" spc="-55">
                <a:solidFill>
                  <a:srgbClr val="FF00FF"/>
                </a:solidFill>
                <a:latin typeface="Consolas"/>
                <a:cs typeface="Consolas"/>
              </a:rPr>
              <a:t> </a:t>
            </a:r>
            <a:r>
              <a:rPr sz="2400" spc="-10">
                <a:solidFill>
                  <a:srgbClr val="FF00FF"/>
                </a:solidFill>
                <a:latin typeface="Consolas"/>
                <a:cs typeface="Consolas"/>
              </a:rPr>
              <a:t>is:"</a:t>
            </a:r>
            <a:r>
              <a:rPr sz="2400" spc="-10">
                <a:latin typeface="Consolas"/>
                <a:cs typeface="Consolas"/>
              </a:rPr>
              <a:t>,cnt) cnt=num.</a:t>
            </a:r>
            <a:r>
              <a:rPr sz="2400" spc="-10">
                <a:solidFill>
                  <a:srgbClr val="008080"/>
                </a:solidFill>
                <a:latin typeface="Consolas"/>
                <a:cs typeface="Consolas"/>
              </a:rPr>
              <a:t>count</a:t>
            </a:r>
            <a:r>
              <a:rPr sz="2400" spc="-10">
                <a:latin typeface="Consolas"/>
                <a:cs typeface="Consolas"/>
              </a:rPr>
              <a:t>(</a:t>
            </a:r>
            <a:r>
              <a:rPr sz="2400" spc="-10">
                <a:solidFill>
                  <a:srgbClr val="800080"/>
                </a:solidFill>
                <a:latin typeface="Consolas"/>
                <a:cs typeface="Consolas"/>
              </a:rPr>
              <a:t>10</a:t>
            </a:r>
            <a:r>
              <a:rPr sz="2400" spc="-10">
                <a:latin typeface="Consolas"/>
                <a:cs typeface="Consolas"/>
              </a:rPr>
              <a:t>) </a:t>
            </a:r>
            <a:r>
              <a:rPr sz="2400">
                <a:solidFill>
                  <a:srgbClr val="0000FF"/>
                </a:solidFill>
                <a:latin typeface="Consolas"/>
                <a:cs typeface="Consolas"/>
              </a:rPr>
              <a:t>print</a:t>
            </a:r>
            <a:r>
              <a:rPr sz="2400">
                <a:latin typeface="Consolas"/>
                <a:cs typeface="Consolas"/>
              </a:rPr>
              <a:t>(</a:t>
            </a:r>
            <a:r>
              <a:rPr sz="2400">
                <a:solidFill>
                  <a:srgbClr val="FF00FF"/>
                </a:solidFill>
                <a:latin typeface="Consolas"/>
                <a:cs typeface="Consolas"/>
              </a:rPr>
              <a:t>"Count</a:t>
            </a:r>
            <a:r>
              <a:rPr sz="2400" spc="-30">
                <a:solidFill>
                  <a:srgbClr val="FF00FF"/>
                </a:solidFill>
                <a:latin typeface="Consolas"/>
                <a:cs typeface="Consolas"/>
              </a:rPr>
              <a:t> </a:t>
            </a:r>
            <a:r>
              <a:rPr sz="2400">
                <a:solidFill>
                  <a:srgbClr val="FF00FF"/>
                </a:solidFill>
                <a:latin typeface="Consolas"/>
                <a:cs typeface="Consolas"/>
              </a:rPr>
              <a:t>of</a:t>
            </a:r>
            <a:r>
              <a:rPr sz="2400" spc="-50">
                <a:solidFill>
                  <a:srgbClr val="FF00FF"/>
                </a:solidFill>
                <a:latin typeface="Consolas"/>
                <a:cs typeface="Consolas"/>
              </a:rPr>
              <a:t> </a:t>
            </a:r>
            <a:r>
              <a:rPr sz="2400">
                <a:solidFill>
                  <a:srgbClr val="FF00FF"/>
                </a:solidFill>
                <a:latin typeface="Consolas"/>
                <a:cs typeface="Consolas"/>
              </a:rPr>
              <a:t>10</a:t>
            </a:r>
            <a:r>
              <a:rPr sz="2400" spc="-60">
                <a:solidFill>
                  <a:srgbClr val="FF00FF"/>
                </a:solidFill>
                <a:latin typeface="Consolas"/>
                <a:cs typeface="Consolas"/>
              </a:rPr>
              <a:t> </a:t>
            </a:r>
            <a:r>
              <a:rPr sz="2400" spc="-10">
                <a:solidFill>
                  <a:srgbClr val="FF00FF"/>
                </a:solidFill>
                <a:latin typeface="Consolas"/>
                <a:cs typeface="Consolas"/>
              </a:rPr>
              <a:t>is:"</a:t>
            </a:r>
            <a:r>
              <a:rPr sz="2400" spc="-10">
                <a:latin typeface="Consolas"/>
                <a:cs typeface="Consolas"/>
              </a:rPr>
              <a:t>,cnt)</a:t>
            </a:r>
            <a:endParaRPr sz="2400">
              <a:latin typeface="Consolas"/>
              <a:cs typeface="Consolas"/>
            </a:endParaRPr>
          </a:p>
        </p:txBody>
      </p:sp>
      <p:sp>
        <p:nvSpPr>
          <p:cNvPr id="8" name="object 8"/>
          <p:cNvSpPr txBox="1"/>
          <p:nvPr/>
        </p:nvSpPr>
        <p:spPr>
          <a:xfrm>
            <a:off x="6810375" y="4786275"/>
            <a:ext cx="3429000" cy="1754505"/>
          </a:xfrm>
          <a:prstGeom prst="rect">
            <a:avLst/>
          </a:prstGeom>
          <a:ln w="12700">
            <a:solidFill>
              <a:srgbClr val="4F81BC"/>
            </a:solidFill>
          </a:ln>
        </p:spPr>
        <p:txBody>
          <a:bodyPr vert="horz" wrap="square" lIns="0" tIns="26670" rIns="0" bIns="0" rtlCol="0">
            <a:spAutoFit/>
          </a:bodyPr>
          <a:lstStyle/>
          <a:p>
            <a:pPr marL="92075">
              <a:spcBef>
                <a:spcPts val="210"/>
              </a:spcBef>
            </a:pPr>
            <a:r>
              <a:rPr sz="2400" b="1" u="sng" spc="-10">
                <a:solidFill>
                  <a:srgbClr val="FFC000"/>
                </a:solidFill>
                <a:uFill>
                  <a:solidFill>
                    <a:srgbClr val="FFC000"/>
                  </a:solidFill>
                </a:uFill>
                <a:latin typeface="Calibri"/>
                <a:cs typeface="Calibri"/>
              </a:rPr>
              <a:t>Output:</a:t>
            </a:r>
            <a:endParaRPr sz="2400">
              <a:latin typeface="Calibri"/>
              <a:cs typeface="Calibri"/>
            </a:endParaRPr>
          </a:p>
          <a:p>
            <a:pPr marL="92075" marR="566420">
              <a:lnSpc>
                <a:spcPct val="115399"/>
              </a:lnSpc>
              <a:spcBef>
                <a:spcPts val="555"/>
              </a:spcBef>
            </a:pPr>
            <a:r>
              <a:rPr sz="2400" b="1">
                <a:latin typeface="Calibri"/>
                <a:cs typeface="Calibri"/>
              </a:rPr>
              <a:t>python</a:t>
            </a:r>
            <a:r>
              <a:rPr sz="2400" b="1" spc="-65">
                <a:latin typeface="Calibri"/>
                <a:cs typeface="Calibri"/>
              </a:rPr>
              <a:t> </a:t>
            </a:r>
            <a:r>
              <a:rPr sz="2400" spc="-10">
                <a:latin typeface="Calibri"/>
                <a:cs typeface="Calibri"/>
              </a:rPr>
              <a:t>countdemo.py </a:t>
            </a:r>
            <a:r>
              <a:rPr sz="2400">
                <a:latin typeface="Calibri"/>
                <a:cs typeface="Calibri"/>
              </a:rPr>
              <a:t>Count</a:t>
            </a:r>
            <a:r>
              <a:rPr sz="2400" spc="-50">
                <a:latin typeface="Calibri"/>
                <a:cs typeface="Calibri"/>
              </a:rPr>
              <a:t> </a:t>
            </a:r>
            <a:r>
              <a:rPr sz="2400">
                <a:latin typeface="Calibri"/>
                <a:cs typeface="Calibri"/>
              </a:rPr>
              <a:t>of</a:t>
            </a:r>
            <a:r>
              <a:rPr sz="2400" spc="-20">
                <a:latin typeface="Calibri"/>
                <a:cs typeface="Calibri"/>
              </a:rPr>
              <a:t> </a:t>
            </a:r>
            <a:r>
              <a:rPr sz="2400">
                <a:latin typeface="Calibri"/>
                <a:cs typeface="Calibri"/>
              </a:rPr>
              <a:t>2</a:t>
            </a:r>
            <a:r>
              <a:rPr sz="2400" spc="-15">
                <a:latin typeface="Calibri"/>
                <a:cs typeface="Calibri"/>
              </a:rPr>
              <a:t> </a:t>
            </a:r>
            <a:r>
              <a:rPr sz="2400">
                <a:latin typeface="Calibri"/>
                <a:cs typeface="Calibri"/>
              </a:rPr>
              <a:t>is:</a:t>
            </a:r>
            <a:r>
              <a:rPr sz="2400" spc="-30">
                <a:latin typeface="Calibri"/>
                <a:cs typeface="Calibri"/>
              </a:rPr>
              <a:t> </a:t>
            </a:r>
            <a:r>
              <a:rPr sz="2400" b="1" spc="-50">
                <a:solidFill>
                  <a:srgbClr val="990054"/>
                </a:solidFill>
                <a:latin typeface="Calibri"/>
                <a:cs typeface="Calibri"/>
              </a:rPr>
              <a:t>3</a:t>
            </a:r>
            <a:endParaRPr sz="2400">
              <a:latin typeface="Calibri"/>
              <a:cs typeface="Calibri"/>
            </a:endParaRPr>
          </a:p>
          <a:p>
            <a:pPr marL="92075"/>
            <a:r>
              <a:rPr sz="2400">
                <a:latin typeface="Calibri"/>
                <a:cs typeface="Calibri"/>
              </a:rPr>
              <a:t>Count</a:t>
            </a:r>
            <a:r>
              <a:rPr sz="2400" spc="-50">
                <a:latin typeface="Calibri"/>
                <a:cs typeface="Calibri"/>
              </a:rPr>
              <a:t> </a:t>
            </a:r>
            <a:r>
              <a:rPr sz="2400">
                <a:latin typeface="Calibri"/>
                <a:cs typeface="Calibri"/>
              </a:rPr>
              <a:t>of</a:t>
            </a:r>
            <a:r>
              <a:rPr sz="2400" spc="-20">
                <a:latin typeface="Calibri"/>
                <a:cs typeface="Calibri"/>
              </a:rPr>
              <a:t> </a:t>
            </a:r>
            <a:r>
              <a:rPr sz="2400">
                <a:latin typeface="Calibri"/>
                <a:cs typeface="Calibri"/>
              </a:rPr>
              <a:t>10</a:t>
            </a:r>
            <a:r>
              <a:rPr sz="2400" spc="-25">
                <a:latin typeface="Calibri"/>
                <a:cs typeface="Calibri"/>
              </a:rPr>
              <a:t> </a:t>
            </a:r>
            <a:r>
              <a:rPr sz="2400">
                <a:latin typeface="Calibri"/>
                <a:cs typeface="Calibri"/>
              </a:rPr>
              <a:t>is:</a:t>
            </a:r>
            <a:r>
              <a:rPr sz="2400" spc="-25">
                <a:latin typeface="Calibri"/>
                <a:cs typeface="Calibri"/>
              </a:rPr>
              <a:t> </a:t>
            </a:r>
            <a:r>
              <a:rPr sz="2400" b="1" spc="-50">
                <a:solidFill>
                  <a:srgbClr val="990054"/>
                </a:solidFill>
                <a:latin typeface="Calibri"/>
                <a:cs typeface="Calibri"/>
              </a:rPr>
              <a:t>0</a:t>
            </a:r>
            <a:endParaRPr sz="2400">
              <a:latin typeface="Calibri"/>
              <a:cs typeface="Calibri"/>
            </a:endParaRPr>
          </a:p>
        </p:txBody>
      </p:sp>
      <p:sp>
        <p:nvSpPr>
          <p:cNvPr id="9" name="Slide Number Placeholder 8">
            <a:extLst>
              <a:ext uri="{FF2B5EF4-FFF2-40B4-BE49-F238E27FC236}">
                <a16:creationId xmlns:a16="http://schemas.microsoft.com/office/drawing/2014/main" id="{7ADF78B0-9AB1-24D1-4B05-607358C6C8B9}"/>
              </a:ext>
            </a:extLst>
          </p:cNvPr>
          <p:cNvSpPr>
            <a:spLocks noGrp="1"/>
          </p:cNvSpPr>
          <p:nvPr>
            <p:ph type="sldNum" sz="quarter" idx="7"/>
          </p:nvPr>
        </p:nvSpPr>
        <p:spPr/>
        <p:txBody>
          <a:bodyPr/>
          <a:lstStyle/>
          <a:p>
            <a:fld id="{B6F15528-21DE-4FAA-801E-634DDDAF4B2B}" type="slidenum">
              <a:rPr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8718" y="44578"/>
            <a:ext cx="8023860" cy="505267"/>
          </a:xfrm>
          <a:prstGeom prst="rect">
            <a:avLst/>
          </a:prstGeom>
        </p:spPr>
        <p:txBody>
          <a:bodyPr vert="horz" wrap="square" lIns="0" tIns="12700" rIns="0" bIns="0" rtlCol="0">
            <a:spAutoFit/>
          </a:bodyPr>
          <a:lstStyle/>
          <a:p>
            <a:pPr marL="12700">
              <a:spcBef>
                <a:spcPts val="100"/>
              </a:spcBef>
            </a:pPr>
            <a:r>
              <a:t>List</a:t>
            </a:r>
            <a:r>
              <a:rPr spc="-15"/>
              <a:t> </a:t>
            </a:r>
            <a:r>
              <a:t>Functions</a:t>
            </a:r>
            <a:r>
              <a:rPr spc="-45"/>
              <a:t> </a:t>
            </a:r>
            <a:r>
              <a:t>&amp;</a:t>
            </a:r>
            <a:r>
              <a:rPr spc="-10"/>
              <a:t> </a:t>
            </a:r>
            <a:r>
              <a:t>Methods</a:t>
            </a:r>
            <a:r>
              <a:rPr spc="-35"/>
              <a:t> </a:t>
            </a:r>
            <a:r>
              <a:rPr>
                <a:solidFill>
                  <a:srgbClr val="000000"/>
                </a:solidFill>
              </a:rPr>
              <a:t>in</a:t>
            </a:r>
            <a:r>
              <a:rPr spc="-35">
                <a:solidFill>
                  <a:srgbClr val="000000"/>
                </a:solidFill>
              </a:rPr>
              <a:t> </a:t>
            </a:r>
            <a:r>
              <a:rPr spc="-10">
                <a:solidFill>
                  <a:srgbClr val="0983C0"/>
                </a:solidFill>
              </a:rPr>
              <a:t>Python</a:t>
            </a:r>
          </a:p>
        </p:txBody>
      </p:sp>
      <p:sp>
        <p:nvSpPr>
          <p:cNvPr id="3" name="object 3"/>
          <p:cNvSpPr txBox="1"/>
          <p:nvPr/>
        </p:nvSpPr>
        <p:spPr>
          <a:xfrm>
            <a:off x="9300718" y="222884"/>
            <a:ext cx="593090" cy="299720"/>
          </a:xfrm>
          <a:prstGeom prst="rect">
            <a:avLst/>
          </a:prstGeom>
        </p:spPr>
        <p:txBody>
          <a:bodyPr vert="horz" wrap="square" lIns="0" tIns="12700" rIns="0" bIns="0" rtlCol="0">
            <a:spAutoFit/>
          </a:bodyPr>
          <a:lstStyle/>
          <a:p>
            <a:pPr marL="12700">
              <a:spcBef>
                <a:spcPts val="100"/>
              </a:spcBef>
            </a:pPr>
            <a:r>
              <a:rPr b="1" spc="-10">
                <a:latin typeface="Calibri"/>
                <a:cs typeface="Calibri"/>
              </a:rPr>
              <a:t>Cont..</a:t>
            </a:r>
            <a:endParaRPr>
              <a:latin typeface="Calibri"/>
              <a:cs typeface="Calibri"/>
            </a:endParaRPr>
          </a:p>
        </p:txBody>
      </p:sp>
      <p:sp>
        <p:nvSpPr>
          <p:cNvPr id="4" name="object 4"/>
          <p:cNvSpPr txBox="1"/>
          <p:nvPr/>
        </p:nvSpPr>
        <p:spPr>
          <a:xfrm>
            <a:off x="570344" y="709536"/>
            <a:ext cx="11051311" cy="1306127"/>
          </a:xfrm>
          <a:prstGeom prst="rect">
            <a:avLst/>
          </a:prstGeom>
        </p:spPr>
        <p:txBody>
          <a:bodyPr vert="horz" wrap="square" lIns="0" tIns="86995" rIns="0" bIns="0" rtlCol="0" anchor="t">
            <a:spAutoFit/>
          </a:bodyPr>
          <a:lstStyle/>
          <a:p>
            <a:pPr marL="12700">
              <a:spcBef>
                <a:spcPts val="685"/>
              </a:spcBef>
            </a:pPr>
            <a:r>
              <a:rPr sz="2600" b="1" u="sng" dirty="0">
                <a:solidFill>
                  <a:srgbClr val="0983C0"/>
                </a:solidFill>
                <a:uFill>
                  <a:solidFill>
                    <a:srgbClr val="0983C0"/>
                  </a:solidFill>
                </a:uFill>
                <a:latin typeface="Malgun Gothic"/>
                <a:cs typeface="Malgun Gothic"/>
              </a:rPr>
              <a:t>☞</a:t>
            </a:r>
            <a:r>
              <a:rPr sz="2600" b="1" u="sng" spc="-330" dirty="0">
                <a:solidFill>
                  <a:srgbClr val="0983C0"/>
                </a:solidFill>
                <a:uFill>
                  <a:solidFill>
                    <a:srgbClr val="0983C0"/>
                  </a:solidFill>
                </a:uFill>
                <a:latin typeface="Malgun Gothic"/>
                <a:cs typeface="Malgun Gothic"/>
              </a:rPr>
              <a:t> </a:t>
            </a:r>
            <a:r>
              <a:rPr sz="2600" b="1" u="sng" dirty="0">
                <a:solidFill>
                  <a:srgbClr val="0983C0"/>
                </a:solidFill>
                <a:uFill>
                  <a:solidFill>
                    <a:srgbClr val="0983C0"/>
                  </a:solidFill>
                </a:uFill>
                <a:latin typeface="Calibri"/>
                <a:cs typeface="Calibri"/>
              </a:rPr>
              <a:t>append</a:t>
            </a:r>
            <a:r>
              <a:rPr sz="2600" b="1" u="sng" spc="-90" dirty="0">
                <a:solidFill>
                  <a:srgbClr val="0983C0"/>
                </a:solidFill>
                <a:uFill>
                  <a:solidFill>
                    <a:srgbClr val="0983C0"/>
                  </a:solidFill>
                </a:uFill>
                <a:latin typeface="Calibri"/>
                <a:cs typeface="Calibri"/>
              </a:rPr>
              <a:t> </a:t>
            </a:r>
            <a:r>
              <a:rPr sz="2600" b="1" u="sng" spc="-25" dirty="0">
                <a:solidFill>
                  <a:srgbClr val="0983C0"/>
                </a:solidFill>
                <a:uFill>
                  <a:solidFill>
                    <a:srgbClr val="0983C0"/>
                  </a:solidFill>
                </a:uFill>
                <a:latin typeface="Calibri"/>
                <a:cs typeface="Calibri"/>
              </a:rPr>
              <a:t>():</a:t>
            </a:r>
            <a:endParaRPr sz="2600" dirty="0">
              <a:latin typeface="Calibri"/>
              <a:cs typeface="Calibri"/>
            </a:endParaRPr>
          </a:p>
          <a:p>
            <a:pPr marL="354965" indent="-342265">
              <a:spcBef>
                <a:spcPts val="535"/>
              </a:spcBef>
              <a:buFont typeface="Arial MT"/>
              <a:buChar char="•"/>
              <a:tabLst>
                <a:tab pos="354965" algn="l"/>
              </a:tabLst>
            </a:pPr>
            <a:r>
              <a:rPr sz="2200" dirty="0">
                <a:latin typeface="Times New Roman" panose="02020603050405020304" pitchFamily="18" charset="0"/>
                <a:cs typeface="Times New Roman" panose="02020603050405020304" pitchFamily="18" charset="0"/>
              </a:rPr>
              <a:t>In</a:t>
            </a:r>
            <a:r>
              <a:rPr sz="2200" spc="-6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python,</a:t>
            </a:r>
            <a:r>
              <a:rPr sz="2200" spc="-4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append()</a:t>
            </a:r>
            <a:r>
              <a:rPr sz="2200" spc="-5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method</a:t>
            </a:r>
            <a:r>
              <a:rPr sz="2200" spc="-4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adds</a:t>
            </a:r>
            <a:r>
              <a:rPr sz="2200" spc="-4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a:t>
            </a:r>
            <a:r>
              <a:rPr sz="2200" spc="-4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item</a:t>
            </a:r>
            <a:r>
              <a:rPr sz="2200" spc="-6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to</a:t>
            </a:r>
            <a:r>
              <a:rPr sz="2200" spc="-4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the</a:t>
            </a:r>
            <a:r>
              <a:rPr sz="2200" spc="-5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end</a:t>
            </a:r>
            <a:r>
              <a:rPr sz="2200" spc="-2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of</a:t>
            </a:r>
            <a:r>
              <a:rPr sz="2200" spc="-4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the</a:t>
            </a:r>
            <a:r>
              <a:rPr sz="2200" spc="-4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list.</a:t>
            </a:r>
            <a:endParaRPr sz="2200" dirty="0">
              <a:latin typeface="Times New Roman" panose="02020603050405020304" pitchFamily="18" charset="0"/>
              <a:cs typeface="Times New Roman" panose="02020603050405020304" pitchFamily="18" charset="0"/>
            </a:endParaRPr>
          </a:p>
          <a:p>
            <a:pPr marL="12700">
              <a:spcBef>
                <a:spcPts val="590"/>
              </a:spcBef>
              <a:tabLst>
                <a:tab pos="1840864" algn="l"/>
              </a:tabLst>
            </a:pPr>
            <a:r>
              <a:rPr lang="en-IN" sz="2200" b="1" u="sng" dirty="0">
                <a:uFill>
                  <a:solidFill>
                    <a:srgbClr val="000000"/>
                  </a:solidFill>
                </a:uFill>
                <a:latin typeface="Times New Roman" panose="02020603050405020304" pitchFamily="18" charset="0"/>
                <a:cs typeface="Times New Roman" panose="02020603050405020304" pitchFamily="18" charset="0"/>
              </a:rPr>
              <a:t>S</a:t>
            </a:r>
            <a:r>
              <a:rPr sz="2200" b="1" u="sng" dirty="0" err="1">
                <a:uFill>
                  <a:solidFill>
                    <a:srgbClr val="000000"/>
                  </a:solidFill>
                </a:uFill>
                <a:latin typeface="Times New Roman" panose="02020603050405020304" pitchFamily="18" charset="0"/>
                <a:cs typeface="Times New Roman" panose="02020603050405020304" pitchFamily="18" charset="0"/>
              </a:rPr>
              <a:t>yntax</a:t>
            </a:r>
            <a:r>
              <a:rPr sz="2200" b="1" u="sng" dirty="0">
                <a:uFill>
                  <a:solidFill>
                    <a:srgbClr val="000000"/>
                  </a:solidFill>
                </a:uFill>
                <a:latin typeface="Times New Roman" panose="02020603050405020304" pitchFamily="18" charset="0"/>
                <a:cs typeface="Times New Roman" panose="02020603050405020304" pitchFamily="18" charset="0"/>
              </a:rPr>
              <a:t>:</a:t>
            </a:r>
            <a:r>
              <a:rPr lang="en-US" sz="2200" spc="-10" dirty="0">
                <a:solidFill>
                  <a:srgbClr val="FF0000"/>
                </a:solidFill>
                <a:latin typeface="Times New Roman" panose="02020603050405020304" pitchFamily="18" charset="0"/>
                <a:cs typeface="Times New Roman" panose="02020603050405020304" pitchFamily="18" charset="0"/>
              </a:rPr>
              <a:t>    </a:t>
            </a:r>
            <a:r>
              <a:rPr lang="en-US" sz="2200" spc="-10" dirty="0" err="1">
                <a:solidFill>
                  <a:srgbClr val="FF0000"/>
                </a:solidFill>
                <a:latin typeface="Times New Roman" panose="02020603050405020304" pitchFamily="18" charset="0"/>
                <a:cs typeface="Times New Roman" panose="02020603050405020304" pitchFamily="18" charset="0"/>
              </a:rPr>
              <a:t>my_list</a:t>
            </a:r>
            <a:r>
              <a:rPr sz="2200" spc="-10" dirty="0" err="1">
                <a:solidFill>
                  <a:srgbClr val="008080"/>
                </a:solidFill>
                <a:latin typeface="Times New Roman" panose="02020603050405020304" pitchFamily="18" charset="0"/>
                <a:cs typeface="Times New Roman" panose="02020603050405020304" pitchFamily="18" charset="0"/>
              </a:rPr>
              <a:t>.append</a:t>
            </a:r>
            <a:r>
              <a:rPr sz="2200" spc="-10" dirty="0">
                <a:solidFill>
                  <a:srgbClr val="008080"/>
                </a:solidFill>
                <a:latin typeface="Times New Roman" panose="02020603050405020304" pitchFamily="18" charset="0"/>
                <a:cs typeface="Times New Roman" panose="02020603050405020304" pitchFamily="18" charset="0"/>
              </a:rPr>
              <a:t>(</a:t>
            </a:r>
            <a:r>
              <a:rPr sz="2200" spc="-10" dirty="0">
                <a:solidFill>
                  <a:srgbClr val="0D0D0D"/>
                </a:solidFill>
                <a:latin typeface="Times New Roman" panose="02020603050405020304" pitchFamily="18" charset="0"/>
                <a:cs typeface="Times New Roman" panose="02020603050405020304" pitchFamily="18" charset="0"/>
              </a:rPr>
              <a:t>item</a:t>
            </a:r>
            <a:r>
              <a:rPr sz="2200" spc="-10" dirty="0">
                <a:solidFill>
                  <a:srgbClr val="008080"/>
                </a:solidFill>
                <a:latin typeface="Times New Roman" panose="02020603050405020304" pitchFamily="18" charset="0"/>
                <a:cs typeface="Times New Roman" panose="02020603050405020304" pitchFamily="18" charset="0"/>
              </a:rPr>
              <a:t>)</a:t>
            </a:r>
            <a:r>
              <a:rPr lang="en-IN" sz="2200" spc="-10" dirty="0">
                <a:solidFill>
                  <a:srgbClr val="008080"/>
                </a:solidFill>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where</a:t>
            </a:r>
            <a:r>
              <a:rPr lang="en-US" sz="2200" dirty="0">
                <a:latin typeface="Times New Roman" panose="02020603050405020304" pitchFamily="18" charset="0"/>
                <a:cs typeface="Times New Roman" panose="02020603050405020304" pitchFamily="18" charset="0"/>
              </a:rPr>
              <a:t>	item</a:t>
            </a:r>
            <a:r>
              <a:rPr lang="en-US" sz="2200" spc="-5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may</a:t>
            </a:r>
            <a:r>
              <a:rPr lang="en-US" sz="2200" spc="-5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be</a:t>
            </a:r>
            <a:r>
              <a:rPr lang="en-US" sz="2200" spc="-45" dirty="0">
                <a:latin typeface="Times New Roman" panose="02020603050405020304" pitchFamily="18" charset="0"/>
                <a:cs typeface="Times New Roman" panose="02020603050405020304" pitchFamily="18" charset="0"/>
              </a:rPr>
              <a:t> </a:t>
            </a:r>
            <a:r>
              <a:rPr lang="en-US" sz="2200" spc="-30" dirty="0">
                <a:latin typeface="Times New Roman" panose="02020603050405020304" pitchFamily="18" charset="0"/>
                <a:cs typeface="Times New Roman" panose="02020603050405020304" pitchFamily="18" charset="0"/>
              </a:rPr>
              <a:t>number,</a:t>
            </a:r>
            <a:r>
              <a:rPr lang="en-US" sz="2200" spc="-6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string,</a:t>
            </a:r>
            <a:r>
              <a:rPr lang="en-US" sz="2200" spc="-6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list</a:t>
            </a:r>
            <a:r>
              <a:rPr lang="en-US" sz="2200" spc="-6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and</a:t>
            </a:r>
            <a:r>
              <a:rPr lang="en-US" sz="2200" spc="-40" dirty="0">
                <a:latin typeface="Times New Roman" panose="02020603050405020304" pitchFamily="18" charset="0"/>
                <a:cs typeface="Times New Roman" panose="02020603050405020304" pitchFamily="18" charset="0"/>
              </a:rPr>
              <a:t> </a:t>
            </a:r>
            <a:r>
              <a:rPr lang="en-US" sz="2200" spc="-20" dirty="0">
                <a:latin typeface="Times New Roman" panose="02020603050405020304" pitchFamily="18" charset="0"/>
                <a:cs typeface="Times New Roman" panose="02020603050405020304" pitchFamily="18" charset="0"/>
              </a:rPr>
              <a:t>etc.</a:t>
            </a:r>
            <a:r>
              <a:rPr lang="en-IN" sz="2200" spc="-10" dirty="0">
                <a:latin typeface="Times New Roman" panose="02020603050405020304" pitchFamily="18" charset="0"/>
                <a:cs typeface="Times New Roman" panose="02020603050405020304" pitchFamily="18" charset="0"/>
              </a:rPr>
              <a:t>                                          </a:t>
            </a:r>
            <a:endParaRPr sz="2200" dirty="0">
              <a:latin typeface="Times New Roman" panose="02020603050405020304" pitchFamily="18" charset="0"/>
              <a:cs typeface="Times New Roman" panose="02020603050405020304" pitchFamily="18" charset="0"/>
            </a:endParaRPr>
          </a:p>
        </p:txBody>
      </p:sp>
      <p:sp>
        <p:nvSpPr>
          <p:cNvPr id="5" name="object 5"/>
          <p:cNvSpPr/>
          <p:nvPr/>
        </p:nvSpPr>
        <p:spPr>
          <a:xfrm>
            <a:off x="1524000" y="642874"/>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sp>
        <p:nvSpPr>
          <p:cNvPr id="6" name="object 6"/>
          <p:cNvSpPr/>
          <p:nvPr/>
        </p:nvSpPr>
        <p:spPr>
          <a:xfrm>
            <a:off x="350979" y="2080420"/>
            <a:ext cx="5421748" cy="4733002"/>
          </a:xfrm>
          <a:custGeom>
            <a:avLst/>
            <a:gdLst/>
            <a:ahLst/>
            <a:cxnLst/>
            <a:rect l="l" t="t" r="r" b="b"/>
            <a:pathLst>
              <a:path w="4429125" h="3785870">
                <a:moveTo>
                  <a:pt x="0" y="3785616"/>
                </a:moveTo>
                <a:lnTo>
                  <a:pt x="4429125" y="3785616"/>
                </a:lnTo>
                <a:lnTo>
                  <a:pt x="4429125" y="0"/>
                </a:lnTo>
                <a:lnTo>
                  <a:pt x="0" y="0"/>
                </a:lnTo>
                <a:lnTo>
                  <a:pt x="0" y="3785616"/>
                </a:lnTo>
                <a:close/>
              </a:path>
            </a:pathLst>
          </a:custGeom>
          <a:ln w="12700">
            <a:solidFill>
              <a:srgbClr val="4F81BC"/>
            </a:solidFill>
          </a:ln>
        </p:spPr>
        <p:txBody>
          <a:bodyPr wrap="square" lIns="0" tIns="0" rIns="0" bIns="0" rtlCol="0"/>
          <a:lstStyle/>
          <a:p>
            <a:endParaRPr/>
          </a:p>
        </p:txBody>
      </p:sp>
      <p:sp>
        <p:nvSpPr>
          <p:cNvPr id="7" name="object 7"/>
          <p:cNvSpPr txBox="1"/>
          <p:nvPr/>
        </p:nvSpPr>
        <p:spPr>
          <a:xfrm>
            <a:off x="420252" y="1994154"/>
            <a:ext cx="6871855" cy="4819268"/>
          </a:xfrm>
          <a:prstGeom prst="rect">
            <a:avLst/>
          </a:prstGeom>
        </p:spPr>
        <p:txBody>
          <a:bodyPr vert="horz" wrap="square" lIns="0" tIns="139700" rIns="0" bIns="0" rtlCol="0">
            <a:spAutoFit/>
          </a:bodyPr>
          <a:lstStyle/>
          <a:p>
            <a:pPr>
              <a:spcBef>
                <a:spcPts val="1100"/>
              </a:spcBef>
              <a:tabLst>
                <a:tab pos="1430655" algn="l"/>
              </a:tabLst>
            </a:pPr>
            <a:r>
              <a:rPr lang="en-IN" sz="2400" b="1" u="sng" spc="-10" dirty="0">
                <a:solidFill>
                  <a:srgbClr val="FFC000"/>
                </a:solidFill>
                <a:uFill>
                  <a:solidFill>
                    <a:srgbClr val="FFC000"/>
                  </a:solidFill>
                </a:uFill>
                <a:latin typeface="Calibri"/>
                <a:cs typeface="Calibri"/>
              </a:rPr>
              <a:t>Input:</a:t>
            </a:r>
            <a:r>
              <a:rPr sz="2400" b="1" dirty="0">
                <a:solidFill>
                  <a:srgbClr val="0983C0"/>
                </a:solidFill>
                <a:latin typeface="Calibri"/>
                <a:cs typeface="Calibri"/>
              </a:rPr>
              <a:t>	</a:t>
            </a:r>
            <a:r>
              <a:rPr sz="2400" b="1" spc="-10" dirty="0">
                <a:latin typeface="Calibri"/>
                <a:cs typeface="Calibri"/>
              </a:rPr>
              <a:t>appenddemo.py</a:t>
            </a:r>
            <a:endParaRPr sz="2400" dirty="0">
              <a:latin typeface="Calibri"/>
              <a:cs typeface="Calibri"/>
            </a:endParaRPr>
          </a:p>
          <a:p>
            <a:r>
              <a:rPr lang="en-US" sz="2000" dirty="0" err="1">
                <a:latin typeface="Times New Roman" panose="02020603050405020304" pitchFamily="18" charset="0"/>
                <a:cs typeface="Times New Roman" panose="02020603050405020304" pitchFamily="18" charset="0"/>
              </a:rPr>
              <a:t>my_list</a:t>
            </a:r>
            <a:r>
              <a:rPr lang="en-US" sz="2000" dirty="0">
                <a:latin typeface="Times New Roman" panose="02020603050405020304" pitchFamily="18" charset="0"/>
                <a:cs typeface="Times New Roman" panose="02020603050405020304" pitchFamily="18" charset="0"/>
              </a:rPr>
              <a:t> = [1, 2, 3]</a:t>
            </a:r>
          </a:p>
          <a:p>
            <a:r>
              <a:rPr lang="en-US" sz="2000" dirty="0" err="1">
                <a:latin typeface="Times New Roman" panose="02020603050405020304" pitchFamily="18" charset="0"/>
                <a:cs typeface="Times New Roman" panose="02020603050405020304" pitchFamily="18" charset="0"/>
              </a:rPr>
              <a:t>another_list</a:t>
            </a:r>
            <a:r>
              <a:rPr lang="en-US" sz="2000" dirty="0">
                <a:latin typeface="Times New Roman" panose="02020603050405020304" pitchFamily="18" charset="0"/>
                <a:cs typeface="Times New Roman" panose="02020603050405020304" pitchFamily="18" charset="0"/>
              </a:rPr>
              <a:t> = [4, 5, 6]</a:t>
            </a:r>
          </a:p>
          <a:p>
            <a:r>
              <a:rPr lang="en-US" sz="2000" dirty="0">
                <a:latin typeface="Times New Roman" panose="02020603050405020304" pitchFamily="18" charset="0"/>
                <a:cs typeface="Times New Roman" panose="02020603050405020304" pitchFamily="18" charset="0"/>
              </a:rPr>
              <a:t># append with an element</a:t>
            </a:r>
          </a:p>
          <a:p>
            <a:r>
              <a:rPr lang="en-US" sz="2000" dirty="0" err="1">
                <a:latin typeface="Times New Roman" panose="02020603050405020304" pitchFamily="18" charset="0"/>
                <a:cs typeface="Times New Roman" panose="02020603050405020304" pitchFamily="18" charset="0"/>
              </a:rPr>
              <a:t>my_list.append</a:t>
            </a:r>
            <a:r>
              <a:rPr lang="en-US" sz="2000" dirty="0">
                <a:latin typeface="Times New Roman" panose="02020603050405020304" pitchFamily="18" charset="0"/>
                <a:cs typeface="Times New Roman" panose="02020603050405020304" pitchFamily="18" charset="0"/>
              </a:rPr>
              <a:t>(8)</a:t>
            </a:r>
          </a:p>
          <a:p>
            <a:r>
              <a:rPr lang="en-US" sz="2000" dirty="0">
                <a:latin typeface="Times New Roman" panose="02020603050405020304" pitchFamily="18" charset="0"/>
                <a:cs typeface="Times New Roman" panose="02020603050405020304" pitchFamily="18" charset="0"/>
              </a:rPr>
              <a:t>print(</a:t>
            </a:r>
            <a:r>
              <a:rPr lang="en-US" sz="2000" dirty="0" err="1">
                <a:latin typeface="Times New Roman" panose="02020603050405020304" pitchFamily="18" charset="0"/>
                <a:cs typeface="Times New Roman" panose="02020603050405020304" pitchFamily="18" charset="0"/>
              </a:rPr>
              <a:t>my_list</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append with a list</a:t>
            </a:r>
          </a:p>
          <a:p>
            <a:r>
              <a:rPr lang="en-US" sz="2000" dirty="0" err="1">
                <a:latin typeface="Times New Roman" panose="02020603050405020304" pitchFamily="18" charset="0"/>
                <a:cs typeface="Times New Roman" panose="02020603050405020304" pitchFamily="18" charset="0"/>
              </a:rPr>
              <a:t>my_list.append</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another_list</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print(</a:t>
            </a:r>
            <a:r>
              <a:rPr lang="en-US" sz="2000" dirty="0" err="1">
                <a:latin typeface="Times New Roman" panose="02020603050405020304" pitchFamily="18" charset="0"/>
                <a:cs typeface="Times New Roman" panose="02020603050405020304" pitchFamily="18" charset="0"/>
              </a:rPr>
              <a:t>my_list</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append with a tuple</a:t>
            </a:r>
          </a:p>
          <a:p>
            <a:r>
              <a:rPr lang="en-US" sz="2000" dirty="0" err="1">
                <a:latin typeface="Times New Roman" panose="02020603050405020304" pitchFamily="18" charset="0"/>
                <a:cs typeface="Times New Roman" panose="02020603050405020304" pitchFamily="18" charset="0"/>
              </a:rPr>
              <a:t>my_list.append</a:t>
            </a:r>
            <a:r>
              <a:rPr lang="en-US" sz="2000" dirty="0">
                <a:latin typeface="Times New Roman" panose="02020603050405020304" pitchFamily="18" charset="0"/>
                <a:cs typeface="Times New Roman" panose="02020603050405020304" pitchFamily="18" charset="0"/>
              </a:rPr>
              <a:t>((7, 8))</a:t>
            </a:r>
          </a:p>
          <a:p>
            <a:r>
              <a:rPr lang="en-US" sz="2000" dirty="0">
                <a:latin typeface="Times New Roman" panose="02020603050405020304" pitchFamily="18" charset="0"/>
                <a:cs typeface="Times New Roman" panose="02020603050405020304" pitchFamily="18" charset="0"/>
              </a:rPr>
              <a:t>print(</a:t>
            </a:r>
            <a:r>
              <a:rPr lang="en-US" sz="2000" dirty="0" err="1">
                <a:latin typeface="Times New Roman" panose="02020603050405020304" pitchFamily="18" charset="0"/>
                <a:cs typeface="Times New Roman" panose="02020603050405020304" pitchFamily="18" charset="0"/>
              </a:rPr>
              <a:t>my_list</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append with a string </a:t>
            </a:r>
          </a:p>
          <a:p>
            <a:r>
              <a:rPr lang="en-US" sz="2000" dirty="0" err="1">
                <a:latin typeface="Times New Roman" panose="02020603050405020304" pitchFamily="18" charset="0"/>
                <a:cs typeface="Times New Roman" panose="02020603050405020304" pitchFamily="18" charset="0"/>
              </a:rPr>
              <a:t>my_list.append</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abc</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print(</a:t>
            </a:r>
            <a:r>
              <a:rPr lang="en-US" sz="2000" dirty="0" err="1">
                <a:latin typeface="Times New Roman" panose="02020603050405020304" pitchFamily="18" charset="0"/>
                <a:cs typeface="Times New Roman" panose="02020603050405020304" pitchFamily="18" charset="0"/>
              </a:rPr>
              <a:t>my_list</a:t>
            </a:r>
            <a:r>
              <a:rPr lang="en-US" sz="2000" dirty="0">
                <a:latin typeface="Times New Roman" panose="02020603050405020304" pitchFamily="18" charset="0"/>
                <a:cs typeface="Times New Roman" panose="02020603050405020304" pitchFamily="18" charset="0"/>
              </a:rPr>
              <a:t>)</a:t>
            </a:r>
          </a:p>
        </p:txBody>
      </p:sp>
      <p:sp>
        <p:nvSpPr>
          <p:cNvPr id="8" name="object 8"/>
          <p:cNvSpPr txBox="1"/>
          <p:nvPr/>
        </p:nvSpPr>
        <p:spPr>
          <a:xfrm>
            <a:off x="6333178" y="3611091"/>
            <a:ext cx="4369400" cy="2386551"/>
          </a:xfrm>
          <a:prstGeom prst="rect">
            <a:avLst/>
          </a:prstGeom>
          <a:ln w="12700">
            <a:solidFill>
              <a:srgbClr val="4F81BC"/>
            </a:solidFill>
          </a:ln>
        </p:spPr>
        <p:txBody>
          <a:bodyPr vert="horz" wrap="square" lIns="0" tIns="26670" rIns="0" bIns="0" rtlCol="0">
            <a:spAutoFit/>
          </a:bodyPr>
          <a:lstStyle/>
          <a:p>
            <a:pPr marL="92075">
              <a:spcBef>
                <a:spcPts val="210"/>
              </a:spcBef>
            </a:pPr>
            <a:r>
              <a:rPr sz="2400" b="1" u="sng" spc="-10" dirty="0">
                <a:solidFill>
                  <a:srgbClr val="FFC000"/>
                </a:solidFill>
                <a:uFill>
                  <a:solidFill>
                    <a:srgbClr val="FFC000"/>
                  </a:solidFill>
                </a:uFill>
                <a:latin typeface="Calibri"/>
                <a:cs typeface="Calibri"/>
              </a:rPr>
              <a:t>Output:</a:t>
            </a:r>
            <a:endParaRPr sz="2400" dirty="0">
              <a:latin typeface="Calibri"/>
              <a:cs typeface="Calibri"/>
            </a:endParaRPr>
          </a:p>
          <a:p>
            <a:pPr marL="92075">
              <a:spcBef>
                <a:spcPts val="994"/>
              </a:spcBef>
            </a:pPr>
            <a:r>
              <a:rPr lang="en-IN" sz="2400" dirty="0">
                <a:latin typeface="Times New Roman" panose="02020603050405020304" pitchFamily="18" charset="0"/>
                <a:cs typeface="Times New Roman" panose="02020603050405020304" pitchFamily="18" charset="0"/>
              </a:rPr>
              <a:t>[1, 2, 3, 8]</a:t>
            </a:r>
          </a:p>
          <a:p>
            <a:pPr marL="92075">
              <a:spcBef>
                <a:spcPts val="994"/>
              </a:spcBef>
            </a:pPr>
            <a:r>
              <a:rPr lang="en-IN" sz="2400" dirty="0">
                <a:latin typeface="Times New Roman" panose="02020603050405020304" pitchFamily="18" charset="0"/>
                <a:cs typeface="Times New Roman" panose="02020603050405020304" pitchFamily="18" charset="0"/>
              </a:rPr>
              <a:t>[1, 2, 3, 8, [4, 5, 6]] </a:t>
            </a:r>
          </a:p>
          <a:p>
            <a:pPr marL="92075">
              <a:spcBef>
                <a:spcPts val="994"/>
              </a:spcBef>
            </a:pPr>
            <a:r>
              <a:rPr lang="en-IN" sz="2400" dirty="0">
                <a:latin typeface="Times New Roman" panose="02020603050405020304" pitchFamily="18" charset="0"/>
                <a:cs typeface="Times New Roman" panose="02020603050405020304" pitchFamily="18" charset="0"/>
              </a:rPr>
              <a:t>[1, 2, 3, 8, [4, 5, 6], (7, 8)]</a:t>
            </a:r>
          </a:p>
          <a:p>
            <a:pPr marL="92075">
              <a:spcBef>
                <a:spcPts val="994"/>
              </a:spcBef>
            </a:pPr>
            <a:r>
              <a:rPr lang="en-IN" sz="2400" dirty="0">
                <a:latin typeface="Times New Roman" panose="02020603050405020304" pitchFamily="18" charset="0"/>
                <a:cs typeface="Times New Roman" panose="02020603050405020304" pitchFamily="18" charset="0"/>
              </a:rPr>
              <a:t>[1, 2, 3, 8, [4, 5, 6], (7, 8), '</a:t>
            </a:r>
            <a:r>
              <a:rPr lang="en-IN" sz="2400" dirty="0" err="1">
                <a:latin typeface="Times New Roman" panose="02020603050405020304" pitchFamily="18" charset="0"/>
                <a:cs typeface="Times New Roman" panose="02020603050405020304" pitchFamily="18" charset="0"/>
              </a:rPr>
              <a:t>abc</a:t>
            </a:r>
            <a:r>
              <a:rPr lang="en-IN" sz="240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0C0C9918-9CE6-F2EB-8F95-6FFCFB034D8B}"/>
              </a:ext>
            </a:extLst>
          </p:cNvPr>
          <p:cNvSpPr>
            <a:spLocks noGrp="1"/>
          </p:cNvSpPr>
          <p:nvPr>
            <p:ph type="sldNum" sz="quarter" idx="7"/>
          </p:nvPr>
        </p:nvSpPr>
        <p:spPr/>
        <p:txBody>
          <a:bodyPr/>
          <a:lstStyle/>
          <a:p>
            <a:fld id="{B6F15528-21DE-4FAA-801E-634DDDAF4B2B}" type="slidenum">
              <a:rPr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7FA642B-ADFA-CEC9-D334-DEB434389AA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801AC6E-43EC-F42B-7281-32B813BA7147}"/>
              </a:ext>
            </a:extLst>
          </p:cNvPr>
          <p:cNvSpPr txBox="1">
            <a:spLocks noGrp="1"/>
          </p:cNvSpPr>
          <p:nvPr>
            <p:ph type="title"/>
          </p:nvPr>
        </p:nvSpPr>
        <p:spPr>
          <a:xfrm>
            <a:off x="2678718" y="44578"/>
            <a:ext cx="8023860" cy="505267"/>
          </a:xfrm>
          <a:prstGeom prst="rect">
            <a:avLst/>
          </a:prstGeom>
        </p:spPr>
        <p:txBody>
          <a:bodyPr vert="horz" wrap="square" lIns="0" tIns="12700" rIns="0" bIns="0" rtlCol="0">
            <a:spAutoFit/>
          </a:bodyPr>
          <a:lstStyle/>
          <a:p>
            <a:pPr marL="12700">
              <a:spcBef>
                <a:spcPts val="100"/>
              </a:spcBef>
            </a:pPr>
            <a:r>
              <a:t>List</a:t>
            </a:r>
            <a:r>
              <a:rPr spc="-15"/>
              <a:t> </a:t>
            </a:r>
            <a:r>
              <a:t>Functions</a:t>
            </a:r>
            <a:r>
              <a:rPr spc="-45"/>
              <a:t> </a:t>
            </a:r>
            <a:r>
              <a:t>&amp;</a:t>
            </a:r>
            <a:r>
              <a:rPr spc="-10"/>
              <a:t> </a:t>
            </a:r>
            <a:r>
              <a:t>Methods</a:t>
            </a:r>
            <a:r>
              <a:rPr spc="-35"/>
              <a:t> </a:t>
            </a:r>
            <a:r>
              <a:rPr>
                <a:solidFill>
                  <a:srgbClr val="000000"/>
                </a:solidFill>
              </a:rPr>
              <a:t>in</a:t>
            </a:r>
            <a:r>
              <a:rPr spc="-35">
                <a:solidFill>
                  <a:srgbClr val="000000"/>
                </a:solidFill>
              </a:rPr>
              <a:t> </a:t>
            </a:r>
            <a:r>
              <a:rPr spc="-10">
                <a:solidFill>
                  <a:srgbClr val="0983C0"/>
                </a:solidFill>
              </a:rPr>
              <a:t>Python</a:t>
            </a:r>
          </a:p>
        </p:txBody>
      </p:sp>
      <p:sp>
        <p:nvSpPr>
          <p:cNvPr id="3" name="object 3">
            <a:extLst>
              <a:ext uri="{FF2B5EF4-FFF2-40B4-BE49-F238E27FC236}">
                <a16:creationId xmlns:a16="http://schemas.microsoft.com/office/drawing/2014/main" id="{E0799790-EE39-FB4C-3E03-DCB9CB1F86FA}"/>
              </a:ext>
            </a:extLst>
          </p:cNvPr>
          <p:cNvSpPr txBox="1"/>
          <p:nvPr/>
        </p:nvSpPr>
        <p:spPr>
          <a:xfrm>
            <a:off x="9300718" y="222884"/>
            <a:ext cx="593090" cy="299720"/>
          </a:xfrm>
          <a:prstGeom prst="rect">
            <a:avLst/>
          </a:prstGeom>
        </p:spPr>
        <p:txBody>
          <a:bodyPr vert="horz" wrap="square" lIns="0" tIns="12700" rIns="0" bIns="0" rtlCol="0">
            <a:spAutoFit/>
          </a:bodyPr>
          <a:lstStyle/>
          <a:p>
            <a:pPr marL="12700">
              <a:spcBef>
                <a:spcPts val="100"/>
              </a:spcBef>
            </a:pPr>
            <a:r>
              <a:rPr b="1" spc="-10">
                <a:latin typeface="Calibri"/>
                <a:cs typeface="Calibri"/>
              </a:rPr>
              <a:t>Cont..</a:t>
            </a:r>
            <a:endParaRPr>
              <a:latin typeface="Calibri"/>
              <a:cs typeface="Calibri"/>
            </a:endParaRPr>
          </a:p>
        </p:txBody>
      </p:sp>
      <p:sp>
        <p:nvSpPr>
          <p:cNvPr id="4" name="object 4">
            <a:extLst>
              <a:ext uri="{FF2B5EF4-FFF2-40B4-BE49-F238E27FC236}">
                <a16:creationId xmlns:a16="http://schemas.microsoft.com/office/drawing/2014/main" id="{F7F43074-68A1-8571-F45B-12EEFF80089E}"/>
              </a:ext>
            </a:extLst>
          </p:cNvPr>
          <p:cNvSpPr txBox="1"/>
          <p:nvPr/>
        </p:nvSpPr>
        <p:spPr>
          <a:xfrm>
            <a:off x="378691" y="587159"/>
            <a:ext cx="11203709" cy="1475404"/>
          </a:xfrm>
          <a:prstGeom prst="rect">
            <a:avLst/>
          </a:prstGeom>
        </p:spPr>
        <p:txBody>
          <a:bodyPr vert="horz" wrap="square" lIns="0" tIns="86995" rIns="0" bIns="0" rtlCol="0" anchor="t">
            <a:spAutoFit/>
          </a:bodyPr>
          <a:lstStyle/>
          <a:p>
            <a:pPr marL="12700">
              <a:spcBef>
                <a:spcPts val="685"/>
              </a:spcBef>
            </a:pPr>
            <a:r>
              <a:rPr sz="2600" b="1" u="sng" dirty="0">
                <a:solidFill>
                  <a:srgbClr val="0983C0"/>
                </a:solidFill>
                <a:uFill>
                  <a:solidFill>
                    <a:srgbClr val="0983C0"/>
                  </a:solidFill>
                </a:uFill>
                <a:latin typeface="Malgun Gothic"/>
                <a:cs typeface="Malgun Gothic"/>
              </a:rPr>
              <a:t>☞</a:t>
            </a:r>
            <a:r>
              <a:rPr sz="2600" b="1" u="sng" spc="-330" dirty="0">
                <a:solidFill>
                  <a:srgbClr val="0983C0"/>
                </a:solidFill>
                <a:uFill>
                  <a:solidFill>
                    <a:srgbClr val="0983C0"/>
                  </a:solidFill>
                </a:uFill>
                <a:latin typeface="Malgun Gothic"/>
                <a:cs typeface="Malgun Gothic"/>
              </a:rPr>
              <a:t> </a:t>
            </a:r>
            <a:r>
              <a:rPr lang="en-IN" sz="2600" b="1" u="sng" dirty="0">
                <a:solidFill>
                  <a:srgbClr val="0983C0"/>
                </a:solidFill>
                <a:uFill>
                  <a:solidFill>
                    <a:srgbClr val="0983C0"/>
                  </a:solidFill>
                </a:uFill>
                <a:latin typeface="Calibri"/>
                <a:cs typeface="Calibri"/>
              </a:rPr>
              <a:t>extend</a:t>
            </a:r>
            <a:r>
              <a:rPr sz="2600" b="1" u="sng" spc="-90" dirty="0">
                <a:solidFill>
                  <a:srgbClr val="0983C0"/>
                </a:solidFill>
                <a:uFill>
                  <a:solidFill>
                    <a:srgbClr val="0983C0"/>
                  </a:solidFill>
                </a:uFill>
                <a:latin typeface="Calibri"/>
                <a:cs typeface="Calibri"/>
              </a:rPr>
              <a:t> </a:t>
            </a:r>
            <a:r>
              <a:rPr sz="2600" b="1" u="sng" spc="-25" dirty="0">
                <a:solidFill>
                  <a:srgbClr val="0983C0"/>
                </a:solidFill>
                <a:uFill>
                  <a:solidFill>
                    <a:srgbClr val="0983C0"/>
                  </a:solidFill>
                </a:uFill>
                <a:latin typeface="Calibri"/>
                <a:cs typeface="Calibri"/>
              </a:rPr>
              <a:t>():</a:t>
            </a:r>
            <a:endParaRPr sz="2600" dirty="0">
              <a:latin typeface="Calibri"/>
              <a:cs typeface="Calibri"/>
            </a:endParaRPr>
          </a:p>
          <a:p>
            <a:pPr marL="354965" indent="-342265" algn="just">
              <a:spcBef>
                <a:spcPts val="535"/>
              </a:spcBef>
              <a:buFont typeface="Arial MT"/>
              <a:buChar char="•"/>
              <a:tabLst>
                <a:tab pos="354965" algn="l"/>
              </a:tabLst>
            </a:pPr>
            <a:r>
              <a:rPr sz="2000" dirty="0">
                <a:latin typeface="Times New Roman" panose="02020603050405020304" pitchFamily="18" charset="0"/>
                <a:cs typeface="Times New Roman" panose="02020603050405020304" pitchFamily="18" charset="0"/>
              </a:rPr>
              <a:t>In</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python,</a:t>
            </a:r>
            <a:r>
              <a:rPr sz="2000" spc="-45"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extend</a:t>
            </a:r>
            <a:r>
              <a:rPr sz="2000" dirty="0">
                <a:latin typeface="Times New Roman" panose="02020603050405020304" pitchFamily="18" charset="0"/>
                <a:cs typeface="Times New Roman" panose="02020603050405020304" pitchFamily="18" charset="0"/>
              </a:rPr>
              <a:t>()</a:t>
            </a:r>
            <a:r>
              <a:rPr sz="2000" spc="-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method in Python is a built-in list method used to add all the items of an iterable (such as another list, tuple, set, or string) to the end of an existing list. It modifies the original list in-place and does not return a new list; instead, it returns None. </a:t>
            </a:r>
            <a:endParaRPr sz="2000" dirty="0">
              <a:latin typeface="Times New Roman" panose="02020603050405020304" pitchFamily="18" charset="0"/>
              <a:cs typeface="Times New Roman" panose="02020603050405020304" pitchFamily="18" charset="0"/>
            </a:endParaRPr>
          </a:p>
        </p:txBody>
      </p:sp>
      <p:sp>
        <p:nvSpPr>
          <p:cNvPr id="5" name="object 5">
            <a:extLst>
              <a:ext uri="{FF2B5EF4-FFF2-40B4-BE49-F238E27FC236}">
                <a16:creationId xmlns:a16="http://schemas.microsoft.com/office/drawing/2014/main" id="{B63C18EC-72B8-F447-7DB2-C89ECDC706BA}"/>
              </a:ext>
            </a:extLst>
          </p:cNvPr>
          <p:cNvSpPr/>
          <p:nvPr/>
        </p:nvSpPr>
        <p:spPr>
          <a:xfrm>
            <a:off x="1524000" y="642874"/>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sp>
        <p:nvSpPr>
          <p:cNvPr id="6" name="object 6">
            <a:extLst>
              <a:ext uri="{FF2B5EF4-FFF2-40B4-BE49-F238E27FC236}">
                <a16:creationId xmlns:a16="http://schemas.microsoft.com/office/drawing/2014/main" id="{FBE03ED9-1C5A-0E6F-8A87-6747517F7744}"/>
              </a:ext>
            </a:extLst>
          </p:cNvPr>
          <p:cNvSpPr/>
          <p:nvPr/>
        </p:nvSpPr>
        <p:spPr>
          <a:xfrm>
            <a:off x="126923" y="2198255"/>
            <a:ext cx="6602852" cy="4615166"/>
          </a:xfrm>
          <a:custGeom>
            <a:avLst/>
            <a:gdLst/>
            <a:ahLst/>
            <a:cxnLst/>
            <a:rect l="l" t="t" r="r" b="b"/>
            <a:pathLst>
              <a:path w="4429125" h="3785870">
                <a:moveTo>
                  <a:pt x="0" y="3785616"/>
                </a:moveTo>
                <a:lnTo>
                  <a:pt x="4429125" y="3785616"/>
                </a:lnTo>
                <a:lnTo>
                  <a:pt x="4429125" y="0"/>
                </a:lnTo>
                <a:lnTo>
                  <a:pt x="0" y="0"/>
                </a:lnTo>
                <a:lnTo>
                  <a:pt x="0" y="3785616"/>
                </a:lnTo>
                <a:close/>
              </a:path>
            </a:pathLst>
          </a:custGeom>
          <a:ln w="12700">
            <a:solidFill>
              <a:srgbClr val="4F81BC"/>
            </a:solidFill>
          </a:ln>
        </p:spPr>
        <p:txBody>
          <a:bodyPr wrap="square" lIns="0" tIns="0" rIns="0" bIns="0" rtlCol="0"/>
          <a:lstStyle/>
          <a:p>
            <a:endParaRPr/>
          </a:p>
        </p:txBody>
      </p:sp>
      <p:sp>
        <p:nvSpPr>
          <p:cNvPr id="7" name="object 7">
            <a:extLst>
              <a:ext uri="{FF2B5EF4-FFF2-40B4-BE49-F238E27FC236}">
                <a16:creationId xmlns:a16="http://schemas.microsoft.com/office/drawing/2014/main" id="{EC43320D-1F30-D0C3-4768-4A6F74E4CE02}"/>
              </a:ext>
            </a:extLst>
          </p:cNvPr>
          <p:cNvSpPr txBox="1"/>
          <p:nvPr/>
        </p:nvSpPr>
        <p:spPr>
          <a:xfrm>
            <a:off x="165754" y="2087347"/>
            <a:ext cx="6525189" cy="2208297"/>
          </a:xfrm>
          <a:prstGeom prst="rect">
            <a:avLst/>
          </a:prstGeom>
        </p:spPr>
        <p:txBody>
          <a:bodyPr vert="horz" wrap="square" lIns="0" tIns="139700" rIns="0" bIns="0" rtlCol="0">
            <a:spAutoFit/>
          </a:bodyPr>
          <a:lstStyle/>
          <a:p>
            <a:pPr>
              <a:spcBef>
                <a:spcPts val="1100"/>
              </a:spcBef>
              <a:tabLst>
                <a:tab pos="1430655" algn="l"/>
              </a:tabLst>
            </a:pPr>
            <a:r>
              <a:rPr lang="en-IN" b="1" u="sng" spc="-10" dirty="0">
                <a:solidFill>
                  <a:srgbClr val="FFC000"/>
                </a:solidFill>
                <a:uFill>
                  <a:solidFill>
                    <a:srgbClr val="FFC000"/>
                  </a:solidFill>
                </a:uFill>
                <a:latin typeface="Calibri"/>
                <a:cs typeface="Calibri"/>
              </a:rPr>
              <a:t>In</a:t>
            </a:r>
            <a:r>
              <a:rPr lang="en-IN" sz="1800" b="1" u="sng" spc="-10" dirty="0">
                <a:solidFill>
                  <a:srgbClr val="FFC000"/>
                </a:solidFill>
                <a:uFill>
                  <a:solidFill>
                    <a:srgbClr val="FFC000"/>
                  </a:solidFill>
                </a:uFill>
                <a:latin typeface="Calibri"/>
                <a:cs typeface="Calibri"/>
              </a:rPr>
              <a:t>put:</a:t>
            </a:r>
            <a:endParaRPr dirty="0">
              <a:latin typeface="Times New Roman" panose="02020603050405020304" pitchFamily="18" charset="0"/>
              <a:cs typeface="Times New Roman" panose="02020603050405020304" pitchFamily="18" charset="0"/>
            </a:endParaRPr>
          </a:p>
          <a:p>
            <a:pPr>
              <a:spcBef>
                <a:spcPts val="994"/>
              </a:spcBef>
            </a:pPr>
            <a:r>
              <a:rPr lang="en-US" i="1" dirty="0">
                <a:latin typeface="Times New Roman" panose="02020603050405020304" pitchFamily="18" charset="0"/>
                <a:cs typeface="Times New Roman" panose="02020603050405020304" pitchFamily="18" charset="0"/>
              </a:rPr>
              <a:t># Extending a list with another list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list1 = [1, 2, 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list2 = [4, 5]</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list1.extend(list2)</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print(list1)</a:t>
            </a:r>
            <a:br>
              <a:rPr lang="en-US" dirty="0">
                <a:latin typeface="Times New Roman" panose="02020603050405020304" pitchFamily="18" charset="0"/>
                <a:cs typeface="Times New Roman" panose="02020603050405020304" pitchFamily="18" charset="0"/>
              </a:rPr>
            </a:br>
            <a:endParaRPr dirty="0">
              <a:latin typeface="Times New Roman" panose="02020603050405020304" pitchFamily="18" charset="0"/>
              <a:cs typeface="Times New Roman" panose="02020603050405020304" pitchFamily="18" charset="0"/>
            </a:endParaRPr>
          </a:p>
        </p:txBody>
      </p:sp>
      <p:sp>
        <p:nvSpPr>
          <p:cNvPr id="8" name="object 8">
            <a:extLst>
              <a:ext uri="{FF2B5EF4-FFF2-40B4-BE49-F238E27FC236}">
                <a16:creationId xmlns:a16="http://schemas.microsoft.com/office/drawing/2014/main" id="{15A9BF3B-2E58-A317-3850-DB7F71165789}"/>
              </a:ext>
            </a:extLst>
          </p:cNvPr>
          <p:cNvSpPr txBox="1"/>
          <p:nvPr/>
        </p:nvSpPr>
        <p:spPr>
          <a:xfrm>
            <a:off x="7001060" y="3723104"/>
            <a:ext cx="3328624" cy="832279"/>
          </a:xfrm>
          <a:prstGeom prst="rect">
            <a:avLst/>
          </a:prstGeom>
          <a:ln w="12700">
            <a:solidFill>
              <a:srgbClr val="4F81BC"/>
            </a:solidFill>
          </a:ln>
        </p:spPr>
        <p:txBody>
          <a:bodyPr vert="horz" wrap="square" lIns="0" tIns="26670" rIns="0" bIns="0" rtlCol="0">
            <a:spAutoFit/>
          </a:bodyPr>
          <a:lstStyle/>
          <a:p>
            <a:pPr marL="92075">
              <a:spcBef>
                <a:spcPts val="210"/>
              </a:spcBef>
            </a:pPr>
            <a:r>
              <a:rPr sz="2400" b="1" u="sng" spc="-10" dirty="0">
                <a:solidFill>
                  <a:srgbClr val="FFC000"/>
                </a:solidFill>
                <a:uFill>
                  <a:solidFill>
                    <a:srgbClr val="FFC000"/>
                  </a:solidFill>
                </a:uFill>
                <a:latin typeface="Calibri"/>
                <a:cs typeface="Calibri"/>
              </a:rPr>
              <a:t>Output:</a:t>
            </a:r>
            <a:endParaRPr sz="2400" dirty="0">
              <a:latin typeface="Calibri"/>
              <a:cs typeface="Calibri"/>
            </a:endParaRPr>
          </a:p>
          <a:p>
            <a:pPr marL="92075">
              <a:spcBef>
                <a:spcPts val="994"/>
              </a:spcBef>
            </a:pPr>
            <a:r>
              <a:rPr lang="en-IN" sz="2000" b="1" dirty="0">
                <a:latin typeface="Times New Roman" panose="02020603050405020304" pitchFamily="18" charset="0"/>
                <a:cs typeface="Times New Roman" panose="02020603050405020304" pitchFamily="18" charset="0"/>
              </a:rPr>
              <a:t>[1, 2, 3, 4, 5]</a:t>
            </a:r>
          </a:p>
        </p:txBody>
      </p:sp>
      <p:sp>
        <p:nvSpPr>
          <p:cNvPr id="9" name="Slide Number Placeholder 8">
            <a:extLst>
              <a:ext uri="{FF2B5EF4-FFF2-40B4-BE49-F238E27FC236}">
                <a16:creationId xmlns:a16="http://schemas.microsoft.com/office/drawing/2014/main" id="{EA55F58F-6F69-28F8-955C-4EBD8576C354}"/>
              </a:ext>
            </a:extLst>
          </p:cNvPr>
          <p:cNvSpPr>
            <a:spLocks noGrp="1"/>
          </p:cNvSpPr>
          <p:nvPr>
            <p:ph type="sldNum" sz="quarter" idx="7"/>
          </p:nvPr>
        </p:nvSpPr>
        <p:spPr>
          <a:xfrm>
            <a:off x="9300718" y="6473521"/>
            <a:ext cx="2804160" cy="276999"/>
          </a:xfrm>
        </p:spPr>
        <p:txBody>
          <a:bodyPr/>
          <a:lstStyle/>
          <a:p>
            <a:fld id="{B6F15528-21DE-4FAA-801E-634DDDAF4B2B}" type="slidenum">
              <a:rPr lang="en-US"/>
              <a:t>25</a:t>
            </a:fld>
            <a:endParaRPr lang="en-US" dirty="0"/>
          </a:p>
        </p:txBody>
      </p:sp>
      <p:sp>
        <p:nvSpPr>
          <p:cNvPr id="10" name="TextBox 9">
            <a:extLst>
              <a:ext uri="{FF2B5EF4-FFF2-40B4-BE49-F238E27FC236}">
                <a16:creationId xmlns:a16="http://schemas.microsoft.com/office/drawing/2014/main" id="{D60226B1-5E82-7170-F0E8-47C4495C04DC}"/>
              </a:ext>
            </a:extLst>
          </p:cNvPr>
          <p:cNvSpPr txBox="1"/>
          <p:nvPr/>
        </p:nvSpPr>
        <p:spPr>
          <a:xfrm>
            <a:off x="6907033" y="2599887"/>
            <a:ext cx="4028821" cy="400110"/>
          </a:xfrm>
          <a:prstGeom prst="rect">
            <a:avLst/>
          </a:prstGeom>
          <a:noFill/>
        </p:spPr>
        <p:txBody>
          <a:bodyPr wrap="square" rtlCol="0">
            <a:spAutoFit/>
          </a:bodyPr>
          <a:lstStyle/>
          <a:p>
            <a:r>
              <a:rPr lang="en-US" sz="2000" b="1" u="sng" dirty="0">
                <a:uFill>
                  <a:solidFill>
                    <a:srgbClr val="000000"/>
                  </a:solidFill>
                </a:uFill>
                <a:latin typeface="Times New Roman" panose="02020603050405020304" pitchFamily="18" charset="0"/>
                <a:cs typeface="Times New Roman" panose="02020603050405020304" pitchFamily="18" charset="0"/>
              </a:rPr>
              <a:t>Syntax:</a:t>
            </a:r>
            <a:r>
              <a:rPr lang="en-US" sz="2000" spc="-10" dirty="0">
                <a:solidFill>
                  <a:srgbClr val="FF0000"/>
                </a:solidFill>
                <a:latin typeface="Times New Roman" panose="02020603050405020304" pitchFamily="18" charset="0"/>
                <a:cs typeface="Times New Roman" panose="02020603050405020304" pitchFamily="18" charset="0"/>
              </a:rPr>
              <a:t>    my_list1</a:t>
            </a:r>
            <a:r>
              <a:rPr lang="en-US" sz="2000" spc="-10" dirty="0">
                <a:solidFill>
                  <a:srgbClr val="008080"/>
                </a:solidFill>
                <a:latin typeface="Times New Roman" panose="02020603050405020304" pitchFamily="18" charset="0"/>
                <a:cs typeface="Times New Roman" panose="02020603050405020304" pitchFamily="18" charset="0"/>
              </a:rPr>
              <a:t>.extend(</a:t>
            </a:r>
            <a:r>
              <a:rPr lang="en-US" sz="2000" spc="-10" dirty="0">
                <a:solidFill>
                  <a:srgbClr val="0D0D0D"/>
                </a:solidFill>
                <a:latin typeface="Times New Roman" panose="02020603050405020304" pitchFamily="18" charset="0"/>
                <a:cs typeface="Times New Roman" panose="02020603050405020304" pitchFamily="18" charset="0"/>
              </a:rPr>
              <a:t>iterable</a:t>
            </a:r>
            <a:r>
              <a:rPr lang="en-US" sz="2000" spc="-10" dirty="0">
                <a:solidFill>
                  <a:srgbClr val="008080"/>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95455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74DC33E-8F15-27DD-F91B-83752FCEE2F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F957708-48B7-58F9-58B7-E3126F58D123}"/>
              </a:ext>
            </a:extLst>
          </p:cNvPr>
          <p:cNvSpPr txBox="1">
            <a:spLocks noGrp="1"/>
          </p:cNvSpPr>
          <p:nvPr>
            <p:ph type="title"/>
          </p:nvPr>
        </p:nvSpPr>
        <p:spPr>
          <a:xfrm>
            <a:off x="2678718" y="44578"/>
            <a:ext cx="8023860" cy="505267"/>
          </a:xfrm>
          <a:prstGeom prst="rect">
            <a:avLst/>
          </a:prstGeom>
        </p:spPr>
        <p:txBody>
          <a:bodyPr vert="horz" wrap="square" lIns="0" tIns="12700" rIns="0" bIns="0" rtlCol="0">
            <a:spAutoFit/>
          </a:bodyPr>
          <a:lstStyle/>
          <a:p>
            <a:pPr marL="12700">
              <a:spcBef>
                <a:spcPts val="100"/>
              </a:spcBef>
            </a:pPr>
            <a:r>
              <a:t>List</a:t>
            </a:r>
            <a:r>
              <a:rPr spc="-15"/>
              <a:t> </a:t>
            </a:r>
            <a:r>
              <a:t>Functions</a:t>
            </a:r>
            <a:r>
              <a:rPr spc="-45"/>
              <a:t> </a:t>
            </a:r>
            <a:r>
              <a:t>&amp;</a:t>
            </a:r>
            <a:r>
              <a:rPr spc="-10"/>
              <a:t> </a:t>
            </a:r>
            <a:r>
              <a:t>Methods</a:t>
            </a:r>
            <a:r>
              <a:rPr spc="-35"/>
              <a:t> </a:t>
            </a:r>
            <a:r>
              <a:rPr>
                <a:solidFill>
                  <a:srgbClr val="000000"/>
                </a:solidFill>
              </a:rPr>
              <a:t>in</a:t>
            </a:r>
            <a:r>
              <a:rPr spc="-35">
                <a:solidFill>
                  <a:srgbClr val="000000"/>
                </a:solidFill>
              </a:rPr>
              <a:t> </a:t>
            </a:r>
            <a:r>
              <a:rPr spc="-10">
                <a:solidFill>
                  <a:srgbClr val="0983C0"/>
                </a:solidFill>
              </a:rPr>
              <a:t>Python</a:t>
            </a:r>
          </a:p>
        </p:txBody>
      </p:sp>
      <p:sp>
        <p:nvSpPr>
          <p:cNvPr id="3" name="object 3">
            <a:extLst>
              <a:ext uri="{FF2B5EF4-FFF2-40B4-BE49-F238E27FC236}">
                <a16:creationId xmlns:a16="http://schemas.microsoft.com/office/drawing/2014/main" id="{2FD12D62-B3CE-B71B-A824-CCDF9DA43179}"/>
              </a:ext>
            </a:extLst>
          </p:cNvPr>
          <p:cNvSpPr txBox="1"/>
          <p:nvPr/>
        </p:nvSpPr>
        <p:spPr>
          <a:xfrm>
            <a:off x="9300718" y="222884"/>
            <a:ext cx="593090" cy="299720"/>
          </a:xfrm>
          <a:prstGeom prst="rect">
            <a:avLst/>
          </a:prstGeom>
        </p:spPr>
        <p:txBody>
          <a:bodyPr vert="horz" wrap="square" lIns="0" tIns="12700" rIns="0" bIns="0" rtlCol="0">
            <a:spAutoFit/>
          </a:bodyPr>
          <a:lstStyle/>
          <a:p>
            <a:pPr marL="12700">
              <a:spcBef>
                <a:spcPts val="100"/>
              </a:spcBef>
            </a:pPr>
            <a:r>
              <a:rPr b="1" spc="-10">
                <a:latin typeface="Calibri"/>
                <a:cs typeface="Calibri"/>
              </a:rPr>
              <a:t>Cont..</a:t>
            </a:r>
            <a:endParaRPr>
              <a:latin typeface="Calibri"/>
              <a:cs typeface="Calibri"/>
            </a:endParaRPr>
          </a:p>
        </p:txBody>
      </p:sp>
      <p:sp>
        <p:nvSpPr>
          <p:cNvPr id="4" name="object 4">
            <a:extLst>
              <a:ext uri="{FF2B5EF4-FFF2-40B4-BE49-F238E27FC236}">
                <a16:creationId xmlns:a16="http://schemas.microsoft.com/office/drawing/2014/main" id="{16D7DD9E-2E9A-5589-0093-40652FA36326}"/>
              </a:ext>
            </a:extLst>
          </p:cNvPr>
          <p:cNvSpPr txBox="1"/>
          <p:nvPr/>
        </p:nvSpPr>
        <p:spPr>
          <a:xfrm>
            <a:off x="145732" y="700910"/>
            <a:ext cx="11757891" cy="1752403"/>
          </a:xfrm>
          <a:prstGeom prst="rect">
            <a:avLst/>
          </a:prstGeom>
        </p:spPr>
        <p:txBody>
          <a:bodyPr vert="horz" wrap="square" lIns="0" tIns="86995" rIns="0" bIns="0" rtlCol="0" anchor="t">
            <a:spAutoFit/>
          </a:bodyPr>
          <a:lstStyle/>
          <a:p>
            <a:pPr marL="12700">
              <a:spcBef>
                <a:spcPts val="685"/>
              </a:spcBef>
            </a:pPr>
            <a:r>
              <a:rPr sz="2400" b="1" u="sng" dirty="0">
                <a:solidFill>
                  <a:srgbClr val="0983C0"/>
                </a:solidFill>
                <a:uFill>
                  <a:solidFill>
                    <a:srgbClr val="0983C0"/>
                  </a:solidFill>
                </a:uFill>
                <a:latin typeface="Times New Roman" panose="02020603050405020304" pitchFamily="18" charset="0"/>
                <a:cs typeface="Times New Roman" panose="02020603050405020304" pitchFamily="18" charset="0"/>
              </a:rPr>
              <a:t>☞</a:t>
            </a:r>
            <a:r>
              <a:rPr sz="2400" b="1" u="sng" spc="-330" dirty="0">
                <a:solidFill>
                  <a:srgbClr val="0983C0"/>
                </a:solidFill>
                <a:uFill>
                  <a:solidFill>
                    <a:srgbClr val="0983C0"/>
                  </a:solidFill>
                </a:uFill>
                <a:latin typeface="Times New Roman" panose="02020603050405020304" pitchFamily="18" charset="0"/>
                <a:cs typeface="Times New Roman" panose="02020603050405020304" pitchFamily="18" charset="0"/>
              </a:rPr>
              <a:t> </a:t>
            </a:r>
            <a:r>
              <a:rPr lang="en-IN" sz="2400" b="1" u="sng" dirty="0">
                <a:solidFill>
                  <a:srgbClr val="0983C0"/>
                </a:solidFill>
                <a:uFill>
                  <a:solidFill>
                    <a:srgbClr val="0983C0"/>
                  </a:solidFill>
                </a:uFill>
                <a:latin typeface="Times New Roman" panose="02020603050405020304" pitchFamily="18" charset="0"/>
                <a:cs typeface="Times New Roman" panose="02020603050405020304" pitchFamily="18" charset="0"/>
              </a:rPr>
              <a:t>copy</a:t>
            </a:r>
            <a:r>
              <a:rPr sz="2400" b="1" u="sng" spc="-90" dirty="0">
                <a:solidFill>
                  <a:srgbClr val="0983C0"/>
                </a:solidFill>
                <a:uFill>
                  <a:solidFill>
                    <a:srgbClr val="0983C0"/>
                  </a:solidFill>
                </a:uFill>
                <a:latin typeface="Times New Roman" panose="02020603050405020304" pitchFamily="18" charset="0"/>
                <a:cs typeface="Times New Roman" panose="02020603050405020304" pitchFamily="18" charset="0"/>
              </a:rPr>
              <a:t> </a:t>
            </a:r>
            <a:r>
              <a:rPr sz="2400" b="1" u="sng" spc="-25" dirty="0">
                <a:solidFill>
                  <a:srgbClr val="0983C0"/>
                </a:solidFill>
                <a:uFill>
                  <a:solidFill>
                    <a:srgbClr val="0983C0"/>
                  </a:solidFill>
                </a:uFill>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354965" indent="-342265" algn="just">
              <a:spcBef>
                <a:spcPts val="535"/>
              </a:spcBef>
              <a:buFont typeface="Arial MT"/>
              <a:buChar char="•"/>
              <a:tabLst>
                <a:tab pos="354965" algn="l"/>
              </a:tabLst>
            </a:pPr>
            <a:r>
              <a:rPr lang="en-US" sz="2000" dirty="0">
                <a:latin typeface="Times New Roman" panose="02020603050405020304" pitchFamily="18" charset="0"/>
                <a:cs typeface="Times New Roman" panose="02020603050405020304" pitchFamily="18" charset="0"/>
              </a:rPr>
              <a:t>In Python, copying a list can be done in several ways, depending on whether a shallow or deep copy is required.</a:t>
            </a:r>
          </a:p>
          <a:p>
            <a:r>
              <a:rPr lang="en-US" sz="2000" b="1" dirty="0">
                <a:latin typeface="Times New Roman" panose="02020603050405020304" pitchFamily="18" charset="0"/>
                <a:cs typeface="Times New Roman" panose="02020603050405020304" pitchFamily="18" charset="0"/>
              </a:rPr>
              <a:t>1. Shallow Copy:</a:t>
            </a:r>
          </a:p>
          <a:p>
            <a:r>
              <a:rPr lang="en-US" sz="2000" dirty="0">
                <a:latin typeface="Times New Roman" panose="02020603050405020304" pitchFamily="18" charset="0"/>
                <a:cs typeface="Times New Roman" panose="02020603050405020304" pitchFamily="18" charset="0"/>
              </a:rPr>
              <a:t>Using the copy() method: This is the most straightforward way to create a shallow copy. It creates a new list object, but the elements within the new list are references to the same objects as in the original list.</a:t>
            </a:r>
            <a:endParaRPr sz="2000" dirty="0">
              <a:latin typeface="Times New Roman" panose="02020603050405020304" pitchFamily="18" charset="0"/>
              <a:cs typeface="Times New Roman" panose="02020603050405020304" pitchFamily="18" charset="0"/>
            </a:endParaRPr>
          </a:p>
        </p:txBody>
      </p:sp>
      <p:sp>
        <p:nvSpPr>
          <p:cNvPr id="5" name="object 5">
            <a:extLst>
              <a:ext uri="{FF2B5EF4-FFF2-40B4-BE49-F238E27FC236}">
                <a16:creationId xmlns:a16="http://schemas.microsoft.com/office/drawing/2014/main" id="{A3C301D0-4171-5963-3DA0-D4B8D9C60F75}"/>
              </a:ext>
            </a:extLst>
          </p:cNvPr>
          <p:cNvSpPr/>
          <p:nvPr/>
        </p:nvSpPr>
        <p:spPr>
          <a:xfrm>
            <a:off x="1524000" y="642874"/>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sp>
        <p:nvSpPr>
          <p:cNvPr id="7" name="object 7">
            <a:extLst>
              <a:ext uri="{FF2B5EF4-FFF2-40B4-BE49-F238E27FC236}">
                <a16:creationId xmlns:a16="http://schemas.microsoft.com/office/drawing/2014/main" id="{B6E64CAB-748B-C9BD-E004-2769DBCA11BE}"/>
              </a:ext>
            </a:extLst>
          </p:cNvPr>
          <p:cNvSpPr txBox="1"/>
          <p:nvPr/>
        </p:nvSpPr>
        <p:spPr>
          <a:xfrm>
            <a:off x="162482" y="2420888"/>
            <a:ext cx="5061526" cy="3329116"/>
          </a:xfrm>
          <a:prstGeom prst="rect">
            <a:avLst/>
          </a:prstGeom>
        </p:spPr>
        <p:txBody>
          <a:bodyPr vert="horz" wrap="square" lIns="0" tIns="139700" rIns="0" bIns="0" rtlCol="0">
            <a:spAutoFit/>
          </a:bodyPr>
          <a:lstStyle/>
          <a:p>
            <a:pPr>
              <a:spcBef>
                <a:spcPts val="1100"/>
              </a:spcBef>
              <a:tabLst>
                <a:tab pos="1430655" algn="l"/>
              </a:tabLst>
            </a:pPr>
            <a:r>
              <a:rPr lang="en-IN" b="1" u="sng" spc="-10" dirty="0">
                <a:solidFill>
                  <a:srgbClr val="FFC000"/>
                </a:solidFill>
                <a:uFill>
                  <a:solidFill>
                    <a:srgbClr val="FFC000"/>
                  </a:solidFill>
                </a:uFill>
                <a:latin typeface="Times New Roman" panose="02020603050405020304" pitchFamily="18" charset="0"/>
                <a:cs typeface="Times New Roman" panose="02020603050405020304" pitchFamily="18" charset="0"/>
              </a:rPr>
              <a:t>Input:</a:t>
            </a:r>
          </a:p>
          <a:p>
            <a:pPr>
              <a:spcBef>
                <a:spcPts val="1100"/>
              </a:spcBef>
              <a:tabLst>
                <a:tab pos="1430655" algn="l"/>
              </a:tabLst>
            </a:pPr>
            <a:r>
              <a:rPr lang="en-IN" dirty="0">
                <a:solidFill>
                  <a:schemeClr val="accent3">
                    <a:lumMod val="75000"/>
                  </a:schemeClr>
                </a:solidFill>
                <a:latin typeface="Times New Roman" panose="02020603050405020304" pitchFamily="18" charset="0"/>
                <a:cs typeface="Times New Roman" panose="02020603050405020304" pitchFamily="18" charset="0"/>
              </a:rPr>
              <a:t># copy using copy function</a:t>
            </a:r>
            <a:endParaRPr dirty="0">
              <a:latin typeface="Times New Roman" panose="02020603050405020304" pitchFamily="18" charset="0"/>
              <a:cs typeface="Times New Roman" panose="02020603050405020304" pitchFamily="18" charset="0"/>
            </a:endParaRPr>
          </a:p>
          <a:p>
            <a:r>
              <a:rPr lang="en-IN" dirty="0"/>
              <a:t>import copy</a:t>
            </a:r>
            <a:br>
              <a:rPr lang="en-IN" dirty="0"/>
            </a:br>
            <a:br>
              <a:rPr lang="en-IN" dirty="0"/>
            </a:br>
            <a:r>
              <a:rPr lang="en-IN" dirty="0"/>
              <a:t>original = [1, 2, [3, 4]]</a:t>
            </a:r>
            <a:br>
              <a:rPr lang="en-IN" dirty="0"/>
            </a:br>
            <a:r>
              <a:rPr lang="en-IN" dirty="0"/>
              <a:t>shallow = </a:t>
            </a:r>
            <a:r>
              <a:rPr lang="en-IN" dirty="0" err="1"/>
              <a:t>original.copy</a:t>
            </a:r>
            <a:r>
              <a:rPr lang="en-IN" dirty="0"/>
              <a:t>()</a:t>
            </a:r>
            <a:br>
              <a:rPr lang="en-IN" dirty="0"/>
            </a:br>
            <a:br>
              <a:rPr lang="en-IN" dirty="0"/>
            </a:br>
            <a:r>
              <a:rPr lang="en-IN" dirty="0"/>
              <a:t>shallow[2][0] = 10</a:t>
            </a:r>
            <a:br>
              <a:rPr lang="en-IN" dirty="0"/>
            </a:br>
            <a:br>
              <a:rPr lang="en-IN" dirty="0"/>
            </a:br>
            <a:r>
              <a:rPr lang="en-IN" dirty="0"/>
              <a:t>print(original)</a:t>
            </a:r>
            <a:br>
              <a:rPr lang="en-IN" dirty="0"/>
            </a:br>
            <a:r>
              <a:rPr lang="en-IN" dirty="0"/>
              <a:t>print(shallow)</a:t>
            </a:r>
            <a:endParaRPr lang="en-IN"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8" name="object 8">
            <a:extLst>
              <a:ext uri="{FF2B5EF4-FFF2-40B4-BE49-F238E27FC236}">
                <a16:creationId xmlns:a16="http://schemas.microsoft.com/office/drawing/2014/main" id="{3A019520-8EB9-31DF-3661-5A57C388DF3D}"/>
              </a:ext>
            </a:extLst>
          </p:cNvPr>
          <p:cNvSpPr txBox="1"/>
          <p:nvPr/>
        </p:nvSpPr>
        <p:spPr>
          <a:xfrm>
            <a:off x="5329277" y="4053396"/>
            <a:ext cx="5865196" cy="1078500"/>
          </a:xfrm>
          <a:prstGeom prst="rect">
            <a:avLst/>
          </a:prstGeom>
          <a:ln w="12700">
            <a:solidFill>
              <a:srgbClr val="4F81BC"/>
            </a:solidFill>
          </a:ln>
        </p:spPr>
        <p:txBody>
          <a:bodyPr vert="horz" wrap="square" lIns="0" tIns="26670" rIns="0" bIns="0" rtlCol="0">
            <a:spAutoFit/>
          </a:bodyPr>
          <a:lstStyle/>
          <a:p>
            <a:pPr marL="92075">
              <a:spcBef>
                <a:spcPts val="210"/>
              </a:spcBef>
            </a:pPr>
            <a:r>
              <a:rPr sz="2400" b="1" u="sng" spc="-10" dirty="0">
                <a:solidFill>
                  <a:srgbClr val="FFC000"/>
                </a:solidFill>
                <a:uFill>
                  <a:solidFill>
                    <a:srgbClr val="FFC000"/>
                  </a:solidFill>
                </a:uFill>
                <a:latin typeface="Calibri"/>
                <a:cs typeface="Calibri"/>
              </a:rPr>
              <a:t>Output:</a:t>
            </a:r>
            <a:endParaRPr sz="2400" dirty="0">
              <a:latin typeface="Calibri"/>
              <a:cs typeface="Calibri"/>
            </a:endParaRPr>
          </a:p>
          <a:p>
            <a:pPr marL="92075">
              <a:spcBef>
                <a:spcPts val="994"/>
              </a:spcBef>
            </a:pPr>
            <a:r>
              <a:rPr lang="en-IN" dirty="0"/>
              <a:t>[1, 2, [10, 4]]</a:t>
            </a:r>
            <a:br>
              <a:rPr lang="en-IN" dirty="0"/>
            </a:br>
            <a:r>
              <a:rPr lang="en-IN" dirty="0"/>
              <a:t>[1, 2, [10, 4]]</a:t>
            </a:r>
            <a:endParaRPr lang="en-US" dirty="0">
              <a:solidFill>
                <a:schemeClr val="accent1"/>
              </a:solidFill>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0C804E87-9A39-1882-5457-147F4A551208}"/>
              </a:ext>
            </a:extLst>
          </p:cNvPr>
          <p:cNvSpPr>
            <a:spLocks noGrp="1"/>
          </p:cNvSpPr>
          <p:nvPr>
            <p:ph type="sldNum" sz="quarter" idx="7"/>
          </p:nvPr>
        </p:nvSpPr>
        <p:spPr>
          <a:xfrm>
            <a:off x="11702368" y="6473521"/>
            <a:ext cx="402510" cy="276999"/>
          </a:xfrm>
        </p:spPr>
        <p:txBody>
          <a:bodyPr/>
          <a:lstStyle/>
          <a:p>
            <a:fld id="{B6F15528-21DE-4FAA-801E-634DDDAF4B2B}" type="slidenum">
              <a:rPr lang="en-US"/>
              <a:t>26</a:t>
            </a:fld>
            <a:endParaRPr lang="en-US" dirty="0"/>
          </a:p>
        </p:txBody>
      </p:sp>
      <p:sp>
        <p:nvSpPr>
          <p:cNvPr id="10" name="TextBox 9">
            <a:extLst>
              <a:ext uri="{FF2B5EF4-FFF2-40B4-BE49-F238E27FC236}">
                <a16:creationId xmlns:a16="http://schemas.microsoft.com/office/drawing/2014/main" id="{73CB9EA1-F6ED-0797-7585-AD8EB575E880}"/>
              </a:ext>
            </a:extLst>
          </p:cNvPr>
          <p:cNvSpPr txBox="1"/>
          <p:nvPr/>
        </p:nvSpPr>
        <p:spPr>
          <a:xfrm>
            <a:off x="4145979" y="2604378"/>
            <a:ext cx="5293583" cy="400110"/>
          </a:xfrm>
          <a:prstGeom prst="rect">
            <a:avLst/>
          </a:prstGeom>
          <a:noFill/>
        </p:spPr>
        <p:txBody>
          <a:bodyPr wrap="square" rtlCol="0">
            <a:spAutoFit/>
          </a:bodyPr>
          <a:lstStyle/>
          <a:p>
            <a:r>
              <a:rPr lang="en-US" sz="2000" b="1" u="sng" dirty="0">
                <a:uFill>
                  <a:solidFill>
                    <a:srgbClr val="000000"/>
                  </a:solidFill>
                </a:uFill>
                <a:latin typeface="Times New Roman" panose="02020603050405020304" pitchFamily="18" charset="0"/>
                <a:cs typeface="Times New Roman" panose="02020603050405020304" pitchFamily="18" charset="0"/>
              </a:rPr>
              <a:t>Syntax:</a:t>
            </a:r>
            <a:r>
              <a:rPr lang="en-US" sz="2000" spc="-10" dirty="0">
                <a:solidFill>
                  <a:srgbClr val="FF0000"/>
                </a:solidFill>
                <a:latin typeface="Times New Roman" panose="02020603050405020304" pitchFamily="18" charset="0"/>
                <a:cs typeface="Times New Roman" panose="02020603050405020304" pitchFamily="18" charset="0"/>
              </a:rPr>
              <a:t>    </a:t>
            </a:r>
            <a:r>
              <a:rPr lang="en-US" sz="2000" spc="-10" dirty="0" err="1">
                <a:solidFill>
                  <a:srgbClr val="FF0000"/>
                </a:solidFill>
                <a:latin typeface="Times New Roman" panose="02020603050405020304" pitchFamily="18" charset="0"/>
                <a:cs typeface="Times New Roman" panose="02020603050405020304" pitchFamily="18" charset="0"/>
              </a:rPr>
              <a:t>my_list</a:t>
            </a:r>
            <a:r>
              <a:rPr lang="en-US" sz="2000" spc="-10" dirty="0">
                <a:solidFill>
                  <a:srgbClr val="FF0000"/>
                </a:solidFill>
                <a:latin typeface="Times New Roman" panose="02020603050405020304" pitchFamily="18" charset="0"/>
                <a:cs typeface="Times New Roman" panose="02020603050405020304" pitchFamily="18" charset="0"/>
              </a:rPr>
              <a:t> 2 = my_list1</a:t>
            </a:r>
            <a:r>
              <a:rPr lang="en-US" sz="2000" spc="-10" dirty="0">
                <a:solidFill>
                  <a:srgbClr val="008080"/>
                </a:solidFill>
                <a:latin typeface="Times New Roman" panose="02020603050405020304" pitchFamily="18" charset="0"/>
                <a:cs typeface="Times New Roman" panose="02020603050405020304" pitchFamily="18" charset="0"/>
              </a:rPr>
              <a:t>.copy()</a:t>
            </a:r>
          </a:p>
        </p:txBody>
      </p:sp>
    </p:spTree>
    <p:extLst>
      <p:ext uri="{BB962C8B-B14F-4D97-AF65-F5344CB8AC3E}">
        <p14:creationId xmlns:p14="http://schemas.microsoft.com/office/powerpoint/2010/main" val="12947859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0CA3237-E676-4D12-A748-154BE30A137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509B41E-7593-D7B7-C2DC-5E3152DB8A2F}"/>
              </a:ext>
            </a:extLst>
          </p:cNvPr>
          <p:cNvSpPr txBox="1">
            <a:spLocks noGrp="1"/>
          </p:cNvSpPr>
          <p:nvPr>
            <p:ph type="title"/>
          </p:nvPr>
        </p:nvSpPr>
        <p:spPr>
          <a:xfrm>
            <a:off x="2678718" y="44578"/>
            <a:ext cx="8023860" cy="505267"/>
          </a:xfrm>
          <a:prstGeom prst="rect">
            <a:avLst/>
          </a:prstGeom>
        </p:spPr>
        <p:txBody>
          <a:bodyPr vert="horz" wrap="square" lIns="0" tIns="12700" rIns="0" bIns="0" rtlCol="0">
            <a:spAutoFit/>
          </a:bodyPr>
          <a:lstStyle/>
          <a:p>
            <a:pPr marL="12700">
              <a:spcBef>
                <a:spcPts val="100"/>
              </a:spcBef>
            </a:pPr>
            <a:r>
              <a:t>List</a:t>
            </a:r>
            <a:r>
              <a:rPr spc="-15"/>
              <a:t> </a:t>
            </a:r>
            <a:r>
              <a:t>Functions</a:t>
            </a:r>
            <a:r>
              <a:rPr spc="-45"/>
              <a:t> </a:t>
            </a:r>
            <a:r>
              <a:t>&amp;</a:t>
            </a:r>
            <a:r>
              <a:rPr spc="-10"/>
              <a:t> </a:t>
            </a:r>
            <a:r>
              <a:t>Methods</a:t>
            </a:r>
            <a:r>
              <a:rPr spc="-35"/>
              <a:t> </a:t>
            </a:r>
            <a:r>
              <a:rPr>
                <a:solidFill>
                  <a:srgbClr val="000000"/>
                </a:solidFill>
              </a:rPr>
              <a:t>in</a:t>
            </a:r>
            <a:r>
              <a:rPr spc="-35">
                <a:solidFill>
                  <a:srgbClr val="000000"/>
                </a:solidFill>
              </a:rPr>
              <a:t> </a:t>
            </a:r>
            <a:r>
              <a:rPr spc="-10">
                <a:solidFill>
                  <a:srgbClr val="0983C0"/>
                </a:solidFill>
              </a:rPr>
              <a:t>Python</a:t>
            </a:r>
          </a:p>
        </p:txBody>
      </p:sp>
      <p:sp>
        <p:nvSpPr>
          <p:cNvPr id="3" name="object 3">
            <a:extLst>
              <a:ext uri="{FF2B5EF4-FFF2-40B4-BE49-F238E27FC236}">
                <a16:creationId xmlns:a16="http://schemas.microsoft.com/office/drawing/2014/main" id="{BEB3F0EA-8AC3-ED7C-E87C-EB7024C2E3CF}"/>
              </a:ext>
            </a:extLst>
          </p:cNvPr>
          <p:cNvSpPr txBox="1"/>
          <p:nvPr/>
        </p:nvSpPr>
        <p:spPr>
          <a:xfrm>
            <a:off x="9300718" y="222884"/>
            <a:ext cx="593090" cy="299720"/>
          </a:xfrm>
          <a:prstGeom prst="rect">
            <a:avLst/>
          </a:prstGeom>
        </p:spPr>
        <p:txBody>
          <a:bodyPr vert="horz" wrap="square" lIns="0" tIns="12700" rIns="0" bIns="0" rtlCol="0">
            <a:spAutoFit/>
          </a:bodyPr>
          <a:lstStyle/>
          <a:p>
            <a:pPr marL="12700">
              <a:spcBef>
                <a:spcPts val="100"/>
              </a:spcBef>
            </a:pPr>
            <a:r>
              <a:rPr b="1" spc="-10">
                <a:latin typeface="Calibri"/>
                <a:cs typeface="Calibri"/>
              </a:rPr>
              <a:t>Cont..</a:t>
            </a:r>
            <a:endParaRPr>
              <a:latin typeface="Calibri"/>
              <a:cs typeface="Calibri"/>
            </a:endParaRPr>
          </a:p>
        </p:txBody>
      </p:sp>
      <p:sp>
        <p:nvSpPr>
          <p:cNvPr id="4" name="object 4">
            <a:extLst>
              <a:ext uri="{FF2B5EF4-FFF2-40B4-BE49-F238E27FC236}">
                <a16:creationId xmlns:a16="http://schemas.microsoft.com/office/drawing/2014/main" id="{BE09C1A7-9C6D-BC13-3C12-4067449F6C5D}"/>
              </a:ext>
            </a:extLst>
          </p:cNvPr>
          <p:cNvSpPr txBox="1"/>
          <p:nvPr/>
        </p:nvSpPr>
        <p:spPr>
          <a:xfrm>
            <a:off x="217054" y="522604"/>
            <a:ext cx="11757891" cy="2060179"/>
          </a:xfrm>
          <a:prstGeom prst="rect">
            <a:avLst/>
          </a:prstGeom>
        </p:spPr>
        <p:txBody>
          <a:bodyPr vert="horz" wrap="square" lIns="0" tIns="86995" rIns="0" bIns="0" rtlCol="0" anchor="t">
            <a:spAutoFit/>
          </a:bodyPr>
          <a:lstStyle/>
          <a:p>
            <a:pPr marL="12700">
              <a:spcBef>
                <a:spcPts val="685"/>
              </a:spcBef>
            </a:pPr>
            <a:r>
              <a:rPr sz="2400" b="1" u="sng" dirty="0">
                <a:solidFill>
                  <a:srgbClr val="0983C0"/>
                </a:solidFill>
                <a:uFill>
                  <a:solidFill>
                    <a:srgbClr val="0983C0"/>
                  </a:solidFill>
                </a:uFill>
                <a:latin typeface="Times New Roman" panose="02020603050405020304" pitchFamily="18" charset="0"/>
                <a:cs typeface="Times New Roman" panose="02020603050405020304" pitchFamily="18" charset="0"/>
              </a:rPr>
              <a:t>☞</a:t>
            </a:r>
            <a:r>
              <a:rPr sz="2400" b="1" u="sng" spc="-330" dirty="0">
                <a:solidFill>
                  <a:srgbClr val="0983C0"/>
                </a:solidFill>
                <a:uFill>
                  <a:solidFill>
                    <a:srgbClr val="0983C0"/>
                  </a:solidFill>
                </a:uFill>
                <a:latin typeface="Times New Roman" panose="02020603050405020304" pitchFamily="18" charset="0"/>
                <a:cs typeface="Times New Roman" panose="02020603050405020304" pitchFamily="18" charset="0"/>
              </a:rPr>
              <a:t> </a:t>
            </a:r>
            <a:r>
              <a:rPr lang="en-IN" sz="2400" b="1" u="sng" dirty="0">
                <a:solidFill>
                  <a:srgbClr val="0983C0"/>
                </a:solidFill>
                <a:uFill>
                  <a:solidFill>
                    <a:srgbClr val="0983C0"/>
                  </a:solidFill>
                </a:uFill>
                <a:latin typeface="Times New Roman" panose="02020603050405020304" pitchFamily="18" charset="0"/>
                <a:cs typeface="Times New Roman" panose="02020603050405020304" pitchFamily="18" charset="0"/>
              </a:rPr>
              <a:t>copy</a:t>
            </a:r>
            <a:r>
              <a:rPr sz="2400" b="1" u="sng" spc="-90" dirty="0">
                <a:solidFill>
                  <a:srgbClr val="0983C0"/>
                </a:solidFill>
                <a:uFill>
                  <a:solidFill>
                    <a:srgbClr val="0983C0"/>
                  </a:solidFill>
                </a:uFill>
                <a:latin typeface="Times New Roman" panose="02020603050405020304" pitchFamily="18" charset="0"/>
                <a:cs typeface="Times New Roman" panose="02020603050405020304" pitchFamily="18" charset="0"/>
              </a:rPr>
              <a:t> </a:t>
            </a:r>
            <a:r>
              <a:rPr sz="2400" b="1" u="sng" spc="-25" dirty="0">
                <a:solidFill>
                  <a:srgbClr val="0983C0"/>
                </a:solidFill>
                <a:uFill>
                  <a:solidFill>
                    <a:srgbClr val="0983C0"/>
                  </a:solidFill>
                </a:uFill>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355600" indent="-342900" algn="just">
              <a:spcBef>
                <a:spcPts val="535"/>
              </a:spcBef>
              <a:buFont typeface="Wingdings" panose="05000000000000000000" pitchFamily="2" charset="2"/>
              <a:buChar char="Ø"/>
              <a:tabLst>
                <a:tab pos="354965" algn="l"/>
              </a:tabLst>
            </a:pPr>
            <a:r>
              <a:rPr lang="en-US" sz="2000" dirty="0">
                <a:latin typeface="Times New Roman" panose="02020603050405020304" pitchFamily="18" charset="0"/>
                <a:cs typeface="Times New Roman" panose="02020603050405020304" pitchFamily="18" charset="0"/>
              </a:rPr>
              <a:t>In Python, copying a list can be done in several ways, depending on whether a shallow or deep copy is required.</a:t>
            </a:r>
          </a:p>
          <a:p>
            <a:r>
              <a:rPr lang="en-US" sz="2000" b="1" dirty="0">
                <a:latin typeface="Times New Roman" panose="02020603050405020304" pitchFamily="18" charset="0"/>
                <a:cs typeface="Times New Roman" panose="02020603050405020304" pitchFamily="18" charset="0"/>
              </a:rPr>
              <a:t>2. Deep Copy:</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Using the </a:t>
            </a:r>
            <a:r>
              <a:rPr lang="en-US" sz="2000" dirty="0" err="1">
                <a:latin typeface="Times New Roman" panose="02020603050405020304" pitchFamily="18" charset="0"/>
                <a:cs typeface="Times New Roman" panose="02020603050405020304" pitchFamily="18" charset="0"/>
              </a:rPr>
              <a:t>copy.deepcopy</a:t>
            </a:r>
            <a:r>
              <a:rPr lang="en-US" sz="2000" dirty="0">
                <a:latin typeface="Times New Roman" panose="02020603050405020304" pitchFamily="18" charset="0"/>
                <a:cs typeface="Times New Roman" panose="02020603050405020304" pitchFamily="18" charset="0"/>
              </a:rPr>
              <a:t>() method:  For a deep copy, which creates a completely independent copy including all nested mutable objects, use the </a:t>
            </a:r>
            <a:r>
              <a:rPr lang="en-US" sz="2000" dirty="0" err="1">
                <a:latin typeface="Times New Roman" panose="02020603050405020304" pitchFamily="18" charset="0"/>
                <a:cs typeface="Times New Roman" panose="02020603050405020304" pitchFamily="18" charset="0"/>
              </a:rPr>
              <a:t>deepcopy</a:t>
            </a:r>
            <a:r>
              <a:rPr lang="en-US" sz="2000" dirty="0">
                <a:latin typeface="Times New Roman" panose="02020603050405020304" pitchFamily="18" charset="0"/>
                <a:cs typeface="Times New Roman" panose="02020603050405020304" pitchFamily="18" charset="0"/>
              </a:rPr>
              <a:t>() function from the copy module.</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Modifying nested objects in </a:t>
            </a:r>
            <a:r>
              <a:rPr lang="en-US" sz="2000" dirty="0" err="1">
                <a:latin typeface="Times New Roman" panose="02020603050405020304" pitchFamily="18" charset="0"/>
                <a:cs typeface="Times New Roman" panose="02020603050405020304" pitchFamily="18" charset="0"/>
              </a:rPr>
              <a:t>deep_copied_list</a:t>
            </a:r>
            <a:r>
              <a:rPr lang="en-US" sz="2000" dirty="0">
                <a:latin typeface="Times New Roman" panose="02020603050405020304" pitchFamily="18" charset="0"/>
                <a:cs typeface="Times New Roman" panose="02020603050405020304" pitchFamily="18" charset="0"/>
              </a:rPr>
              <a:t> will not affect </a:t>
            </a:r>
            <a:r>
              <a:rPr lang="en-US" sz="2000" dirty="0" err="1">
                <a:latin typeface="Times New Roman" panose="02020603050405020304" pitchFamily="18" charset="0"/>
                <a:cs typeface="Times New Roman" panose="02020603050405020304" pitchFamily="18" charset="0"/>
              </a:rPr>
              <a:t>original_list</a:t>
            </a:r>
            <a:r>
              <a:rPr lang="en-US" sz="200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p:txBody>
      </p:sp>
      <p:sp>
        <p:nvSpPr>
          <p:cNvPr id="5" name="object 5">
            <a:extLst>
              <a:ext uri="{FF2B5EF4-FFF2-40B4-BE49-F238E27FC236}">
                <a16:creationId xmlns:a16="http://schemas.microsoft.com/office/drawing/2014/main" id="{CB032256-5026-C0BB-A594-745A787F9A3D}"/>
              </a:ext>
            </a:extLst>
          </p:cNvPr>
          <p:cNvSpPr/>
          <p:nvPr/>
        </p:nvSpPr>
        <p:spPr>
          <a:xfrm>
            <a:off x="1524000" y="642874"/>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sp>
        <p:nvSpPr>
          <p:cNvPr id="7" name="object 7">
            <a:extLst>
              <a:ext uri="{FF2B5EF4-FFF2-40B4-BE49-F238E27FC236}">
                <a16:creationId xmlns:a16="http://schemas.microsoft.com/office/drawing/2014/main" id="{CB942024-2352-171A-582B-F7B0D08FE7ED}"/>
              </a:ext>
            </a:extLst>
          </p:cNvPr>
          <p:cNvSpPr txBox="1"/>
          <p:nvPr/>
        </p:nvSpPr>
        <p:spPr>
          <a:xfrm>
            <a:off x="305950" y="2496530"/>
            <a:ext cx="3628741" cy="2880276"/>
          </a:xfrm>
          <a:prstGeom prst="rect">
            <a:avLst/>
          </a:prstGeom>
        </p:spPr>
        <p:txBody>
          <a:bodyPr vert="horz" wrap="square" lIns="0" tIns="139700" rIns="0" bIns="0" rtlCol="0">
            <a:spAutoFit/>
          </a:bodyPr>
          <a:lstStyle/>
          <a:p>
            <a:pPr>
              <a:spcBef>
                <a:spcPts val="1100"/>
              </a:spcBef>
              <a:tabLst>
                <a:tab pos="1430655" algn="l"/>
              </a:tabLst>
            </a:pPr>
            <a:r>
              <a:rPr lang="en-IN" sz="1600" b="1" u="sng" spc="-10" dirty="0">
                <a:solidFill>
                  <a:srgbClr val="FFC000"/>
                </a:solidFill>
                <a:uFill>
                  <a:solidFill>
                    <a:srgbClr val="FFC000"/>
                  </a:solidFill>
                </a:uFill>
                <a:latin typeface="Times New Roman" panose="02020603050405020304" pitchFamily="18" charset="0"/>
                <a:cs typeface="Times New Roman" panose="02020603050405020304" pitchFamily="18" charset="0"/>
              </a:rPr>
              <a:t>Input:</a:t>
            </a:r>
            <a:endParaRPr sz="1600" dirty="0">
              <a:latin typeface="Times New Roman" panose="02020603050405020304" pitchFamily="18" charset="0"/>
              <a:cs typeface="Times New Roman" panose="02020603050405020304" pitchFamily="18" charset="0"/>
            </a:endParaRPr>
          </a:p>
          <a:p>
            <a:r>
              <a:rPr lang="en-IN" dirty="0"/>
              <a:t>import copy</a:t>
            </a:r>
            <a:br>
              <a:rPr lang="en-IN" dirty="0"/>
            </a:br>
            <a:br>
              <a:rPr lang="en-IN" dirty="0"/>
            </a:br>
            <a:r>
              <a:rPr lang="en-IN" dirty="0"/>
              <a:t>original = [1, 2, [3, 4]]</a:t>
            </a:r>
            <a:br>
              <a:rPr lang="en-IN" dirty="0"/>
            </a:br>
            <a:r>
              <a:rPr lang="en-IN" dirty="0"/>
              <a:t>deep = </a:t>
            </a:r>
            <a:r>
              <a:rPr lang="en-IN" dirty="0" err="1"/>
              <a:t>copy.deepcopy</a:t>
            </a:r>
            <a:r>
              <a:rPr lang="en-IN" dirty="0"/>
              <a:t>(original)</a:t>
            </a:r>
            <a:br>
              <a:rPr lang="en-IN" dirty="0"/>
            </a:br>
            <a:br>
              <a:rPr lang="en-IN" dirty="0"/>
            </a:br>
            <a:r>
              <a:rPr lang="en-IN" dirty="0"/>
              <a:t>deep[2][0] = 10</a:t>
            </a:r>
            <a:br>
              <a:rPr lang="en-IN" dirty="0"/>
            </a:br>
            <a:br>
              <a:rPr lang="en-IN" dirty="0"/>
            </a:br>
            <a:r>
              <a:rPr lang="en-IN" dirty="0"/>
              <a:t>print(original)</a:t>
            </a:r>
            <a:br>
              <a:rPr lang="en-IN" dirty="0"/>
            </a:br>
            <a:r>
              <a:rPr lang="en-IN" dirty="0"/>
              <a:t>print(deep)</a:t>
            </a:r>
            <a:endParaRPr lang="en-IN"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8" name="object 8">
            <a:extLst>
              <a:ext uri="{FF2B5EF4-FFF2-40B4-BE49-F238E27FC236}">
                <a16:creationId xmlns:a16="http://schemas.microsoft.com/office/drawing/2014/main" id="{D1BD0366-3D96-A9F5-B7C8-806C763DD7BB}"/>
              </a:ext>
            </a:extLst>
          </p:cNvPr>
          <p:cNvSpPr txBox="1"/>
          <p:nvPr/>
        </p:nvSpPr>
        <p:spPr>
          <a:xfrm>
            <a:off x="5181495" y="3429000"/>
            <a:ext cx="5865196" cy="1078500"/>
          </a:xfrm>
          <a:prstGeom prst="rect">
            <a:avLst/>
          </a:prstGeom>
          <a:ln w="12700">
            <a:solidFill>
              <a:srgbClr val="4F81BC"/>
            </a:solidFill>
          </a:ln>
        </p:spPr>
        <p:txBody>
          <a:bodyPr vert="horz" wrap="square" lIns="0" tIns="26670" rIns="0" bIns="0" rtlCol="0">
            <a:spAutoFit/>
          </a:bodyPr>
          <a:lstStyle/>
          <a:p>
            <a:pPr marL="92075">
              <a:spcBef>
                <a:spcPts val="210"/>
              </a:spcBef>
            </a:pPr>
            <a:r>
              <a:rPr sz="2400" b="1" u="sng" spc="-10" dirty="0">
                <a:solidFill>
                  <a:srgbClr val="FFC000"/>
                </a:solidFill>
                <a:uFill>
                  <a:solidFill>
                    <a:srgbClr val="FFC000"/>
                  </a:solidFill>
                </a:uFill>
                <a:latin typeface="Calibri"/>
                <a:cs typeface="Calibri"/>
              </a:rPr>
              <a:t>Output:</a:t>
            </a:r>
            <a:endParaRPr sz="2400" dirty="0">
              <a:latin typeface="Calibri"/>
              <a:cs typeface="Calibri"/>
            </a:endParaRPr>
          </a:p>
          <a:p>
            <a:pPr marL="92075">
              <a:spcBef>
                <a:spcPts val="994"/>
              </a:spcBef>
            </a:pPr>
            <a:r>
              <a:rPr lang="en-IN" dirty="0"/>
              <a:t>[1, 2, [3, 4]]</a:t>
            </a:r>
            <a:br>
              <a:rPr lang="en-IN" dirty="0"/>
            </a:br>
            <a:r>
              <a:rPr lang="en-IN" dirty="0"/>
              <a:t>[1, 2, [10, 4]]</a:t>
            </a:r>
            <a:endParaRPr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F9693FB6-564C-1A5F-41E3-0B39B4050F49}"/>
              </a:ext>
            </a:extLst>
          </p:cNvPr>
          <p:cNvSpPr>
            <a:spLocks noGrp="1"/>
          </p:cNvSpPr>
          <p:nvPr>
            <p:ph type="sldNum" sz="quarter" idx="7"/>
          </p:nvPr>
        </p:nvSpPr>
        <p:spPr>
          <a:xfrm>
            <a:off x="11702368" y="6473521"/>
            <a:ext cx="402510" cy="276999"/>
          </a:xfrm>
        </p:spPr>
        <p:txBody>
          <a:bodyPr/>
          <a:lstStyle/>
          <a:p>
            <a:fld id="{B6F15528-21DE-4FAA-801E-634DDDAF4B2B}" type="slidenum">
              <a:rPr lang="en-US"/>
              <a:t>27</a:t>
            </a:fld>
            <a:endParaRPr lang="en-US" dirty="0"/>
          </a:p>
        </p:txBody>
      </p:sp>
      <p:sp>
        <p:nvSpPr>
          <p:cNvPr id="10" name="TextBox 9">
            <a:extLst>
              <a:ext uri="{FF2B5EF4-FFF2-40B4-BE49-F238E27FC236}">
                <a16:creationId xmlns:a16="http://schemas.microsoft.com/office/drawing/2014/main" id="{7BB2DCAB-D091-57D7-C6C8-C9361BD2D131}"/>
              </a:ext>
            </a:extLst>
          </p:cNvPr>
          <p:cNvSpPr txBox="1"/>
          <p:nvPr/>
        </p:nvSpPr>
        <p:spPr>
          <a:xfrm>
            <a:off x="3934691" y="2817220"/>
            <a:ext cx="5163483" cy="400110"/>
          </a:xfrm>
          <a:prstGeom prst="rect">
            <a:avLst/>
          </a:prstGeom>
          <a:noFill/>
        </p:spPr>
        <p:txBody>
          <a:bodyPr wrap="square" rtlCol="0">
            <a:spAutoFit/>
          </a:bodyPr>
          <a:lstStyle/>
          <a:p>
            <a:r>
              <a:rPr lang="en-US" sz="2000" b="1" u="sng" dirty="0">
                <a:uFill>
                  <a:solidFill>
                    <a:srgbClr val="000000"/>
                  </a:solidFill>
                </a:uFill>
                <a:latin typeface="Times New Roman" panose="02020603050405020304" pitchFamily="18" charset="0"/>
                <a:cs typeface="Times New Roman" panose="02020603050405020304" pitchFamily="18" charset="0"/>
              </a:rPr>
              <a:t>Syntax:</a:t>
            </a:r>
            <a:r>
              <a:rPr lang="en-US" sz="2000" spc="-10" dirty="0">
                <a:solidFill>
                  <a:srgbClr val="FF0000"/>
                </a:solidFill>
                <a:latin typeface="Times New Roman" panose="02020603050405020304" pitchFamily="18" charset="0"/>
                <a:cs typeface="Times New Roman" panose="02020603050405020304" pitchFamily="18" charset="0"/>
              </a:rPr>
              <a:t>    </a:t>
            </a:r>
            <a:r>
              <a:rPr lang="en-US" sz="2000" spc="-10" dirty="0" err="1">
                <a:solidFill>
                  <a:srgbClr val="FF0000"/>
                </a:solidFill>
                <a:latin typeface="Times New Roman" panose="02020603050405020304" pitchFamily="18" charset="0"/>
                <a:cs typeface="Times New Roman" panose="02020603050405020304" pitchFamily="18" charset="0"/>
              </a:rPr>
              <a:t>my_list</a:t>
            </a:r>
            <a:r>
              <a:rPr lang="en-US" sz="2000" spc="-10" dirty="0">
                <a:solidFill>
                  <a:srgbClr val="FF0000"/>
                </a:solidFill>
                <a:latin typeface="Times New Roman" panose="02020603050405020304" pitchFamily="18" charset="0"/>
                <a:cs typeface="Times New Roman" panose="02020603050405020304" pitchFamily="18" charset="0"/>
              </a:rPr>
              <a:t> 2 = </a:t>
            </a:r>
            <a:r>
              <a:rPr lang="en-US" sz="2000" spc="-10" dirty="0" err="1">
                <a:solidFill>
                  <a:srgbClr val="008080"/>
                </a:solidFill>
                <a:latin typeface="Times New Roman" panose="02020603050405020304" pitchFamily="18" charset="0"/>
                <a:cs typeface="Times New Roman" panose="02020603050405020304" pitchFamily="18" charset="0"/>
              </a:rPr>
              <a:t>copy.deepcopy</a:t>
            </a:r>
            <a:r>
              <a:rPr lang="en-US" sz="2000" spc="-10" dirty="0">
                <a:solidFill>
                  <a:srgbClr val="008080"/>
                </a:solidFill>
                <a:latin typeface="Times New Roman" panose="02020603050405020304" pitchFamily="18" charset="0"/>
                <a:cs typeface="Times New Roman" panose="02020603050405020304" pitchFamily="18" charset="0"/>
              </a:rPr>
              <a:t>(</a:t>
            </a:r>
            <a:r>
              <a:rPr lang="en-US" sz="2000" spc="-10" dirty="0">
                <a:solidFill>
                  <a:srgbClr val="FF0000"/>
                </a:solidFill>
                <a:latin typeface="Times New Roman" panose="02020603050405020304" pitchFamily="18" charset="0"/>
                <a:cs typeface="Times New Roman" panose="02020603050405020304" pitchFamily="18" charset="0"/>
              </a:rPr>
              <a:t>my_list1</a:t>
            </a:r>
            <a:r>
              <a:rPr lang="en-US" sz="2000" spc="-10" dirty="0">
                <a:solidFill>
                  <a:srgbClr val="008080"/>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58079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8718" y="44578"/>
            <a:ext cx="8023860" cy="505267"/>
          </a:xfrm>
          <a:prstGeom prst="rect">
            <a:avLst/>
          </a:prstGeom>
        </p:spPr>
        <p:txBody>
          <a:bodyPr vert="horz" wrap="square" lIns="0" tIns="12700" rIns="0" bIns="0" rtlCol="0">
            <a:spAutoFit/>
          </a:bodyPr>
          <a:lstStyle/>
          <a:p>
            <a:pPr marL="12700">
              <a:spcBef>
                <a:spcPts val="100"/>
              </a:spcBef>
            </a:pPr>
            <a:r>
              <a:t>List</a:t>
            </a:r>
            <a:r>
              <a:rPr spc="-15"/>
              <a:t> </a:t>
            </a:r>
            <a:r>
              <a:t>Functions</a:t>
            </a:r>
            <a:r>
              <a:rPr spc="-45"/>
              <a:t> </a:t>
            </a:r>
            <a:r>
              <a:t>&amp;</a:t>
            </a:r>
            <a:r>
              <a:rPr spc="-10"/>
              <a:t> </a:t>
            </a:r>
            <a:r>
              <a:t>Methods</a:t>
            </a:r>
            <a:r>
              <a:rPr spc="-35"/>
              <a:t> </a:t>
            </a:r>
            <a:r>
              <a:rPr>
                <a:solidFill>
                  <a:srgbClr val="000000"/>
                </a:solidFill>
              </a:rPr>
              <a:t>in</a:t>
            </a:r>
            <a:r>
              <a:rPr spc="-35">
                <a:solidFill>
                  <a:srgbClr val="000000"/>
                </a:solidFill>
              </a:rPr>
              <a:t> </a:t>
            </a:r>
            <a:r>
              <a:rPr spc="-10">
                <a:solidFill>
                  <a:srgbClr val="0983C0"/>
                </a:solidFill>
              </a:rPr>
              <a:t>Python</a:t>
            </a:r>
          </a:p>
        </p:txBody>
      </p:sp>
      <p:sp>
        <p:nvSpPr>
          <p:cNvPr id="3" name="object 3"/>
          <p:cNvSpPr txBox="1"/>
          <p:nvPr/>
        </p:nvSpPr>
        <p:spPr>
          <a:xfrm>
            <a:off x="9300718" y="222884"/>
            <a:ext cx="593090" cy="299720"/>
          </a:xfrm>
          <a:prstGeom prst="rect">
            <a:avLst/>
          </a:prstGeom>
        </p:spPr>
        <p:txBody>
          <a:bodyPr vert="horz" wrap="square" lIns="0" tIns="12700" rIns="0" bIns="0" rtlCol="0">
            <a:spAutoFit/>
          </a:bodyPr>
          <a:lstStyle/>
          <a:p>
            <a:pPr marL="12700">
              <a:spcBef>
                <a:spcPts val="100"/>
              </a:spcBef>
            </a:pPr>
            <a:r>
              <a:rPr b="1" spc="-10">
                <a:latin typeface="Calibri"/>
                <a:cs typeface="Calibri"/>
              </a:rPr>
              <a:t>Cont..</a:t>
            </a:r>
            <a:endParaRPr>
              <a:latin typeface="Calibri"/>
              <a:cs typeface="Calibri"/>
            </a:endParaRPr>
          </a:p>
        </p:txBody>
      </p:sp>
      <p:sp>
        <p:nvSpPr>
          <p:cNvPr id="4" name="object 4"/>
          <p:cNvSpPr txBox="1"/>
          <p:nvPr/>
        </p:nvSpPr>
        <p:spPr>
          <a:xfrm>
            <a:off x="1888642" y="587159"/>
            <a:ext cx="8559800" cy="3346450"/>
          </a:xfrm>
          <a:prstGeom prst="rect">
            <a:avLst/>
          </a:prstGeom>
        </p:spPr>
        <p:txBody>
          <a:bodyPr vert="horz" wrap="square" lIns="0" tIns="86995" rIns="0" bIns="0" rtlCol="0" anchor="t">
            <a:spAutoFit/>
          </a:bodyPr>
          <a:lstStyle/>
          <a:p>
            <a:pPr marL="12700">
              <a:spcBef>
                <a:spcPts val="685"/>
              </a:spcBef>
            </a:pPr>
            <a:r>
              <a:rPr sz="2600" b="1" u="sng" dirty="0">
                <a:solidFill>
                  <a:srgbClr val="0983C0"/>
                </a:solidFill>
                <a:uFill>
                  <a:solidFill>
                    <a:srgbClr val="0983C0"/>
                  </a:solidFill>
                </a:uFill>
                <a:latin typeface="Malgun Gothic"/>
                <a:cs typeface="Malgun Gothic"/>
              </a:rPr>
              <a:t>☞</a:t>
            </a:r>
            <a:r>
              <a:rPr sz="2600" b="1" u="sng" spc="-330" dirty="0">
                <a:solidFill>
                  <a:srgbClr val="0983C0"/>
                </a:solidFill>
                <a:uFill>
                  <a:solidFill>
                    <a:srgbClr val="0983C0"/>
                  </a:solidFill>
                </a:uFill>
                <a:latin typeface="Malgun Gothic"/>
                <a:cs typeface="Malgun Gothic"/>
              </a:rPr>
              <a:t> </a:t>
            </a:r>
            <a:r>
              <a:rPr sz="2600" b="1" u="sng" spc="-10" dirty="0">
                <a:solidFill>
                  <a:srgbClr val="0983C0"/>
                </a:solidFill>
                <a:uFill>
                  <a:solidFill>
                    <a:srgbClr val="0983C0"/>
                  </a:solidFill>
                </a:uFill>
                <a:latin typeface="Calibri"/>
                <a:cs typeface="Calibri"/>
              </a:rPr>
              <a:t>index():</a:t>
            </a:r>
            <a:endParaRPr sz="2600" dirty="0">
              <a:latin typeface="Calibri"/>
              <a:cs typeface="Calibri"/>
            </a:endParaRPr>
          </a:p>
          <a:p>
            <a:pPr marL="355600" marR="8255" indent="-342900">
              <a:spcBef>
                <a:spcPts val="535"/>
              </a:spcBef>
              <a:buFont typeface="Arial MT"/>
              <a:buChar char="•"/>
              <a:tabLst>
                <a:tab pos="355600" algn="l"/>
              </a:tabLst>
            </a:pPr>
            <a:r>
              <a:rPr sz="2400" dirty="0">
                <a:latin typeface="Calibri"/>
                <a:cs typeface="Calibri"/>
              </a:rPr>
              <a:t>In</a:t>
            </a:r>
            <a:r>
              <a:rPr sz="2400" spc="-40" dirty="0">
                <a:latin typeface="Calibri"/>
                <a:cs typeface="Calibri"/>
              </a:rPr>
              <a:t> </a:t>
            </a:r>
            <a:r>
              <a:rPr sz="2400" dirty="0">
                <a:latin typeface="Calibri"/>
                <a:cs typeface="Calibri"/>
              </a:rPr>
              <a:t>python,</a:t>
            </a:r>
            <a:r>
              <a:rPr sz="2400" spc="-45" dirty="0">
                <a:latin typeface="Calibri"/>
                <a:cs typeface="Calibri"/>
              </a:rPr>
              <a:t> </a:t>
            </a:r>
            <a:r>
              <a:rPr sz="2400" dirty="0">
                <a:latin typeface="Calibri"/>
                <a:cs typeface="Calibri"/>
              </a:rPr>
              <a:t>index</a:t>
            </a:r>
            <a:r>
              <a:rPr sz="2400" spc="-30" dirty="0">
                <a:latin typeface="Calibri"/>
                <a:cs typeface="Calibri"/>
              </a:rPr>
              <a:t> </a:t>
            </a:r>
            <a:r>
              <a:rPr sz="2400" dirty="0">
                <a:latin typeface="Calibri"/>
                <a:cs typeface="Calibri"/>
              </a:rPr>
              <a:t>()</a:t>
            </a:r>
            <a:r>
              <a:rPr sz="2400" spc="-30" dirty="0">
                <a:latin typeface="Calibri"/>
                <a:cs typeface="Calibri"/>
              </a:rPr>
              <a:t> </a:t>
            </a:r>
            <a:r>
              <a:rPr sz="2400" dirty="0">
                <a:latin typeface="Calibri"/>
                <a:cs typeface="Calibri"/>
              </a:rPr>
              <a:t>method</a:t>
            </a:r>
            <a:r>
              <a:rPr sz="2400" spc="-40" dirty="0">
                <a:latin typeface="Calibri"/>
                <a:cs typeface="Calibri"/>
              </a:rPr>
              <a:t> </a:t>
            </a:r>
            <a:r>
              <a:rPr sz="2400" dirty="0">
                <a:latin typeface="Calibri"/>
                <a:cs typeface="Calibri"/>
              </a:rPr>
              <a:t>returns</a:t>
            </a:r>
            <a:r>
              <a:rPr sz="2400" spc="-20" dirty="0">
                <a:latin typeface="Calibri"/>
                <a:cs typeface="Calibri"/>
              </a:rPr>
              <a:t> </a:t>
            </a:r>
            <a:r>
              <a:rPr sz="2400" dirty="0">
                <a:latin typeface="Calibri"/>
                <a:cs typeface="Calibri"/>
              </a:rPr>
              <a:t>index</a:t>
            </a:r>
            <a:r>
              <a:rPr sz="2400" spc="-35" dirty="0">
                <a:latin typeface="Calibri"/>
                <a:cs typeface="Calibri"/>
              </a:rPr>
              <a:t> </a:t>
            </a:r>
            <a:r>
              <a:rPr sz="2400" dirty="0">
                <a:latin typeface="Calibri"/>
                <a:cs typeface="Calibri"/>
              </a:rPr>
              <a:t>of</a:t>
            </a:r>
            <a:r>
              <a:rPr sz="2400" spc="-40" dirty="0">
                <a:latin typeface="Calibri"/>
                <a:cs typeface="Calibri"/>
              </a:rPr>
              <a:t> </a:t>
            </a:r>
            <a:r>
              <a:rPr sz="2400" dirty="0">
                <a:latin typeface="Calibri"/>
                <a:cs typeface="Calibri"/>
              </a:rPr>
              <a:t>the</a:t>
            </a:r>
            <a:r>
              <a:rPr sz="2400" spc="-20" dirty="0">
                <a:latin typeface="Calibri"/>
                <a:cs typeface="Calibri"/>
              </a:rPr>
              <a:t> </a:t>
            </a:r>
            <a:r>
              <a:rPr sz="2400" dirty="0">
                <a:latin typeface="Calibri"/>
                <a:cs typeface="Calibri"/>
              </a:rPr>
              <a:t>passed</a:t>
            </a:r>
            <a:r>
              <a:rPr sz="2400" spc="-30" dirty="0">
                <a:latin typeface="Calibri"/>
                <a:cs typeface="Calibri"/>
              </a:rPr>
              <a:t> </a:t>
            </a:r>
            <a:r>
              <a:rPr sz="2400" dirty="0">
                <a:latin typeface="Calibri"/>
                <a:cs typeface="Calibri"/>
              </a:rPr>
              <a:t>element.</a:t>
            </a:r>
            <a:r>
              <a:rPr sz="2400" spc="-40" dirty="0">
                <a:latin typeface="Calibri"/>
                <a:cs typeface="Calibri"/>
              </a:rPr>
              <a:t> </a:t>
            </a:r>
            <a:r>
              <a:rPr sz="2400" spc="-25" dirty="0">
                <a:latin typeface="Calibri"/>
                <a:cs typeface="Calibri"/>
              </a:rPr>
              <a:t>If </a:t>
            </a:r>
            <a:r>
              <a:rPr sz="2400" dirty="0">
                <a:latin typeface="Calibri"/>
                <a:cs typeface="Calibri"/>
              </a:rPr>
              <a:t>the</a:t>
            </a:r>
            <a:r>
              <a:rPr sz="2400" spc="-60" dirty="0">
                <a:latin typeface="Calibri"/>
                <a:cs typeface="Calibri"/>
              </a:rPr>
              <a:t> </a:t>
            </a:r>
            <a:r>
              <a:rPr sz="2400" dirty="0">
                <a:latin typeface="Calibri"/>
                <a:cs typeface="Calibri"/>
              </a:rPr>
              <a:t>element</a:t>
            </a:r>
            <a:r>
              <a:rPr sz="2400" spc="-50" dirty="0">
                <a:latin typeface="Calibri"/>
                <a:cs typeface="Calibri"/>
              </a:rPr>
              <a:t> </a:t>
            </a:r>
            <a:r>
              <a:rPr sz="2400" dirty="0">
                <a:latin typeface="Calibri"/>
                <a:cs typeface="Calibri"/>
              </a:rPr>
              <a:t>is</a:t>
            </a:r>
            <a:r>
              <a:rPr sz="2400" spc="-50" dirty="0">
                <a:latin typeface="Calibri"/>
                <a:cs typeface="Calibri"/>
              </a:rPr>
              <a:t> </a:t>
            </a:r>
            <a:r>
              <a:rPr sz="2400" dirty="0">
                <a:latin typeface="Calibri"/>
                <a:cs typeface="Calibri"/>
              </a:rPr>
              <a:t>not</a:t>
            </a:r>
            <a:r>
              <a:rPr sz="2400" spc="-45" dirty="0">
                <a:latin typeface="Calibri"/>
                <a:cs typeface="Calibri"/>
              </a:rPr>
              <a:t> </a:t>
            </a:r>
            <a:r>
              <a:rPr sz="2400" spc="-10" dirty="0">
                <a:latin typeface="Calibri"/>
                <a:cs typeface="Calibri"/>
              </a:rPr>
              <a:t>present,</a:t>
            </a:r>
            <a:r>
              <a:rPr sz="2400" spc="-25" dirty="0">
                <a:latin typeface="Calibri"/>
                <a:cs typeface="Calibri"/>
              </a:rPr>
              <a:t> </a:t>
            </a:r>
            <a:r>
              <a:rPr sz="2400" dirty="0">
                <a:latin typeface="Calibri"/>
                <a:cs typeface="Calibri"/>
              </a:rPr>
              <a:t>it</a:t>
            </a:r>
            <a:r>
              <a:rPr sz="2400" spc="-50" dirty="0">
                <a:latin typeface="Calibri"/>
                <a:cs typeface="Calibri"/>
              </a:rPr>
              <a:t> </a:t>
            </a:r>
            <a:r>
              <a:rPr sz="2400" dirty="0">
                <a:latin typeface="Calibri"/>
                <a:cs typeface="Calibri"/>
              </a:rPr>
              <a:t>raises</a:t>
            </a:r>
            <a:r>
              <a:rPr sz="2400" spc="-50" dirty="0">
                <a:latin typeface="Calibri"/>
                <a:cs typeface="Calibri"/>
              </a:rPr>
              <a:t> </a:t>
            </a:r>
            <a:r>
              <a:rPr sz="2400" dirty="0">
                <a:latin typeface="Calibri"/>
                <a:cs typeface="Calibri"/>
              </a:rPr>
              <a:t>a</a:t>
            </a:r>
            <a:r>
              <a:rPr sz="2400" spc="-40" dirty="0">
                <a:latin typeface="Calibri"/>
                <a:cs typeface="Calibri"/>
              </a:rPr>
              <a:t> </a:t>
            </a:r>
            <a:r>
              <a:rPr sz="2400" spc="-10" dirty="0" err="1">
                <a:latin typeface="Calibri"/>
                <a:cs typeface="Calibri"/>
              </a:rPr>
              <a:t>ValueError</a:t>
            </a:r>
            <a:r>
              <a:rPr sz="2400" spc="-10" dirty="0">
                <a:latin typeface="Calibri"/>
                <a:cs typeface="Calibri"/>
              </a:rPr>
              <a:t>.</a:t>
            </a:r>
            <a:endParaRPr sz="2400" dirty="0">
              <a:latin typeface="Calibri"/>
              <a:cs typeface="Calibri"/>
            </a:endParaRPr>
          </a:p>
          <a:p>
            <a:pPr marL="355600" marR="5080" indent="-342900">
              <a:spcBef>
                <a:spcPts val="575"/>
              </a:spcBef>
              <a:buFont typeface="Arial MT"/>
              <a:buChar char="•"/>
              <a:tabLst>
                <a:tab pos="355600" algn="l"/>
                <a:tab pos="722630" algn="l"/>
                <a:tab pos="1278890" algn="l"/>
                <a:tab pos="2513330" algn="l"/>
                <a:tab pos="3853179" algn="l"/>
                <a:tab pos="5275580" algn="l"/>
                <a:tab pos="5645785" algn="l"/>
                <a:tab pos="6743065" algn="l"/>
                <a:tab pos="7611745" algn="l"/>
                <a:tab pos="8063230" algn="l"/>
              </a:tabLst>
            </a:pPr>
            <a:r>
              <a:rPr sz="2400" spc="-25">
                <a:latin typeface="Calibri"/>
                <a:cs typeface="Calibri"/>
              </a:rPr>
              <a:t>If</a:t>
            </a:r>
            <a:r>
              <a:rPr sz="2400" dirty="0">
                <a:latin typeface="Calibri"/>
                <a:cs typeface="Calibri"/>
              </a:rPr>
              <a:t>	</a:t>
            </a:r>
            <a:r>
              <a:rPr sz="2400" spc="-20">
                <a:latin typeface="Calibri"/>
                <a:cs typeface="Calibri"/>
              </a:rPr>
              <a:t>list</a:t>
            </a:r>
            <a:r>
              <a:rPr sz="2400" dirty="0">
                <a:latin typeface="Calibri"/>
                <a:cs typeface="Calibri"/>
              </a:rPr>
              <a:t>	</a:t>
            </a:r>
            <a:r>
              <a:rPr sz="2400" spc="-10">
                <a:latin typeface="Calibri"/>
                <a:cs typeface="Calibri"/>
              </a:rPr>
              <a:t>contains</a:t>
            </a:r>
            <a:r>
              <a:rPr sz="2400" dirty="0">
                <a:latin typeface="Calibri"/>
                <a:cs typeface="Calibri"/>
              </a:rPr>
              <a:t>	</a:t>
            </a:r>
            <a:r>
              <a:rPr sz="2400" spc="-10">
                <a:latin typeface="Calibri"/>
                <a:cs typeface="Calibri"/>
              </a:rPr>
              <a:t>duplicate</a:t>
            </a:r>
            <a:r>
              <a:rPr sz="2400" dirty="0">
                <a:latin typeface="Calibri"/>
                <a:cs typeface="Calibri"/>
              </a:rPr>
              <a:t>	</a:t>
            </a:r>
            <a:r>
              <a:rPr sz="2400" spc="-10">
                <a:latin typeface="Calibri"/>
                <a:cs typeface="Calibri"/>
              </a:rPr>
              <a:t>elements,</a:t>
            </a:r>
            <a:r>
              <a:rPr sz="2400" dirty="0">
                <a:latin typeface="Calibri"/>
                <a:cs typeface="Calibri"/>
              </a:rPr>
              <a:t>	</a:t>
            </a:r>
            <a:r>
              <a:rPr sz="2400" spc="-25">
                <a:latin typeface="Calibri"/>
                <a:cs typeface="Calibri"/>
              </a:rPr>
              <a:t>it</a:t>
            </a:r>
            <a:r>
              <a:rPr sz="2400" dirty="0">
                <a:latin typeface="Calibri"/>
                <a:cs typeface="Calibri"/>
              </a:rPr>
              <a:t>	</a:t>
            </a:r>
            <a:r>
              <a:rPr sz="2400" spc="-10">
                <a:latin typeface="Calibri"/>
                <a:cs typeface="Calibri"/>
              </a:rPr>
              <a:t>returns</a:t>
            </a:r>
            <a:r>
              <a:rPr sz="2400" dirty="0">
                <a:latin typeface="Calibri"/>
                <a:cs typeface="Calibri"/>
              </a:rPr>
              <a:t>	</a:t>
            </a:r>
            <a:r>
              <a:rPr sz="2400" spc="-10">
                <a:latin typeface="Calibri"/>
                <a:cs typeface="Calibri"/>
              </a:rPr>
              <a:t>index</a:t>
            </a:r>
            <a:r>
              <a:rPr sz="2400" dirty="0">
                <a:latin typeface="Calibri"/>
                <a:cs typeface="Calibri"/>
              </a:rPr>
              <a:t>	</a:t>
            </a:r>
            <a:r>
              <a:rPr sz="2400" spc="-25">
                <a:latin typeface="Calibri"/>
                <a:cs typeface="Calibri"/>
              </a:rPr>
              <a:t>of</a:t>
            </a:r>
            <a:r>
              <a:rPr sz="2400" dirty="0">
                <a:latin typeface="Calibri"/>
                <a:cs typeface="Calibri"/>
              </a:rPr>
              <a:t>	</a:t>
            </a:r>
            <a:r>
              <a:rPr sz="2400" spc="-25">
                <a:latin typeface="Calibri"/>
                <a:cs typeface="Calibri"/>
              </a:rPr>
              <a:t>first </a:t>
            </a:r>
            <a:r>
              <a:rPr sz="2400">
                <a:latin typeface="Calibri"/>
                <a:cs typeface="Calibri"/>
              </a:rPr>
              <a:t>occurred</a:t>
            </a:r>
            <a:r>
              <a:rPr sz="2400" spc="-95" dirty="0">
                <a:latin typeface="Calibri"/>
                <a:cs typeface="Calibri"/>
              </a:rPr>
              <a:t> </a:t>
            </a:r>
            <a:r>
              <a:rPr sz="2400" spc="-10">
                <a:latin typeface="Calibri"/>
                <a:cs typeface="Calibri"/>
              </a:rPr>
              <a:t>element.</a:t>
            </a:r>
            <a:endParaRPr sz="2400">
              <a:latin typeface="Calibri"/>
              <a:cs typeface="Calibri"/>
            </a:endParaRPr>
          </a:p>
          <a:p>
            <a:pPr marL="355600" marR="8890" indent="-342900">
              <a:spcBef>
                <a:spcPts val="580"/>
              </a:spcBef>
              <a:buFont typeface="Arial MT"/>
              <a:buChar char="•"/>
              <a:tabLst>
                <a:tab pos="355600" algn="l"/>
              </a:tabLst>
            </a:pPr>
            <a:r>
              <a:rPr sz="2400" dirty="0">
                <a:latin typeface="Calibri"/>
                <a:cs typeface="Calibri"/>
              </a:rPr>
              <a:t>This</a:t>
            </a:r>
            <a:r>
              <a:rPr sz="2400" spc="220" dirty="0">
                <a:latin typeface="Calibri"/>
                <a:cs typeface="Calibri"/>
              </a:rPr>
              <a:t> </a:t>
            </a:r>
            <a:r>
              <a:rPr sz="2400" dirty="0">
                <a:latin typeface="Calibri"/>
                <a:cs typeface="Calibri"/>
              </a:rPr>
              <a:t>method</a:t>
            </a:r>
            <a:r>
              <a:rPr sz="2400" spc="229" dirty="0">
                <a:latin typeface="Calibri"/>
                <a:cs typeface="Calibri"/>
              </a:rPr>
              <a:t> </a:t>
            </a:r>
            <a:r>
              <a:rPr sz="2400" dirty="0">
                <a:latin typeface="Calibri"/>
                <a:cs typeface="Calibri"/>
              </a:rPr>
              <a:t>takes</a:t>
            </a:r>
            <a:r>
              <a:rPr sz="2400" spc="229" dirty="0">
                <a:latin typeface="Calibri"/>
                <a:cs typeface="Calibri"/>
              </a:rPr>
              <a:t> </a:t>
            </a:r>
            <a:r>
              <a:rPr sz="2400" dirty="0">
                <a:latin typeface="Calibri"/>
                <a:cs typeface="Calibri"/>
              </a:rPr>
              <a:t>two</a:t>
            </a:r>
            <a:r>
              <a:rPr sz="2400" spc="225" dirty="0">
                <a:latin typeface="Calibri"/>
                <a:cs typeface="Calibri"/>
              </a:rPr>
              <a:t> </a:t>
            </a:r>
            <a:r>
              <a:rPr sz="2400" dirty="0">
                <a:latin typeface="Calibri"/>
                <a:cs typeface="Calibri"/>
              </a:rPr>
              <a:t>more</a:t>
            </a:r>
            <a:r>
              <a:rPr sz="2400" spc="229" dirty="0">
                <a:latin typeface="Calibri"/>
                <a:cs typeface="Calibri"/>
              </a:rPr>
              <a:t> </a:t>
            </a:r>
            <a:r>
              <a:rPr sz="2400" dirty="0">
                <a:latin typeface="Calibri"/>
                <a:cs typeface="Calibri"/>
              </a:rPr>
              <a:t>optional</a:t>
            </a:r>
            <a:r>
              <a:rPr sz="2400" spc="229" dirty="0">
                <a:latin typeface="Calibri"/>
                <a:cs typeface="Calibri"/>
              </a:rPr>
              <a:t> </a:t>
            </a:r>
            <a:r>
              <a:rPr sz="2400" dirty="0">
                <a:latin typeface="Calibri"/>
                <a:cs typeface="Calibri"/>
              </a:rPr>
              <a:t>parameters</a:t>
            </a:r>
            <a:r>
              <a:rPr sz="2400" spc="229" dirty="0">
                <a:latin typeface="Calibri"/>
                <a:cs typeface="Calibri"/>
              </a:rPr>
              <a:t> </a:t>
            </a:r>
            <a:r>
              <a:rPr sz="2400" dirty="0">
                <a:latin typeface="Calibri"/>
                <a:cs typeface="Calibri"/>
              </a:rPr>
              <a:t>start</a:t>
            </a:r>
            <a:r>
              <a:rPr sz="2400" spc="220" dirty="0">
                <a:latin typeface="Calibri"/>
                <a:cs typeface="Calibri"/>
              </a:rPr>
              <a:t> </a:t>
            </a:r>
            <a:r>
              <a:rPr sz="2400" dirty="0">
                <a:latin typeface="Calibri"/>
                <a:cs typeface="Calibri"/>
              </a:rPr>
              <a:t>and</a:t>
            </a:r>
            <a:r>
              <a:rPr sz="2400" spc="225" dirty="0">
                <a:latin typeface="Calibri"/>
                <a:cs typeface="Calibri"/>
              </a:rPr>
              <a:t> </a:t>
            </a:r>
            <a:r>
              <a:rPr sz="2400" spc="-25" dirty="0">
                <a:latin typeface="Calibri"/>
                <a:cs typeface="Calibri"/>
              </a:rPr>
              <a:t>end </a:t>
            </a:r>
            <a:r>
              <a:rPr sz="2400" dirty="0">
                <a:latin typeface="Calibri"/>
                <a:cs typeface="Calibri"/>
              </a:rPr>
              <a:t>which</a:t>
            </a:r>
            <a:r>
              <a:rPr sz="2400" spc="-70" dirty="0">
                <a:latin typeface="Calibri"/>
                <a:cs typeface="Calibri"/>
              </a:rPr>
              <a:t> </a:t>
            </a:r>
            <a:r>
              <a:rPr sz="2400" dirty="0">
                <a:latin typeface="Calibri"/>
                <a:cs typeface="Calibri"/>
              </a:rPr>
              <a:t>are</a:t>
            </a:r>
            <a:r>
              <a:rPr sz="2400" spc="-45" dirty="0">
                <a:latin typeface="Calibri"/>
                <a:cs typeface="Calibri"/>
              </a:rPr>
              <a:t> </a:t>
            </a:r>
            <a:r>
              <a:rPr sz="2400" dirty="0">
                <a:latin typeface="Calibri"/>
                <a:cs typeface="Calibri"/>
              </a:rPr>
              <a:t>used</a:t>
            </a:r>
            <a:r>
              <a:rPr sz="2400" spc="-45" dirty="0">
                <a:latin typeface="Calibri"/>
                <a:cs typeface="Calibri"/>
              </a:rPr>
              <a:t> </a:t>
            </a:r>
            <a:r>
              <a:rPr sz="2400" dirty="0">
                <a:latin typeface="Calibri"/>
                <a:cs typeface="Calibri"/>
              </a:rPr>
              <a:t>to</a:t>
            </a:r>
            <a:r>
              <a:rPr sz="2400" spc="-55" dirty="0">
                <a:latin typeface="Calibri"/>
                <a:cs typeface="Calibri"/>
              </a:rPr>
              <a:t> </a:t>
            </a:r>
            <a:r>
              <a:rPr sz="2400" dirty="0">
                <a:latin typeface="Calibri"/>
                <a:cs typeface="Calibri"/>
              </a:rPr>
              <a:t>search</a:t>
            </a:r>
            <a:r>
              <a:rPr sz="2400" spc="-55" dirty="0">
                <a:latin typeface="Calibri"/>
                <a:cs typeface="Calibri"/>
              </a:rPr>
              <a:t> </a:t>
            </a:r>
            <a:r>
              <a:rPr sz="2400" dirty="0">
                <a:latin typeface="Calibri"/>
                <a:cs typeface="Calibri"/>
              </a:rPr>
              <a:t>index</a:t>
            </a:r>
            <a:r>
              <a:rPr sz="2400" spc="-50" dirty="0">
                <a:latin typeface="Calibri"/>
                <a:cs typeface="Calibri"/>
              </a:rPr>
              <a:t> </a:t>
            </a:r>
            <a:r>
              <a:rPr sz="2400" dirty="0">
                <a:latin typeface="Calibri"/>
                <a:cs typeface="Calibri"/>
              </a:rPr>
              <a:t>within</a:t>
            </a:r>
            <a:r>
              <a:rPr sz="2400" spc="-55" dirty="0">
                <a:latin typeface="Calibri"/>
                <a:cs typeface="Calibri"/>
              </a:rPr>
              <a:t> </a:t>
            </a:r>
            <a:r>
              <a:rPr sz="2400" dirty="0">
                <a:latin typeface="Calibri"/>
                <a:cs typeface="Calibri"/>
              </a:rPr>
              <a:t>a</a:t>
            </a:r>
            <a:r>
              <a:rPr sz="2400" spc="-50" dirty="0">
                <a:latin typeface="Calibri"/>
                <a:cs typeface="Calibri"/>
              </a:rPr>
              <a:t> </a:t>
            </a:r>
            <a:r>
              <a:rPr sz="2400" spc="-10" dirty="0">
                <a:latin typeface="Calibri"/>
                <a:cs typeface="Calibri"/>
              </a:rPr>
              <a:t>limit.</a:t>
            </a:r>
            <a:endParaRPr sz="2400" dirty="0">
              <a:latin typeface="Calibri"/>
              <a:cs typeface="Calibri"/>
            </a:endParaRPr>
          </a:p>
          <a:p>
            <a:pPr marL="12700">
              <a:spcBef>
                <a:spcPts val="590"/>
              </a:spcBef>
              <a:tabLst>
                <a:tab pos="1840864" algn="l"/>
              </a:tabLst>
            </a:pPr>
            <a:r>
              <a:rPr sz="2400" b="1" u="sng" dirty="0">
                <a:uFill>
                  <a:solidFill>
                    <a:srgbClr val="000000"/>
                  </a:solidFill>
                </a:uFill>
                <a:latin typeface="Calibri"/>
                <a:cs typeface="Calibri"/>
              </a:rPr>
              <a:t>Syntax:</a:t>
            </a:r>
            <a:r>
              <a:rPr lang="en-US" sz="2400" dirty="0">
                <a:solidFill>
                  <a:srgbClr val="FF0000"/>
                </a:solidFill>
                <a:latin typeface="Consolas"/>
                <a:cs typeface="Calibri"/>
              </a:rPr>
              <a:t>    </a:t>
            </a:r>
            <a:r>
              <a:rPr lang="en-US" sz="2400" dirty="0" err="1">
                <a:solidFill>
                  <a:srgbClr val="FF0000"/>
                </a:solidFill>
                <a:latin typeface="Consolas"/>
                <a:cs typeface="Calibri"/>
              </a:rPr>
              <a:t>my_list</a:t>
            </a:r>
            <a:r>
              <a:rPr sz="2400" dirty="0">
                <a:solidFill>
                  <a:srgbClr val="008080"/>
                </a:solidFill>
                <a:latin typeface="Consolas"/>
                <a:cs typeface="Consolas"/>
              </a:rPr>
              <a:t>.</a:t>
            </a:r>
            <a:r>
              <a:rPr sz="2400" spc="-70" dirty="0">
                <a:solidFill>
                  <a:srgbClr val="008080"/>
                </a:solidFill>
                <a:latin typeface="Consolas"/>
                <a:cs typeface="Consolas"/>
              </a:rPr>
              <a:t> </a:t>
            </a:r>
            <a:r>
              <a:rPr sz="2400" dirty="0">
                <a:solidFill>
                  <a:srgbClr val="008080"/>
                </a:solidFill>
                <a:latin typeface="Consolas"/>
                <a:cs typeface="Consolas"/>
              </a:rPr>
              <a:t>index(</a:t>
            </a:r>
            <a:r>
              <a:rPr sz="2400" dirty="0">
                <a:latin typeface="Consolas"/>
                <a:cs typeface="Consolas"/>
              </a:rPr>
              <a:t>item</a:t>
            </a:r>
            <a:r>
              <a:rPr sz="2400" spc="-30" dirty="0">
                <a:latin typeface="Consolas"/>
                <a:cs typeface="Consolas"/>
              </a:rPr>
              <a:t> </a:t>
            </a:r>
            <a:r>
              <a:rPr sz="2400" dirty="0">
                <a:latin typeface="Consolas"/>
                <a:cs typeface="Consolas"/>
              </a:rPr>
              <a:t>,</a:t>
            </a:r>
            <a:r>
              <a:rPr sz="2400" spc="-65" dirty="0">
                <a:latin typeface="Consolas"/>
                <a:cs typeface="Consolas"/>
              </a:rPr>
              <a:t> </a:t>
            </a:r>
            <a:r>
              <a:rPr sz="2400" dirty="0">
                <a:latin typeface="Consolas"/>
                <a:cs typeface="Consolas"/>
              </a:rPr>
              <a:t>start,</a:t>
            </a:r>
            <a:r>
              <a:rPr sz="2400" spc="-35" dirty="0">
                <a:latin typeface="Consolas"/>
                <a:cs typeface="Consolas"/>
              </a:rPr>
              <a:t> </a:t>
            </a:r>
            <a:r>
              <a:rPr sz="2400" spc="-10" dirty="0">
                <a:latin typeface="Consolas"/>
                <a:cs typeface="Consolas"/>
              </a:rPr>
              <a:t>end</a:t>
            </a:r>
            <a:r>
              <a:rPr sz="2400" spc="-10" dirty="0">
                <a:solidFill>
                  <a:srgbClr val="008080"/>
                </a:solidFill>
                <a:latin typeface="Consolas"/>
                <a:cs typeface="Consolas"/>
              </a:rPr>
              <a:t>)</a:t>
            </a:r>
            <a:endParaRPr sz="2400" dirty="0">
              <a:latin typeface="Consolas"/>
              <a:cs typeface="Consolas"/>
            </a:endParaRPr>
          </a:p>
        </p:txBody>
      </p:sp>
      <p:sp>
        <p:nvSpPr>
          <p:cNvPr id="5" name="object 5"/>
          <p:cNvSpPr/>
          <p:nvPr/>
        </p:nvSpPr>
        <p:spPr>
          <a:xfrm>
            <a:off x="1524000" y="642874"/>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sp>
        <p:nvSpPr>
          <p:cNvPr id="6" name="object 6"/>
          <p:cNvSpPr/>
          <p:nvPr/>
        </p:nvSpPr>
        <p:spPr>
          <a:xfrm>
            <a:off x="1666849" y="4071900"/>
            <a:ext cx="5429250" cy="2385695"/>
          </a:xfrm>
          <a:custGeom>
            <a:avLst/>
            <a:gdLst/>
            <a:ahLst/>
            <a:cxnLst/>
            <a:rect l="l" t="t" r="r" b="b"/>
            <a:pathLst>
              <a:path w="5429250" h="2385695">
                <a:moveTo>
                  <a:pt x="0" y="2385314"/>
                </a:moveTo>
                <a:lnTo>
                  <a:pt x="5429250" y="2385314"/>
                </a:lnTo>
                <a:lnTo>
                  <a:pt x="5429250" y="0"/>
                </a:lnTo>
                <a:lnTo>
                  <a:pt x="0" y="0"/>
                </a:lnTo>
                <a:lnTo>
                  <a:pt x="0" y="2385314"/>
                </a:lnTo>
                <a:close/>
              </a:path>
            </a:pathLst>
          </a:custGeom>
          <a:ln w="12700">
            <a:solidFill>
              <a:srgbClr val="4F81BC"/>
            </a:solidFill>
          </a:ln>
        </p:spPr>
        <p:txBody>
          <a:bodyPr wrap="square" lIns="0" tIns="0" rIns="0" bIns="0" rtlCol="0"/>
          <a:lstStyle/>
          <a:p>
            <a:endParaRPr/>
          </a:p>
        </p:txBody>
      </p:sp>
      <p:sp>
        <p:nvSpPr>
          <p:cNvPr id="7" name="object 7"/>
          <p:cNvSpPr txBox="1"/>
          <p:nvPr/>
        </p:nvSpPr>
        <p:spPr>
          <a:xfrm>
            <a:off x="1758392" y="4007106"/>
            <a:ext cx="5222875" cy="2378710"/>
          </a:xfrm>
          <a:prstGeom prst="rect">
            <a:avLst/>
          </a:prstGeom>
        </p:spPr>
        <p:txBody>
          <a:bodyPr vert="horz" wrap="square" lIns="0" tIns="91440" rIns="0" bIns="0" rtlCol="0">
            <a:spAutoFit/>
          </a:bodyPr>
          <a:lstStyle/>
          <a:p>
            <a:pPr>
              <a:spcBef>
                <a:spcPts val="720"/>
              </a:spcBef>
              <a:tabLst>
                <a:tab pos="1430655" algn="l"/>
              </a:tabLst>
            </a:pPr>
            <a:r>
              <a:rPr sz="2400" b="1" u="sng" spc="-10">
                <a:solidFill>
                  <a:srgbClr val="0983C0"/>
                </a:solidFill>
                <a:uFill>
                  <a:solidFill>
                    <a:srgbClr val="0983C0"/>
                  </a:solidFill>
                </a:uFill>
                <a:latin typeface="Calibri"/>
                <a:cs typeface="Calibri"/>
              </a:rPr>
              <a:t>Example:</a:t>
            </a:r>
            <a:r>
              <a:rPr sz="2400" b="1">
                <a:solidFill>
                  <a:srgbClr val="0983C0"/>
                </a:solidFill>
                <a:latin typeface="Calibri"/>
                <a:cs typeface="Calibri"/>
              </a:rPr>
              <a:t>	</a:t>
            </a:r>
            <a:r>
              <a:rPr sz="2400" b="1" spc="-10">
                <a:latin typeface="Calibri"/>
                <a:cs typeface="Calibri"/>
              </a:rPr>
              <a:t>indexdemo.py</a:t>
            </a:r>
            <a:endParaRPr sz="2400">
              <a:latin typeface="Calibri"/>
              <a:cs typeface="Calibri"/>
            </a:endParaRPr>
          </a:p>
          <a:p>
            <a:pPr>
              <a:spcBef>
                <a:spcPts val="625"/>
              </a:spcBef>
            </a:pPr>
            <a:r>
              <a:rPr sz="2400" spc="-10">
                <a:latin typeface="Consolas"/>
                <a:cs typeface="Consolas"/>
              </a:rPr>
              <a:t>list1=[</a:t>
            </a:r>
            <a:r>
              <a:rPr sz="2400" spc="-10">
                <a:solidFill>
                  <a:srgbClr val="FF00FF"/>
                </a:solidFill>
                <a:latin typeface="Consolas"/>
                <a:cs typeface="Consolas"/>
              </a:rPr>
              <a:t>'p'</a:t>
            </a:r>
            <a:r>
              <a:rPr sz="2400" spc="-10">
                <a:latin typeface="Consolas"/>
                <a:cs typeface="Consolas"/>
              </a:rPr>
              <a:t>,</a:t>
            </a:r>
            <a:r>
              <a:rPr sz="2400" spc="-10">
                <a:solidFill>
                  <a:srgbClr val="FF00FF"/>
                </a:solidFill>
                <a:latin typeface="Consolas"/>
                <a:cs typeface="Consolas"/>
              </a:rPr>
              <a:t>'y'</a:t>
            </a:r>
            <a:r>
              <a:rPr sz="2400" spc="-10">
                <a:latin typeface="Consolas"/>
                <a:cs typeface="Consolas"/>
              </a:rPr>
              <a:t>,</a:t>
            </a:r>
            <a:r>
              <a:rPr sz="2400" spc="-10">
                <a:solidFill>
                  <a:srgbClr val="FF00FF"/>
                </a:solidFill>
                <a:latin typeface="Consolas"/>
                <a:cs typeface="Consolas"/>
              </a:rPr>
              <a:t>'t'</a:t>
            </a:r>
            <a:r>
              <a:rPr sz="2400" spc="-10">
                <a:latin typeface="Consolas"/>
                <a:cs typeface="Consolas"/>
              </a:rPr>
              <a:t>,</a:t>
            </a:r>
            <a:r>
              <a:rPr sz="2400" spc="-10">
                <a:solidFill>
                  <a:srgbClr val="FF00FF"/>
                </a:solidFill>
                <a:latin typeface="Consolas"/>
                <a:cs typeface="Consolas"/>
              </a:rPr>
              <a:t>'o'</a:t>
            </a:r>
            <a:r>
              <a:rPr sz="2400" spc="-10">
                <a:latin typeface="Consolas"/>
                <a:cs typeface="Consolas"/>
              </a:rPr>
              <a:t>,</a:t>
            </a:r>
            <a:r>
              <a:rPr sz="2400" spc="-10">
                <a:solidFill>
                  <a:srgbClr val="FF00FF"/>
                </a:solidFill>
                <a:latin typeface="Consolas"/>
                <a:cs typeface="Consolas"/>
              </a:rPr>
              <a:t>'n'</a:t>
            </a:r>
            <a:r>
              <a:rPr sz="2400" spc="-10">
                <a:latin typeface="Consolas"/>
                <a:cs typeface="Consolas"/>
              </a:rPr>
              <a:t>,</a:t>
            </a:r>
            <a:r>
              <a:rPr sz="2400" spc="-10">
                <a:solidFill>
                  <a:srgbClr val="FF00FF"/>
                </a:solidFill>
                <a:latin typeface="Consolas"/>
                <a:cs typeface="Consolas"/>
              </a:rPr>
              <a:t>'p'</a:t>
            </a:r>
            <a:r>
              <a:rPr sz="2400" spc="-10">
                <a:latin typeface="Consolas"/>
                <a:cs typeface="Consolas"/>
              </a:rPr>
              <a:t>]</a:t>
            </a:r>
            <a:endParaRPr sz="2400">
              <a:latin typeface="Consolas"/>
              <a:cs typeface="Consolas"/>
            </a:endParaRPr>
          </a:p>
          <a:p>
            <a:pPr>
              <a:lnSpc>
                <a:spcPct val="100000"/>
              </a:lnSpc>
            </a:pPr>
            <a:r>
              <a:rPr sz="2400" spc="-10">
                <a:solidFill>
                  <a:srgbClr val="0000FF"/>
                </a:solidFill>
                <a:latin typeface="Consolas"/>
                <a:cs typeface="Consolas"/>
              </a:rPr>
              <a:t>print</a:t>
            </a:r>
            <a:r>
              <a:rPr sz="2400" spc="-10">
                <a:latin typeface="Consolas"/>
                <a:cs typeface="Consolas"/>
              </a:rPr>
              <a:t>(list1.</a:t>
            </a:r>
            <a:r>
              <a:rPr sz="2400" spc="-10">
                <a:solidFill>
                  <a:srgbClr val="008080"/>
                </a:solidFill>
                <a:latin typeface="Consolas"/>
                <a:cs typeface="Consolas"/>
              </a:rPr>
              <a:t>index</a:t>
            </a:r>
            <a:r>
              <a:rPr sz="2400" spc="-10">
                <a:latin typeface="Consolas"/>
                <a:cs typeface="Consolas"/>
              </a:rPr>
              <a:t>(</a:t>
            </a:r>
            <a:r>
              <a:rPr sz="2400" spc="-10">
                <a:solidFill>
                  <a:srgbClr val="FF00FF"/>
                </a:solidFill>
                <a:latin typeface="Consolas"/>
                <a:cs typeface="Consolas"/>
              </a:rPr>
              <a:t>'t'</a:t>
            </a:r>
            <a:r>
              <a:rPr sz="2400" spc="-10">
                <a:latin typeface="Consolas"/>
                <a:cs typeface="Consolas"/>
              </a:rPr>
              <a:t>))</a:t>
            </a:r>
            <a:endParaRPr sz="2400">
              <a:latin typeface="Consolas"/>
              <a:cs typeface="Consolas"/>
            </a:endParaRPr>
          </a:p>
          <a:p>
            <a:pPr>
              <a:lnSpc>
                <a:spcPct val="100000"/>
              </a:lnSpc>
            </a:pPr>
            <a:r>
              <a:rPr sz="2400" spc="-10">
                <a:solidFill>
                  <a:srgbClr val="0000FF"/>
                </a:solidFill>
                <a:latin typeface="Consolas"/>
                <a:cs typeface="Consolas"/>
              </a:rPr>
              <a:t>Print</a:t>
            </a:r>
            <a:r>
              <a:rPr sz="2400" spc="-10">
                <a:latin typeface="Consolas"/>
                <a:cs typeface="Consolas"/>
              </a:rPr>
              <a:t>(list1.</a:t>
            </a:r>
            <a:r>
              <a:rPr sz="2400" spc="-10">
                <a:solidFill>
                  <a:srgbClr val="008080"/>
                </a:solidFill>
                <a:latin typeface="Consolas"/>
                <a:cs typeface="Consolas"/>
              </a:rPr>
              <a:t>index</a:t>
            </a:r>
            <a:r>
              <a:rPr sz="2400" spc="-10">
                <a:latin typeface="Consolas"/>
                <a:cs typeface="Consolas"/>
              </a:rPr>
              <a:t>(</a:t>
            </a:r>
            <a:r>
              <a:rPr sz="2400" spc="-10">
                <a:solidFill>
                  <a:srgbClr val="FF00FF"/>
                </a:solidFill>
                <a:latin typeface="Consolas"/>
                <a:cs typeface="Consolas"/>
              </a:rPr>
              <a:t>'p'</a:t>
            </a:r>
            <a:r>
              <a:rPr sz="2400" spc="-10">
                <a:latin typeface="Consolas"/>
                <a:cs typeface="Consolas"/>
              </a:rPr>
              <a:t>))</a:t>
            </a:r>
            <a:endParaRPr sz="2400">
              <a:latin typeface="Consolas"/>
              <a:cs typeface="Consolas"/>
            </a:endParaRPr>
          </a:p>
          <a:p>
            <a:pPr>
              <a:lnSpc>
                <a:spcPct val="100000"/>
              </a:lnSpc>
            </a:pPr>
            <a:r>
              <a:rPr sz="2400" spc="-10">
                <a:solidFill>
                  <a:srgbClr val="0000FF"/>
                </a:solidFill>
                <a:latin typeface="Consolas"/>
                <a:cs typeface="Consolas"/>
              </a:rPr>
              <a:t>Print</a:t>
            </a:r>
            <a:r>
              <a:rPr sz="2400" spc="-10">
                <a:latin typeface="Consolas"/>
                <a:cs typeface="Consolas"/>
              </a:rPr>
              <a:t>(list1.</a:t>
            </a:r>
            <a:r>
              <a:rPr sz="2400" spc="-10">
                <a:solidFill>
                  <a:srgbClr val="008080"/>
                </a:solidFill>
                <a:latin typeface="Consolas"/>
                <a:cs typeface="Consolas"/>
              </a:rPr>
              <a:t>index</a:t>
            </a:r>
            <a:r>
              <a:rPr sz="2400" spc="-10">
                <a:latin typeface="Consolas"/>
                <a:cs typeface="Consolas"/>
              </a:rPr>
              <a:t>(</a:t>
            </a:r>
            <a:r>
              <a:rPr sz="2400" spc="-10">
                <a:solidFill>
                  <a:srgbClr val="FF00FF"/>
                </a:solidFill>
                <a:latin typeface="Consolas"/>
                <a:cs typeface="Consolas"/>
              </a:rPr>
              <a:t>'p'</a:t>
            </a:r>
            <a:r>
              <a:rPr sz="2400" spc="-10">
                <a:latin typeface="Consolas"/>
                <a:cs typeface="Consolas"/>
              </a:rPr>
              <a:t>,</a:t>
            </a:r>
            <a:r>
              <a:rPr sz="2400" spc="-10">
                <a:solidFill>
                  <a:srgbClr val="800080"/>
                </a:solidFill>
                <a:latin typeface="Consolas"/>
                <a:cs typeface="Consolas"/>
              </a:rPr>
              <a:t>3</a:t>
            </a:r>
            <a:r>
              <a:rPr sz="2400" spc="-10">
                <a:latin typeface="Consolas"/>
                <a:cs typeface="Consolas"/>
              </a:rPr>
              <a:t>,</a:t>
            </a:r>
            <a:r>
              <a:rPr sz="2400" spc="-10">
                <a:solidFill>
                  <a:srgbClr val="800080"/>
                </a:solidFill>
                <a:latin typeface="Consolas"/>
                <a:cs typeface="Consolas"/>
              </a:rPr>
              <a:t>10</a:t>
            </a:r>
            <a:r>
              <a:rPr sz="2400" spc="-10">
                <a:latin typeface="Consolas"/>
                <a:cs typeface="Consolas"/>
              </a:rPr>
              <a:t>))</a:t>
            </a:r>
            <a:endParaRPr sz="2400">
              <a:latin typeface="Consolas"/>
              <a:cs typeface="Consolas"/>
            </a:endParaRPr>
          </a:p>
          <a:p>
            <a:pPr>
              <a:lnSpc>
                <a:spcPct val="100000"/>
              </a:lnSpc>
            </a:pPr>
            <a:r>
              <a:rPr sz="2400">
                <a:solidFill>
                  <a:srgbClr val="0000FF"/>
                </a:solidFill>
                <a:latin typeface="Consolas"/>
                <a:cs typeface="Consolas"/>
              </a:rPr>
              <a:t>Print</a:t>
            </a:r>
            <a:r>
              <a:rPr sz="2400">
                <a:latin typeface="Consolas"/>
                <a:cs typeface="Consolas"/>
              </a:rPr>
              <a:t>(list1.</a:t>
            </a:r>
            <a:r>
              <a:rPr sz="2400">
                <a:solidFill>
                  <a:srgbClr val="008080"/>
                </a:solidFill>
                <a:latin typeface="Consolas"/>
                <a:cs typeface="Consolas"/>
              </a:rPr>
              <a:t>index</a:t>
            </a:r>
            <a:r>
              <a:rPr sz="2400">
                <a:latin typeface="Consolas"/>
                <a:cs typeface="Consolas"/>
              </a:rPr>
              <a:t>(</a:t>
            </a:r>
            <a:r>
              <a:rPr sz="2400">
                <a:solidFill>
                  <a:srgbClr val="FF00FF"/>
                </a:solidFill>
                <a:latin typeface="Consolas"/>
                <a:cs typeface="Consolas"/>
              </a:rPr>
              <a:t>'z'</a:t>
            </a:r>
            <a:r>
              <a:rPr sz="2400">
                <a:latin typeface="Consolas"/>
                <a:cs typeface="Consolas"/>
              </a:rPr>
              <a:t>))</a:t>
            </a:r>
          </a:p>
        </p:txBody>
      </p:sp>
      <p:sp>
        <p:nvSpPr>
          <p:cNvPr id="8" name="object 8"/>
          <p:cNvSpPr txBox="1"/>
          <p:nvPr/>
        </p:nvSpPr>
        <p:spPr>
          <a:xfrm>
            <a:off x="7239000" y="4071911"/>
            <a:ext cx="3143250" cy="2308860"/>
          </a:xfrm>
          <a:prstGeom prst="rect">
            <a:avLst/>
          </a:prstGeom>
          <a:ln w="12700">
            <a:solidFill>
              <a:srgbClr val="4F81BC"/>
            </a:solidFill>
          </a:ln>
        </p:spPr>
        <p:txBody>
          <a:bodyPr vert="horz" wrap="square" lIns="0" tIns="26670" rIns="0" bIns="0" rtlCol="0">
            <a:spAutoFit/>
          </a:bodyPr>
          <a:lstStyle/>
          <a:p>
            <a:pPr marL="92075">
              <a:spcBef>
                <a:spcPts val="210"/>
              </a:spcBef>
            </a:pPr>
            <a:r>
              <a:rPr sz="2400" b="1" u="sng" spc="-10">
                <a:solidFill>
                  <a:srgbClr val="FFC000"/>
                </a:solidFill>
                <a:uFill>
                  <a:solidFill>
                    <a:srgbClr val="FFC000"/>
                  </a:solidFill>
                </a:uFill>
                <a:latin typeface="Calibri"/>
                <a:cs typeface="Calibri"/>
              </a:rPr>
              <a:t>Output:</a:t>
            </a:r>
            <a:endParaRPr sz="2400">
              <a:latin typeface="Calibri"/>
              <a:cs typeface="Calibri"/>
            </a:endParaRPr>
          </a:p>
          <a:p>
            <a:pPr marL="92075" marR="318770"/>
            <a:r>
              <a:rPr sz="2400" b="1">
                <a:latin typeface="Calibri"/>
                <a:cs typeface="Calibri"/>
              </a:rPr>
              <a:t>python</a:t>
            </a:r>
            <a:r>
              <a:rPr sz="2400" b="1" spc="-70">
                <a:latin typeface="Calibri"/>
                <a:cs typeface="Calibri"/>
              </a:rPr>
              <a:t> </a:t>
            </a:r>
            <a:r>
              <a:rPr sz="2400" spc="-10">
                <a:latin typeface="Calibri"/>
                <a:cs typeface="Calibri"/>
              </a:rPr>
              <a:t>indexdemo.py </a:t>
            </a:r>
            <a:r>
              <a:rPr sz="2400" spc="-50">
                <a:solidFill>
                  <a:srgbClr val="990054"/>
                </a:solidFill>
                <a:latin typeface="Calibri"/>
                <a:cs typeface="Calibri"/>
              </a:rPr>
              <a:t>2</a:t>
            </a:r>
            <a:endParaRPr sz="2400">
              <a:latin typeface="Calibri"/>
              <a:cs typeface="Calibri"/>
            </a:endParaRPr>
          </a:p>
          <a:p>
            <a:pPr marL="92075"/>
            <a:r>
              <a:rPr sz="2400" spc="-50">
                <a:solidFill>
                  <a:srgbClr val="990054"/>
                </a:solidFill>
                <a:latin typeface="Calibri"/>
                <a:cs typeface="Calibri"/>
              </a:rPr>
              <a:t>0</a:t>
            </a:r>
            <a:endParaRPr sz="2400">
              <a:latin typeface="Calibri"/>
              <a:cs typeface="Calibri"/>
            </a:endParaRPr>
          </a:p>
          <a:p>
            <a:pPr marL="92075"/>
            <a:r>
              <a:rPr sz="2400" spc="-50">
                <a:solidFill>
                  <a:srgbClr val="990054"/>
                </a:solidFill>
                <a:latin typeface="Calibri"/>
                <a:cs typeface="Calibri"/>
              </a:rPr>
              <a:t>5</a:t>
            </a:r>
            <a:endParaRPr sz="2400">
              <a:latin typeface="Calibri"/>
              <a:cs typeface="Calibri"/>
            </a:endParaRPr>
          </a:p>
          <a:p>
            <a:pPr marL="92075"/>
            <a:r>
              <a:rPr sz="2400" spc="-20">
                <a:latin typeface="Calibri"/>
                <a:cs typeface="Calibri"/>
              </a:rPr>
              <a:t>Value</a:t>
            </a:r>
            <a:r>
              <a:rPr sz="2400" spc="-110">
                <a:latin typeface="Calibri"/>
                <a:cs typeface="Calibri"/>
              </a:rPr>
              <a:t> </a:t>
            </a:r>
            <a:r>
              <a:rPr sz="2400" spc="-10">
                <a:latin typeface="Calibri"/>
                <a:cs typeface="Calibri"/>
              </a:rPr>
              <a:t>Error</a:t>
            </a:r>
            <a:endParaRPr sz="2400">
              <a:latin typeface="Calibri"/>
              <a:cs typeface="Calibri"/>
            </a:endParaRPr>
          </a:p>
        </p:txBody>
      </p:sp>
      <p:sp>
        <p:nvSpPr>
          <p:cNvPr id="9" name="Slide Number Placeholder 8">
            <a:extLst>
              <a:ext uri="{FF2B5EF4-FFF2-40B4-BE49-F238E27FC236}">
                <a16:creationId xmlns:a16="http://schemas.microsoft.com/office/drawing/2014/main" id="{FE89EAE3-57F0-B2F4-FAE4-E45D8ACA243B}"/>
              </a:ext>
            </a:extLst>
          </p:cNvPr>
          <p:cNvSpPr>
            <a:spLocks noGrp="1"/>
          </p:cNvSpPr>
          <p:nvPr>
            <p:ph type="sldNum" sz="quarter" idx="7"/>
          </p:nvPr>
        </p:nvSpPr>
        <p:spPr/>
        <p:txBody>
          <a:bodyPr/>
          <a:lstStyle/>
          <a:p>
            <a:fld id="{B6F15528-21DE-4FAA-801E-634DDDAF4B2B}" type="slidenum">
              <a:rPr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8702" y="390907"/>
            <a:ext cx="7453630" cy="513715"/>
          </a:xfrm>
          <a:prstGeom prst="rect">
            <a:avLst/>
          </a:prstGeom>
        </p:spPr>
        <p:txBody>
          <a:bodyPr vert="horz" wrap="square" lIns="0" tIns="13335" rIns="0" bIns="0" rtlCol="0">
            <a:spAutoFit/>
          </a:bodyPr>
          <a:lstStyle/>
          <a:p>
            <a:pPr marL="12700">
              <a:spcBef>
                <a:spcPts val="105"/>
              </a:spcBef>
            </a:pPr>
            <a:r>
              <a:rPr>
                <a:solidFill>
                  <a:srgbClr val="000000"/>
                </a:solidFill>
              </a:rPr>
              <a:t>How</a:t>
            </a:r>
            <a:r>
              <a:rPr spc="-65">
                <a:solidFill>
                  <a:srgbClr val="000000"/>
                </a:solidFill>
              </a:rPr>
              <a:t> </a:t>
            </a:r>
            <a:r>
              <a:rPr>
                <a:solidFill>
                  <a:srgbClr val="000000"/>
                </a:solidFill>
              </a:rPr>
              <a:t>to</a:t>
            </a:r>
            <a:r>
              <a:rPr spc="-40">
                <a:solidFill>
                  <a:srgbClr val="000000"/>
                </a:solidFill>
              </a:rPr>
              <a:t> </a:t>
            </a:r>
            <a:r>
              <a:rPr>
                <a:solidFill>
                  <a:srgbClr val="000000"/>
                </a:solidFill>
              </a:rPr>
              <a:t>update</a:t>
            </a:r>
            <a:r>
              <a:rPr spc="-85">
                <a:solidFill>
                  <a:srgbClr val="000000"/>
                </a:solidFill>
              </a:rPr>
              <a:t> </a:t>
            </a:r>
            <a:r>
              <a:rPr>
                <a:solidFill>
                  <a:srgbClr val="000000"/>
                </a:solidFill>
              </a:rPr>
              <a:t>or</a:t>
            </a:r>
            <a:r>
              <a:rPr spc="-60">
                <a:solidFill>
                  <a:srgbClr val="000000"/>
                </a:solidFill>
              </a:rPr>
              <a:t> </a:t>
            </a:r>
            <a:r>
              <a:rPr>
                <a:solidFill>
                  <a:srgbClr val="000000"/>
                </a:solidFill>
              </a:rPr>
              <a:t>change</a:t>
            </a:r>
            <a:r>
              <a:rPr spc="-80">
                <a:solidFill>
                  <a:srgbClr val="000000"/>
                </a:solidFill>
              </a:rPr>
              <a:t> </a:t>
            </a:r>
            <a:r>
              <a:rPr>
                <a:solidFill>
                  <a:srgbClr val="000000"/>
                </a:solidFill>
              </a:rPr>
              <a:t>elements</a:t>
            </a:r>
            <a:r>
              <a:rPr spc="-65">
                <a:solidFill>
                  <a:srgbClr val="000000"/>
                </a:solidFill>
              </a:rPr>
              <a:t> </a:t>
            </a:r>
            <a:r>
              <a:rPr>
                <a:solidFill>
                  <a:srgbClr val="000000"/>
                </a:solidFill>
              </a:rPr>
              <a:t>to</a:t>
            </a:r>
            <a:r>
              <a:rPr spc="-50">
                <a:solidFill>
                  <a:srgbClr val="000000"/>
                </a:solidFill>
              </a:rPr>
              <a:t> </a:t>
            </a:r>
            <a:r>
              <a:rPr>
                <a:solidFill>
                  <a:srgbClr val="000000"/>
                </a:solidFill>
              </a:rPr>
              <a:t>a</a:t>
            </a:r>
            <a:r>
              <a:rPr spc="-55">
                <a:solidFill>
                  <a:srgbClr val="000000"/>
                </a:solidFill>
              </a:rPr>
              <a:t> </a:t>
            </a:r>
            <a:r>
              <a:rPr spc="-10">
                <a:solidFill>
                  <a:srgbClr val="000000"/>
                </a:solidFill>
              </a:rPr>
              <a:t>list?</a:t>
            </a:r>
          </a:p>
        </p:txBody>
      </p:sp>
      <p:sp>
        <p:nvSpPr>
          <p:cNvPr id="3" name="object 3"/>
          <p:cNvSpPr txBox="1"/>
          <p:nvPr/>
        </p:nvSpPr>
        <p:spPr>
          <a:xfrm>
            <a:off x="2031289" y="1156461"/>
            <a:ext cx="8273415" cy="1562100"/>
          </a:xfrm>
          <a:prstGeom prst="rect">
            <a:avLst/>
          </a:prstGeom>
        </p:spPr>
        <p:txBody>
          <a:bodyPr vert="horz" wrap="square" lIns="0" tIns="12700" rIns="0" bIns="0" rtlCol="0">
            <a:spAutoFit/>
          </a:bodyPr>
          <a:lstStyle/>
          <a:p>
            <a:pPr marL="355600" indent="-342900">
              <a:spcBef>
                <a:spcPts val="100"/>
              </a:spcBef>
              <a:buFont typeface="Arial MT"/>
              <a:buChar char="•"/>
              <a:tabLst>
                <a:tab pos="355600" algn="l"/>
              </a:tabLst>
            </a:pPr>
            <a:r>
              <a:rPr sz="2400">
                <a:latin typeface="Calibri"/>
                <a:cs typeface="Calibri"/>
              </a:rPr>
              <a:t>Python</a:t>
            </a:r>
            <a:r>
              <a:rPr sz="2400" spc="70">
                <a:latin typeface="Calibri"/>
                <a:cs typeface="Calibri"/>
              </a:rPr>
              <a:t> </a:t>
            </a:r>
            <a:r>
              <a:rPr sz="2400">
                <a:latin typeface="Calibri"/>
                <a:cs typeface="Calibri"/>
              </a:rPr>
              <a:t>allows</a:t>
            </a:r>
            <a:r>
              <a:rPr sz="2400" spc="75">
                <a:latin typeface="Calibri"/>
                <a:cs typeface="Calibri"/>
              </a:rPr>
              <a:t> </a:t>
            </a:r>
            <a:r>
              <a:rPr sz="2400">
                <a:latin typeface="Calibri"/>
                <a:cs typeface="Calibri"/>
              </a:rPr>
              <a:t>us</a:t>
            </a:r>
            <a:r>
              <a:rPr sz="2400" spc="75">
                <a:latin typeface="Calibri"/>
                <a:cs typeface="Calibri"/>
              </a:rPr>
              <a:t> </a:t>
            </a:r>
            <a:r>
              <a:rPr sz="2400">
                <a:latin typeface="Calibri"/>
                <a:cs typeface="Calibri"/>
              </a:rPr>
              <a:t>to</a:t>
            </a:r>
            <a:r>
              <a:rPr sz="2400" spc="75">
                <a:latin typeface="Calibri"/>
                <a:cs typeface="Calibri"/>
              </a:rPr>
              <a:t> </a:t>
            </a:r>
            <a:r>
              <a:rPr sz="2400">
                <a:latin typeface="Calibri"/>
                <a:cs typeface="Calibri"/>
              </a:rPr>
              <a:t>modify</a:t>
            </a:r>
            <a:r>
              <a:rPr sz="2400" spc="85">
                <a:latin typeface="Calibri"/>
                <a:cs typeface="Calibri"/>
              </a:rPr>
              <a:t> </a:t>
            </a:r>
            <a:r>
              <a:rPr sz="2400">
                <a:latin typeface="Calibri"/>
                <a:cs typeface="Calibri"/>
              </a:rPr>
              <a:t>the</a:t>
            </a:r>
            <a:r>
              <a:rPr sz="2400" spc="85">
                <a:latin typeface="Calibri"/>
                <a:cs typeface="Calibri"/>
              </a:rPr>
              <a:t> </a:t>
            </a:r>
            <a:r>
              <a:rPr sz="2400">
                <a:latin typeface="Calibri"/>
                <a:cs typeface="Calibri"/>
              </a:rPr>
              <a:t>list</a:t>
            </a:r>
            <a:r>
              <a:rPr sz="2400" spc="70">
                <a:latin typeface="Calibri"/>
                <a:cs typeface="Calibri"/>
              </a:rPr>
              <a:t> </a:t>
            </a:r>
            <a:r>
              <a:rPr sz="2400">
                <a:latin typeface="Calibri"/>
                <a:cs typeface="Calibri"/>
              </a:rPr>
              <a:t>items</a:t>
            </a:r>
            <a:r>
              <a:rPr sz="2400" spc="75">
                <a:latin typeface="Calibri"/>
                <a:cs typeface="Calibri"/>
              </a:rPr>
              <a:t> </a:t>
            </a:r>
            <a:r>
              <a:rPr sz="2400">
                <a:latin typeface="Calibri"/>
                <a:cs typeface="Calibri"/>
              </a:rPr>
              <a:t>by</a:t>
            </a:r>
            <a:r>
              <a:rPr sz="2400" spc="65">
                <a:latin typeface="Calibri"/>
                <a:cs typeface="Calibri"/>
              </a:rPr>
              <a:t> </a:t>
            </a:r>
            <a:r>
              <a:rPr sz="2400">
                <a:latin typeface="Calibri"/>
                <a:cs typeface="Calibri"/>
              </a:rPr>
              <a:t>using</a:t>
            </a:r>
            <a:r>
              <a:rPr sz="2400" spc="75">
                <a:latin typeface="Calibri"/>
                <a:cs typeface="Calibri"/>
              </a:rPr>
              <a:t> </a:t>
            </a:r>
            <a:r>
              <a:rPr sz="2400">
                <a:latin typeface="Calibri"/>
                <a:cs typeface="Calibri"/>
              </a:rPr>
              <a:t>the</a:t>
            </a:r>
            <a:r>
              <a:rPr sz="2400" spc="85">
                <a:latin typeface="Calibri"/>
                <a:cs typeface="Calibri"/>
              </a:rPr>
              <a:t> </a:t>
            </a:r>
            <a:r>
              <a:rPr sz="2400" b="1">
                <a:latin typeface="Calibri"/>
                <a:cs typeface="Calibri"/>
              </a:rPr>
              <a:t>slice</a:t>
            </a:r>
            <a:r>
              <a:rPr sz="2400" b="1" spc="80">
                <a:latin typeface="Calibri"/>
                <a:cs typeface="Calibri"/>
              </a:rPr>
              <a:t> </a:t>
            </a:r>
            <a:r>
              <a:rPr sz="2400" spc="-25">
                <a:latin typeface="Calibri"/>
                <a:cs typeface="Calibri"/>
              </a:rPr>
              <a:t>and</a:t>
            </a:r>
            <a:endParaRPr sz="2400">
              <a:latin typeface="Calibri"/>
              <a:cs typeface="Calibri"/>
            </a:endParaRPr>
          </a:p>
          <a:p>
            <a:pPr marL="355600"/>
            <a:r>
              <a:rPr sz="2400" b="1">
                <a:latin typeface="Calibri"/>
                <a:cs typeface="Calibri"/>
              </a:rPr>
              <a:t>assignment</a:t>
            </a:r>
            <a:r>
              <a:rPr sz="2400" b="1" spc="-100">
                <a:latin typeface="Calibri"/>
                <a:cs typeface="Calibri"/>
              </a:rPr>
              <a:t> </a:t>
            </a:r>
            <a:r>
              <a:rPr sz="2400" spc="-10">
                <a:latin typeface="Calibri"/>
                <a:cs typeface="Calibri"/>
              </a:rPr>
              <a:t>operator.</a:t>
            </a:r>
            <a:endParaRPr sz="2400">
              <a:latin typeface="Calibri"/>
              <a:cs typeface="Calibri"/>
            </a:endParaRPr>
          </a:p>
          <a:p>
            <a:pPr marL="355600" marR="5080" indent="-343535">
              <a:spcBef>
                <a:spcPts val="575"/>
              </a:spcBef>
              <a:buFont typeface="Arial MT"/>
              <a:buChar char="•"/>
              <a:tabLst>
                <a:tab pos="355600" algn="l"/>
              </a:tabLst>
            </a:pPr>
            <a:r>
              <a:rPr sz="2400">
                <a:latin typeface="Calibri"/>
                <a:cs typeface="Calibri"/>
              </a:rPr>
              <a:t>We</a:t>
            </a:r>
            <a:r>
              <a:rPr sz="2400" spc="229">
                <a:latin typeface="Calibri"/>
                <a:cs typeface="Calibri"/>
              </a:rPr>
              <a:t> </a:t>
            </a:r>
            <a:r>
              <a:rPr sz="2400">
                <a:latin typeface="Calibri"/>
                <a:cs typeface="Calibri"/>
              </a:rPr>
              <a:t>can</a:t>
            </a:r>
            <a:r>
              <a:rPr sz="2400" spc="235">
                <a:latin typeface="Calibri"/>
                <a:cs typeface="Calibri"/>
              </a:rPr>
              <a:t> </a:t>
            </a:r>
            <a:r>
              <a:rPr sz="2400">
                <a:latin typeface="Calibri"/>
                <a:cs typeface="Calibri"/>
              </a:rPr>
              <a:t>use</a:t>
            </a:r>
            <a:r>
              <a:rPr sz="2400" spc="229">
                <a:latin typeface="Calibri"/>
                <a:cs typeface="Calibri"/>
              </a:rPr>
              <a:t> </a:t>
            </a:r>
            <a:r>
              <a:rPr sz="2400">
                <a:latin typeface="Calibri"/>
                <a:cs typeface="Calibri"/>
              </a:rPr>
              <a:t>assignment</a:t>
            </a:r>
            <a:r>
              <a:rPr sz="2400" spc="215">
                <a:latin typeface="Calibri"/>
                <a:cs typeface="Calibri"/>
              </a:rPr>
              <a:t> </a:t>
            </a:r>
            <a:r>
              <a:rPr sz="2400">
                <a:latin typeface="Calibri"/>
                <a:cs typeface="Calibri"/>
              </a:rPr>
              <a:t>operator</a:t>
            </a:r>
            <a:r>
              <a:rPr sz="2400" spc="210">
                <a:latin typeface="Calibri"/>
                <a:cs typeface="Calibri"/>
              </a:rPr>
              <a:t> </a:t>
            </a:r>
            <a:r>
              <a:rPr sz="2400">
                <a:latin typeface="Calibri"/>
                <a:cs typeface="Calibri"/>
              </a:rPr>
              <a:t>(</a:t>
            </a:r>
            <a:r>
              <a:rPr sz="2400" spc="225">
                <a:latin typeface="Calibri"/>
                <a:cs typeface="Calibri"/>
              </a:rPr>
              <a:t> </a:t>
            </a:r>
            <a:r>
              <a:rPr sz="2400" b="1">
                <a:solidFill>
                  <a:srgbClr val="C00000"/>
                </a:solidFill>
                <a:latin typeface="Calibri"/>
                <a:cs typeface="Calibri"/>
              </a:rPr>
              <a:t>=</a:t>
            </a:r>
            <a:r>
              <a:rPr sz="2400" b="1" spc="235">
                <a:solidFill>
                  <a:srgbClr val="C00000"/>
                </a:solidFill>
                <a:latin typeface="Calibri"/>
                <a:cs typeface="Calibri"/>
              </a:rPr>
              <a:t> </a:t>
            </a:r>
            <a:r>
              <a:rPr sz="2400">
                <a:latin typeface="Calibri"/>
                <a:cs typeface="Calibri"/>
              </a:rPr>
              <a:t>)</a:t>
            </a:r>
            <a:r>
              <a:rPr sz="2400" spc="235">
                <a:latin typeface="Calibri"/>
                <a:cs typeface="Calibri"/>
              </a:rPr>
              <a:t> </a:t>
            </a:r>
            <a:r>
              <a:rPr sz="2400">
                <a:latin typeface="Calibri"/>
                <a:cs typeface="Calibri"/>
              </a:rPr>
              <a:t>to</a:t>
            </a:r>
            <a:r>
              <a:rPr sz="2400" spc="220">
                <a:latin typeface="Calibri"/>
                <a:cs typeface="Calibri"/>
              </a:rPr>
              <a:t> </a:t>
            </a:r>
            <a:r>
              <a:rPr sz="2400">
                <a:latin typeface="Calibri"/>
                <a:cs typeface="Calibri"/>
              </a:rPr>
              <a:t>change</a:t>
            </a:r>
            <a:r>
              <a:rPr sz="2400" spc="235">
                <a:latin typeface="Calibri"/>
                <a:cs typeface="Calibri"/>
              </a:rPr>
              <a:t> </a:t>
            </a:r>
            <a:r>
              <a:rPr sz="2400">
                <a:latin typeface="Calibri"/>
                <a:cs typeface="Calibri"/>
              </a:rPr>
              <a:t>an</a:t>
            </a:r>
            <a:r>
              <a:rPr sz="2400" spc="229">
                <a:latin typeface="Calibri"/>
                <a:cs typeface="Calibri"/>
              </a:rPr>
              <a:t> </a:t>
            </a:r>
            <a:r>
              <a:rPr sz="2400">
                <a:latin typeface="Calibri"/>
                <a:cs typeface="Calibri"/>
              </a:rPr>
              <a:t>item</a:t>
            </a:r>
            <a:r>
              <a:rPr sz="2400" spc="235">
                <a:latin typeface="Calibri"/>
                <a:cs typeface="Calibri"/>
              </a:rPr>
              <a:t> </a:t>
            </a:r>
            <a:r>
              <a:rPr sz="2400">
                <a:latin typeface="Calibri"/>
                <a:cs typeface="Calibri"/>
              </a:rPr>
              <a:t>or</a:t>
            </a:r>
            <a:r>
              <a:rPr sz="2400" spc="229">
                <a:latin typeface="Calibri"/>
                <a:cs typeface="Calibri"/>
              </a:rPr>
              <a:t> </a:t>
            </a:r>
            <a:r>
              <a:rPr sz="2400" spc="-50">
                <a:latin typeface="Calibri"/>
                <a:cs typeface="Calibri"/>
              </a:rPr>
              <a:t>a </a:t>
            </a:r>
            <a:r>
              <a:rPr sz="2400">
                <a:latin typeface="Calibri"/>
                <a:cs typeface="Calibri"/>
              </a:rPr>
              <a:t>range</a:t>
            </a:r>
            <a:r>
              <a:rPr sz="2400" spc="-70">
                <a:latin typeface="Calibri"/>
                <a:cs typeface="Calibri"/>
              </a:rPr>
              <a:t> </a:t>
            </a:r>
            <a:r>
              <a:rPr sz="2400">
                <a:latin typeface="Calibri"/>
                <a:cs typeface="Calibri"/>
              </a:rPr>
              <a:t>of</a:t>
            </a:r>
            <a:r>
              <a:rPr sz="2400" spc="-50">
                <a:latin typeface="Calibri"/>
                <a:cs typeface="Calibri"/>
              </a:rPr>
              <a:t> </a:t>
            </a:r>
            <a:r>
              <a:rPr sz="2400" spc="-10">
                <a:latin typeface="Calibri"/>
                <a:cs typeface="Calibri"/>
              </a:rPr>
              <a:t>items.</a:t>
            </a:r>
            <a:endParaRPr sz="2400">
              <a:latin typeface="Calibri"/>
              <a:cs typeface="Calibri"/>
            </a:endParaRPr>
          </a:p>
        </p:txBody>
      </p:sp>
      <p:sp>
        <p:nvSpPr>
          <p:cNvPr id="4" name="object 4"/>
          <p:cNvSpPr/>
          <p:nvPr/>
        </p:nvSpPr>
        <p:spPr>
          <a:xfrm>
            <a:off x="1524000" y="1000126"/>
            <a:ext cx="9144000" cy="1905"/>
          </a:xfrm>
          <a:custGeom>
            <a:avLst/>
            <a:gdLst/>
            <a:ahLst/>
            <a:cxnLst/>
            <a:rect l="l" t="t" r="r" b="b"/>
            <a:pathLst>
              <a:path w="9144000" h="1905">
                <a:moveTo>
                  <a:pt x="0" y="0"/>
                </a:moveTo>
                <a:lnTo>
                  <a:pt x="9144000" y="1524"/>
                </a:lnTo>
              </a:path>
            </a:pathLst>
          </a:custGeom>
          <a:ln w="12700">
            <a:solidFill>
              <a:srgbClr val="497DBA"/>
            </a:solidFill>
          </a:ln>
        </p:spPr>
        <p:txBody>
          <a:bodyPr wrap="square" lIns="0" tIns="0" rIns="0" bIns="0" rtlCol="0"/>
          <a:lstStyle/>
          <a:p>
            <a:endParaRPr/>
          </a:p>
        </p:txBody>
      </p:sp>
      <p:sp>
        <p:nvSpPr>
          <p:cNvPr id="5" name="object 5"/>
          <p:cNvSpPr txBox="1"/>
          <p:nvPr/>
        </p:nvSpPr>
        <p:spPr>
          <a:xfrm>
            <a:off x="2095474" y="2857475"/>
            <a:ext cx="4215130" cy="3477895"/>
          </a:xfrm>
          <a:prstGeom prst="rect">
            <a:avLst/>
          </a:prstGeom>
          <a:ln w="12700">
            <a:solidFill>
              <a:srgbClr val="4F81BC"/>
            </a:solidFill>
          </a:ln>
        </p:spPr>
        <p:txBody>
          <a:bodyPr vert="horz" wrap="square" lIns="0" tIns="30480" rIns="0" bIns="0" rtlCol="0">
            <a:spAutoFit/>
          </a:bodyPr>
          <a:lstStyle/>
          <a:p>
            <a:pPr marL="91440">
              <a:spcBef>
                <a:spcPts val="240"/>
              </a:spcBef>
            </a:pPr>
            <a:r>
              <a:rPr sz="2200" b="1">
                <a:solidFill>
                  <a:srgbClr val="0983C0"/>
                </a:solidFill>
                <a:latin typeface="Consolas"/>
                <a:cs typeface="Consolas"/>
              </a:rPr>
              <a:t>Example:</a:t>
            </a:r>
            <a:r>
              <a:rPr sz="2200" b="1" spc="-105">
                <a:solidFill>
                  <a:srgbClr val="0983C0"/>
                </a:solidFill>
                <a:latin typeface="Consolas"/>
                <a:cs typeface="Consolas"/>
              </a:rPr>
              <a:t> </a:t>
            </a:r>
            <a:r>
              <a:rPr sz="2200" b="1" spc="-10">
                <a:latin typeface="Consolas"/>
                <a:cs typeface="Consolas"/>
              </a:rPr>
              <a:t>“listopdemo1.py”</a:t>
            </a:r>
            <a:endParaRPr sz="2200">
              <a:latin typeface="Consolas"/>
              <a:cs typeface="Consolas"/>
            </a:endParaRPr>
          </a:p>
          <a:p>
            <a:pPr>
              <a:spcBef>
                <a:spcPts val="65"/>
              </a:spcBef>
            </a:pPr>
            <a:endParaRPr sz="2200">
              <a:latin typeface="Consolas"/>
              <a:cs typeface="Consolas"/>
            </a:endParaRPr>
          </a:p>
          <a:p>
            <a:pPr marL="91440"/>
            <a:r>
              <a:rPr sz="2200" spc="-10">
                <a:latin typeface="Consolas"/>
                <a:cs typeface="Consolas"/>
              </a:rPr>
              <a:t>num=[</a:t>
            </a:r>
            <a:r>
              <a:rPr sz="2200" spc="-10">
                <a:solidFill>
                  <a:srgbClr val="800080"/>
                </a:solidFill>
                <a:latin typeface="Consolas"/>
                <a:cs typeface="Consolas"/>
              </a:rPr>
              <a:t>1</a:t>
            </a:r>
            <a:r>
              <a:rPr sz="2200" spc="-10">
                <a:latin typeface="Consolas"/>
                <a:cs typeface="Consolas"/>
              </a:rPr>
              <a:t>,</a:t>
            </a:r>
            <a:r>
              <a:rPr sz="2200" spc="-10">
                <a:solidFill>
                  <a:srgbClr val="800080"/>
                </a:solidFill>
                <a:latin typeface="Consolas"/>
                <a:cs typeface="Consolas"/>
              </a:rPr>
              <a:t>2</a:t>
            </a:r>
            <a:r>
              <a:rPr sz="2200" spc="-10">
                <a:latin typeface="Consolas"/>
                <a:cs typeface="Consolas"/>
              </a:rPr>
              <a:t>,</a:t>
            </a:r>
            <a:r>
              <a:rPr sz="2200" spc="-10">
                <a:solidFill>
                  <a:srgbClr val="800080"/>
                </a:solidFill>
                <a:latin typeface="Consolas"/>
                <a:cs typeface="Consolas"/>
              </a:rPr>
              <a:t>3</a:t>
            </a:r>
            <a:r>
              <a:rPr sz="2200" spc="-10">
                <a:latin typeface="Consolas"/>
                <a:cs typeface="Consolas"/>
              </a:rPr>
              <a:t>,</a:t>
            </a:r>
            <a:r>
              <a:rPr sz="2200" spc="-10">
                <a:solidFill>
                  <a:srgbClr val="800080"/>
                </a:solidFill>
                <a:latin typeface="Consolas"/>
                <a:cs typeface="Consolas"/>
              </a:rPr>
              <a:t>4</a:t>
            </a:r>
            <a:r>
              <a:rPr sz="2200" spc="-10">
                <a:latin typeface="Consolas"/>
                <a:cs typeface="Consolas"/>
              </a:rPr>
              <a:t>,</a:t>
            </a:r>
            <a:r>
              <a:rPr sz="2200" spc="-10">
                <a:solidFill>
                  <a:srgbClr val="800080"/>
                </a:solidFill>
                <a:latin typeface="Consolas"/>
                <a:cs typeface="Consolas"/>
              </a:rPr>
              <a:t>5</a:t>
            </a:r>
            <a:r>
              <a:rPr sz="2200" spc="-10">
                <a:latin typeface="Consolas"/>
                <a:cs typeface="Consolas"/>
              </a:rPr>
              <a:t>]</a:t>
            </a:r>
            <a:endParaRPr sz="2200">
              <a:latin typeface="Consolas"/>
              <a:cs typeface="Consolas"/>
            </a:endParaRPr>
          </a:p>
          <a:p>
            <a:pPr marL="91440" marR="1652905"/>
            <a:r>
              <a:rPr sz="2200" spc="-10">
                <a:solidFill>
                  <a:srgbClr val="0000FF"/>
                </a:solidFill>
                <a:latin typeface="Consolas"/>
                <a:cs typeface="Consolas"/>
              </a:rPr>
              <a:t>print</a:t>
            </a:r>
            <a:r>
              <a:rPr sz="2200" spc="-10">
                <a:latin typeface="Consolas"/>
                <a:cs typeface="Consolas"/>
              </a:rPr>
              <a:t>(num) num[</a:t>
            </a:r>
            <a:r>
              <a:rPr sz="2200" spc="-10">
                <a:solidFill>
                  <a:srgbClr val="800080"/>
                </a:solidFill>
                <a:latin typeface="Consolas"/>
                <a:cs typeface="Consolas"/>
              </a:rPr>
              <a:t>2</a:t>
            </a:r>
            <a:r>
              <a:rPr sz="2200" spc="-10">
                <a:latin typeface="Consolas"/>
                <a:cs typeface="Consolas"/>
              </a:rPr>
              <a:t>]=</a:t>
            </a:r>
            <a:r>
              <a:rPr sz="2200" spc="-10">
                <a:solidFill>
                  <a:srgbClr val="800080"/>
                </a:solidFill>
                <a:latin typeface="Consolas"/>
                <a:cs typeface="Consolas"/>
              </a:rPr>
              <a:t>30 </a:t>
            </a:r>
            <a:r>
              <a:rPr sz="2200" spc="-10">
                <a:solidFill>
                  <a:srgbClr val="0000FF"/>
                </a:solidFill>
                <a:latin typeface="Consolas"/>
                <a:cs typeface="Consolas"/>
              </a:rPr>
              <a:t>print</a:t>
            </a:r>
            <a:r>
              <a:rPr sz="2200" spc="-10">
                <a:latin typeface="Consolas"/>
                <a:cs typeface="Consolas"/>
              </a:rPr>
              <a:t>(num) num[</a:t>
            </a:r>
            <a:r>
              <a:rPr sz="2200" spc="-10">
                <a:solidFill>
                  <a:srgbClr val="800080"/>
                </a:solidFill>
                <a:latin typeface="Consolas"/>
                <a:cs typeface="Consolas"/>
              </a:rPr>
              <a:t>1</a:t>
            </a:r>
            <a:r>
              <a:rPr sz="2200" spc="-10">
                <a:latin typeface="Consolas"/>
                <a:cs typeface="Consolas"/>
              </a:rPr>
              <a:t>:</a:t>
            </a:r>
            <a:r>
              <a:rPr sz="2200" spc="-10">
                <a:solidFill>
                  <a:srgbClr val="800080"/>
                </a:solidFill>
                <a:latin typeface="Consolas"/>
                <a:cs typeface="Consolas"/>
              </a:rPr>
              <a:t>3</a:t>
            </a:r>
            <a:r>
              <a:rPr sz="2200" spc="-10">
                <a:latin typeface="Consolas"/>
                <a:cs typeface="Consolas"/>
              </a:rPr>
              <a:t>]=[</a:t>
            </a:r>
            <a:r>
              <a:rPr sz="2200" spc="-10">
                <a:solidFill>
                  <a:srgbClr val="800080"/>
                </a:solidFill>
                <a:latin typeface="Consolas"/>
                <a:cs typeface="Consolas"/>
              </a:rPr>
              <a:t>25</a:t>
            </a:r>
            <a:r>
              <a:rPr sz="2200" spc="-10">
                <a:latin typeface="Consolas"/>
                <a:cs typeface="Consolas"/>
              </a:rPr>
              <a:t>,</a:t>
            </a:r>
            <a:r>
              <a:rPr sz="2200" spc="-10">
                <a:solidFill>
                  <a:srgbClr val="800080"/>
                </a:solidFill>
                <a:latin typeface="Consolas"/>
                <a:cs typeface="Consolas"/>
              </a:rPr>
              <a:t>36</a:t>
            </a:r>
            <a:r>
              <a:rPr sz="2200" spc="-10">
                <a:latin typeface="Consolas"/>
                <a:cs typeface="Consolas"/>
              </a:rPr>
              <a:t>]</a:t>
            </a:r>
            <a:endParaRPr sz="2200">
              <a:latin typeface="Consolas"/>
              <a:cs typeface="Consolas"/>
            </a:endParaRPr>
          </a:p>
          <a:p>
            <a:pPr marL="91440" marR="1806575">
              <a:spcBef>
                <a:spcPts val="5"/>
              </a:spcBef>
            </a:pPr>
            <a:r>
              <a:rPr sz="2200" spc="-10">
                <a:solidFill>
                  <a:srgbClr val="0000FF"/>
                </a:solidFill>
                <a:latin typeface="Consolas"/>
                <a:cs typeface="Consolas"/>
              </a:rPr>
              <a:t>print</a:t>
            </a:r>
            <a:r>
              <a:rPr sz="2200" spc="-10">
                <a:latin typeface="Consolas"/>
                <a:cs typeface="Consolas"/>
              </a:rPr>
              <a:t>(num) num[</a:t>
            </a:r>
            <a:r>
              <a:rPr sz="2200" spc="-10">
                <a:solidFill>
                  <a:srgbClr val="800080"/>
                </a:solidFill>
                <a:latin typeface="Consolas"/>
                <a:cs typeface="Consolas"/>
              </a:rPr>
              <a:t>4</a:t>
            </a:r>
            <a:r>
              <a:rPr sz="2200" spc="-10">
                <a:latin typeface="Consolas"/>
                <a:cs typeface="Consolas"/>
              </a:rPr>
              <a:t>]=</a:t>
            </a:r>
            <a:r>
              <a:rPr sz="2200" spc="-10">
                <a:solidFill>
                  <a:srgbClr val="FF00FF"/>
                </a:solidFill>
                <a:latin typeface="Consolas"/>
                <a:cs typeface="Consolas"/>
              </a:rPr>
              <a:t>"Python" </a:t>
            </a:r>
            <a:r>
              <a:rPr sz="2200" spc="-10">
                <a:solidFill>
                  <a:srgbClr val="0000FF"/>
                </a:solidFill>
                <a:latin typeface="Consolas"/>
                <a:cs typeface="Consolas"/>
              </a:rPr>
              <a:t>print</a:t>
            </a:r>
            <a:r>
              <a:rPr sz="2200" spc="-10">
                <a:latin typeface="Consolas"/>
                <a:cs typeface="Consolas"/>
              </a:rPr>
              <a:t>(num)</a:t>
            </a:r>
            <a:endParaRPr sz="2200">
              <a:latin typeface="Consolas"/>
              <a:cs typeface="Consolas"/>
            </a:endParaRPr>
          </a:p>
        </p:txBody>
      </p:sp>
      <p:sp>
        <p:nvSpPr>
          <p:cNvPr id="6" name="object 6"/>
          <p:cNvSpPr txBox="1"/>
          <p:nvPr/>
        </p:nvSpPr>
        <p:spPr>
          <a:xfrm>
            <a:off x="6524626" y="3510026"/>
            <a:ext cx="3929379" cy="2062480"/>
          </a:xfrm>
          <a:prstGeom prst="rect">
            <a:avLst/>
          </a:prstGeom>
          <a:ln w="12700">
            <a:solidFill>
              <a:srgbClr val="4F81BC"/>
            </a:solidFill>
          </a:ln>
        </p:spPr>
        <p:txBody>
          <a:bodyPr vert="horz" wrap="square" lIns="0" tIns="31115" rIns="0" bIns="0" rtlCol="0">
            <a:spAutoFit/>
          </a:bodyPr>
          <a:lstStyle/>
          <a:p>
            <a:pPr marL="92075">
              <a:spcBef>
                <a:spcPts val="245"/>
              </a:spcBef>
            </a:pPr>
            <a:r>
              <a:rPr sz="2000" b="1" spc="-10">
                <a:solidFill>
                  <a:srgbClr val="FFC000"/>
                </a:solidFill>
                <a:latin typeface="Consolas"/>
                <a:cs typeface="Consolas"/>
              </a:rPr>
              <a:t>Output:</a:t>
            </a:r>
            <a:endParaRPr sz="2000">
              <a:latin typeface="Consolas"/>
              <a:cs typeface="Consolas"/>
            </a:endParaRPr>
          </a:p>
          <a:p>
            <a:pPr marL="92075">
              <a:lnSpc>
                <a:spcPts val="2395"/>
              </a:lnSpc>
              <a:spcBef>
                <a:spcPts val="5"/>
              </a:spcBef>
            </a:pPr>
            <a:r>
              <a:rPr sz="2000" b="1">
                <a:latin typeface="Consolas"/>
                <a:cs typeface="Consolas"/>
              </a:rPr>
              <a:t>python</a:t>
            </a:r>
            <a:r>
              <a:rPr sz="2000" b="1" spc="-35">
                <a:latin typeface="Consolas"/>
                <a:cs typeface="Consolas"/>
              </a:rPr>
              <a:t> </a:t>
            </a:r>
            <a:r>
              <a:rPr sz="2000" spc="-10">
                <a:latin typeface="Consolas"/>
                <a:cs typeface="Consolas"/>
              </a:rPr>
              <a:t>listopdemo1.py</a:t>
            </a:r>
            <a:endParaRPr sz="2000">
              <a:latin typeface="Consolas"/>
              <a:cs typeface="Consolas"/>
            </a:endParaRPr>
          </a:p>
          <a:p>
            <a:pPr marL="92075">
              <a:lnSpc>
                <a:spcPts val="2635"/>
              </a:lnSpc>
            </a:pPr>
            <a:r>
              <a:rPr sz="2200">
                <a:solidFill>
                  <a:srgbClr val="999999"/>
                </a:solidFill>
                <a:latin typeface="Consolas"/>
                <a:cs typeface="Consolas"/>
              </a:rPr>
              <a:t>[</a:t>
            </a:r>
            <a:r>
              <a:rPr sz="2200">
                <a:solidFill>
                  <a:srgbClr val="990054"/>
                </a:solidFill>
                <a:latin typeface="Consolas"/>
                <a:cs typeface="Consolas"/>
              </a:rPr>
              <a:t>1</a:t>
            </a:r>
            <a:r>
              <a:rPr sz="2200">
                <a:solidFill>
                  <a:srgbClr val="999999"/>
                </a:solidFill>
                <a:latin typeface="Consolas"/>
                <a:cs typeface="Consolas"/>
              </a:rPr>
              <a:t>,</a:t>
            </a:r>
            <a:r>
              <a:rPr sz="2200" spc="-35">
                <a:solidFill>
                  <a:srgbClr val="999999"/>
                </a:solidFill>
                <a:latin typeface="Consolas"/>
                <a:cs typeface="Consolas"/>
              </a:rPr>
              <a:t> </a:t>
            </a:r>
            <a:r>
              <a:rPr sz="2200">
                <a:solidFill>
                  <a:srgbClr val="990054"/>
                </a:solidFill>
                <a:latin typeface="Consolas"/>
                <a:cs typeface="Consolas"/>
              </a:rPr>
              <a:t>2</a:t>
            </a:r>
            <a:r>
              <a:rPr sz="2200">
                <a:solidFill>
                  <a:srgbClr val="999999"/>
                </a:solidFill>
                <a:latin typeface="Consolas"/>
                <a:cs typeface="Consolas"/>
              </a:rPr>
              <a:t>,</a:t>
            </a:r>
            <a:r>
              <a:rPr sz="2200" spc="-20">
                <a:solidFill>
                  <a:srgbClr val="999999"/>
                </a:solidFill>
                <a:latin typeface="Consolas"/>
                <a:cs typeface="Consolas"/>
              </a:rPr>
              <a:t> </a:t>
            </a:r>
            <a:r>
              <a:rPr sz="2200">
                <a:solidFill>
                  <a:srgbClr val="990054"/>
                </a:solidFill>
                <a:latin typeface="Consolas"/>
                <a:cs typeface="Consolas"/>
              </a:rPr>
              <a:t>3</a:t>
            </a:r>
            <a:r>
              <a:rPr sz="2200">
                <a:solidFill>
                  <a:srgbClr val="999999"/>
                </a:solidFill>
                <a:latin typeface="Consolas"/>
                <a:cs typeface="Consolas"/>
              </a:rPr>
              <a:t>,</a:t>
            </a:r>
            <a:r>
              <a:rPr sz="2200" spc="-20">
                <a:solidFill>
                  <a:srgbClr val="999999"/>
                </a:solidFill>
                <a:latin typeface="Consolas"/>
                <a:cs typeface="Consolas"/>
              </a:rPr>
              <a:t> </a:t>
            </a:r>
            <a:r>
              <a:rPr sz="2200">
                <a:solidFill>
                  <a:srgbClr val="990054"/>
                </a:solidFill>
                <a:latin typeface="Consolas"/>
                <a:cs typeface="Consolas"/>
              </a:rPr>
              <a:t>4</a:t>
            </a:r>
            <a:r>
              <a:rPr sz="2200">
                <a:solidFill>
                  <a:srgbClr val="999999"/>
                </a:solidFill>
                <a:latin typeface="Consolas"/>
                <a:cs typeface="Consolas"/>
              </a:rPr>
              <a:t>,</a:t>
            </a:r>
            <a:r>
              <a:rPr sz="2200" spc="-10">
                <a:solidFill>
                  <a:srgbClr val="999999"/>
                </a:solidFill>
                <a:latin typeface="Consolas"/>
                <a:cs typeface="Consolas"/>
              </a:rPr>
              <a:t> </a:t>
            </a:r>
            <a:r>
              <a:rPr sz="2200" spc="-25">
                <a:solidFill>
                  <a:srgbClr val="990054"/>
                </a:solidFill>
                <a:latin typeface="Consolas"/>
                <a:cs typeface="Consolas"/>
              </a:rPr>
              <a:t>5</a:t>
            </a:r>
            <a:r>
              <a:rPr sz="2200" spc="-25">
                <a:solidFill>
                  <a:srgbClr val="999999"/>
                </a:solidFill>
                <a:latin typeface="Consolas"/>
                <a:cs typeface="Consolas"/>
              </a:rPr>
              <a:t>]</a:t>
            </a:r>
            <a:endParaRPr sz="2200">
              <a:latin typeface="Consolas"/>
              <a:cs typeface="Consolas"/>
            </a:endParaRPr>
          </a:p>
          <a:p>
            <a:pPr marL="92075"/>
            <a:r>
              <a:rPr sz="2200">
                <a:solidFill>
                  <a:srgbClr val="999999"/>
                </a:solidFill>
                <a:latin typeface="Consolas"/>
                <a:cs typeface="Consolas"/>
              </a:rPr>
              <a:t>[</a:t>
            </a:r>
            <a:r>
              <a:rPr sz="2200">
                <a:solidFill>
                  <a:srgbClr val="990054"/>
                </a:solidFill>
                <a:latin typeface="Consolas"/>
                <a:cs typeface="Consolas"/>
              </a:rPr>
              <a:t>1</a:t>
            </a:r>
            <a:r>
              <a:rPr sz="2200">
                <a:solidFill>
                  <a:srgbClr val="999999"/>
                </a:solidFill>
                <a:latin typeface="Consolas"/>
                <a:cs typeface="Consolas"/>
              </a:rPr>
              <a:t>,</a:t>
            </a:r>
            <a:r>
              <a:rPr sz="2200" spc="-40">
                <a:solidFill>
                  <a:srgbClr val="999999"/>
                </a:solidFill>
                <a:latin typeface="Consolas"/>
                <a:cs typeface="Consolas"/>
              </a:rPr>
              <a:t> </a:t>
            </a:r>
            <a:r>
              <a:rPr sz="2200">
                <a:solidFill>
                  <a:srgbClr val="990054"/>
                </a:solidFill>
                <a:latin typeface="Consolas"/>
                <a:cs typeface="Consolas"/>
              </a:rPr>
              <a:t>2</a:t>
            </a:r>
            <a:r>
              <a:rPr sz="2200">
                <a:solidFill>
                  <a:srgbClr val="999999"/>
                </a:solidFill>
                <a:latin typeface="Consolas"/>
                <a:cs typeface="Consolas"/>
              </a:rPr>
              <a:t>,</a:t>
            </a:r>
            <a:r>
              <a:rPr sz="2200" spc="-25">
                <a:solidFill>
                  <a:srgbClr val="999999"/>
                </a:solidFill>
                <a:latin typeface="Consolas"/>
                <a:cs typeface="Consolas"/>
              </a:rPr>
              <a:t> </a:t>
            </a:r>
            <a:r>
              <a:rPr sz="2200">
                <a:solidFill>
                  <a:srgbClr val="990054"/>
                </a:solidFill>
                <a:latin typeface="Consolas"/>
                <a:cs typeface="Consolas"/>
              </a:rPr>
              <a:t>30</a:t>
            </a:r>
            <a:r>
              <a:rPr sz="2200">
                <a:solidFill>
                  <a:srgbClr val="999999"/>
                </a:solidFill>
                <a:latin typeface="Consolas"/>
                <a:cs typeface="Consolas"/>
              </a:rPr>
              <a:t>,</a:t>
            </a:r>
            <a:r>
              <a:rPr sz="2200" spc="-25">
                <a:solidFill>
                  <a:srgbClr val="999999"/>
                </a:solidFill>
                <a:latin typeface="Consolas"/>
                <a:cs typeface="Consolas"/>
              </a:rPr>
              <a:t> </a:t>
            </a:r>
            <a:r>
              <a:rPr sz="2200">
                <a:solidFill>
                  <a:srgbClr val="990054"/>
                </a:solidFill>
                <a:latin typeface="Consolas"/>
                <a:cs typeface="Consolas"/>
              </a:rPr>
              <a:t>4</a:t>
            </a:r>
            <a:r>
              <a:rPr sz="2200">
                <a:solidFill>
                  <a:srgbClr val="999999"/>
                </a:solidFill>
                <a:latin typeface="Consolas"/>
                <a:cs typeface="Consolas"/>
              </a:rPr>
              <a:t>,</a:t>
            </a:r>
            <a:r>
              <a:rPr sz="2200" spc="-15">
                <a:solidFill>
                  <a:srgbClr val="999999"/>
                </a:solidFill>
                <a:latin typeface="Consolas"/>
                <a:cs typeface="Consolas"/>
              </a:rPr>
              <a:t> </a:t>
            </a:r>
            <a:r>
              <a:rPr sz="2200" spc="-25">
                <a:solidFill>
                  <a:srgbClr val="990054"/>
                </a:solidFill>
                <a:latin typeface="Consolas"/>
                <a:cs typeface="Consolas"/>
              </a:rPr>
              <a:t>5</a:t>
            </a:r>
            <a:r>
              <a:rPr sz="2200" spc="-25">
                <a:solidFill>
                  <a:srgbClr val="999999"/>
                </a:solidFill>
                <a:latin typeface="Consolas"/>
                <a:cs typeface="Consolas"/>
              </a:rPr>
              <a:t>]</a:t>
            </a:r>
            <a:endParaRPr sz="2200">
              <a:latin typeface="Consolas"/>
              <a:cs typeface="Consolas"/>
            </a:endParaRPr>
          </a:p>
          <a:p>
            <a:pPr marL="92075"/>
            <a:r>
              <a:rPr sz="2200">
                <a:solidFill>
                  <a:srgbClr val="999999"/>
                </a:solidFill>
                <a:latin typeface="Consolas"/>
                <a:cs typeface="Consolas"/>
              </a:rPr>
              <a:t>[</a:t>
            </a:r>
            <a:r>
              <a:rPr sz="2200">
                <a:solidFill>
                  <a:srgbClr val="990054"/>
                </a:solidFill>
                <a:latin typeface="Consolas"/>
                <a:cs typeface="Consolas"/>
              </a:rPr>
              <a:t>1</a:t>
            </a:r>
            <a:r>
              <a:rPr sz="2200">
                <a:solidFill>
                  <a:srgbClr val="999999"/>
                </a:solidFill>
                <a:latin typeface="Consolas"/>
                <a:cs typeface="Consolas"/>
              </a:rPr>
              <a:t>,</a:t>
            </a:r>
            <a:r>
              <a:rPr sz="2200" spc="-40">
                <a:solidFill>
                  <a:srgbClr val="999999"/>
                </a:solidFill>
                <a:latin typeface="Consolas"/>
                <a:cs typeface="Consolas"/>
              </a:rPr>
              <a:t> </a:t>
            </a:r>
            <a:r>
              <a:rPr sz="2200">
                <a:solidFill>
                  <a:srgbClr val="990054"/>
                </a:solidFill>
                <a:latin typeface="Consolas"/>
                <a:cs typeface="Consolas"/>
              </a:rPr>
              <a:t>25</a:t>
            </a:r>
            <a:r>
              <a:rPr sz="2200">
                <a:solidFill>
                  <a:srgbClr val="999999"/>
                </a:solidFill>
                <a:latin typeface="Consolas"/>
                <a:cs typeface="Consolas"/>
              </a:rPr>
              <a:t>,</a:t>
            </a:r>
            <a:r>
              <a:rPr sz="2200" spc="-30">
                <a:solidFill>
                  <a:srgbClr val="999999"/>
                </a:solidFill>
                <a:latin typeface="Consolas"/>
                <a:cs typeface="Consolas"/>
              </a:rPr>
              <a:t> </a:t>
            </a:r>
            <a:r>
              <a:rPr sz="2200">
                <a:solidFill>
                  <a:srgbClr val="990054"/>
                </a:solidFill>
                <a:latin typeface="Consolas"/>
                <a:cs typeface="Consolas"/>
              </a:rPr>
              <a:t>36</a:t>
            </a:r>
            <a:r>
              <a:rPr sz="2200">
                <a:solidFill>
                  <a:srgbClr val="999999"/>
                </a:solidFill>
                <a:latin typeface="Consolas"/>
                <a:cs typeface="Consolas"/>
              </a:rPr>
              <a:t>,</a:t>
            </a:r>
            <a:r>
              <a:rPr sz="2200" spc="-15">
                <a:solidFill>
                  <a:srgbClr val="999999"/>
                </a:solidFill>
                <a:latin typeface="Consolas"/>
                <a:cs typeface="Consolas"/>
              </a:rPr>
              <a:t> </a:t>
            </a:r>
            <a:r>
              <a:rPr sz="2200">
                <a:solidFill>
                  <a:srgbClr val="990054"/>
                </a:solidFill>
                <a:latin typeface="Consolas"/>
                <a:cs typeface="Consolas"/>
              </a:rPr>
              <a:t>4</a:t>
            </a:r>
            <a:r>
              <a:rPr sz="2200">
                <a:solidFill>
                  <a:srgbClr val="999999"/>
                </a:solidFill>
                <a:latin typeface="Consolas"/>
                <a:cs typeface="Consolas"/>
              </a:rPr>
              <a:t>,</a:t>
            </a:r>
            <a:r>
              <a:rPr sz="2200" spc="-25">
                <a:solidFill>
                  <a:srgbClr val="999999"/>
                </a:solidFill>
                <a:latin typeface="Consolas"/>
                <a:cs typeface="Consolas"/>
              </a:rPr>
              <a:t> </a:t>
            </a:r>
            <a:r>
              <a:rPr sz="2200" spc="-25">
                <a:solidFill>
                  <a:srgbClr val="990054"/>
                </a:solidFill>
                <a:latin typeface="Consolas"/>
                <a:cs typeface="Consolas"/>
              </a:rPr>
              <a:t>5</a:t>
            </a:r>
            <a:r>
              <a:rPr sz="2200" spc="-25">
                <a:solidFill>
                  <a:srgbClr val="999999"/>
                </a:solidFill>
                <a:latin typeface="Consolas"/>
                <a:cs typeface="Consolas"/>
              </a:rPr>
              <a:t>]</a:t>
            </a:r>
            <a:endParaRPr sz="2200">
              <a:latin typeface="Consolas"/>
              <a:cs typeface="Consolas"/>
            </a:endParaRPr>
          </a:p>
          <a:p>
            <a:pPr marL="92075"/>
            <a:r>
              <a:rPr sz="2200">
                <a:solidFill>
                  <a:srgbClr val="999999"/>
                </a:solidFill>
                <a:latin typeface="Consolas"/>
                <a:cs typeface="Consolas"/>
              </a:rPr>
              <a:t>[</a:t>
            </a:r>
            <a:r>
              <a:rPr sz="2200">
                <a:solidFill>
                  <a:srgbClr val="990054"/>
                </a:solidFill>
                <a:latin typeface="Consolas"/>
                <a:cs typeface="Consolas"/>
              </a:rPr>
              <a:t>1</a:t>
            </a:r>
            <a:r>
              <a:rPr sz="2200">
                <a:solidFill>
                  <a:srgbClr val="999999"/>
                </a:solidFill>
                <a:latin typeface="Consolas"/>
                <a:cs typeface="Consolas"/>
              </a:rPr>
              <a:t>,</a:t>
            </a:r>
            <a:r>
              <a:rPr sz="2200" spc="-40">
                <a:solidFill>
                  <a:srgbClr val="999999"/>
                </a:solidFill>
                <a:latin typeface="Consolas"/>
                <a:cs typeface="Consolas"/>
              </a:rPr>
              <a:t> </a:t>
            </a:r>
            <a:r>
              <a:rPr sz="2200">
                <a:solidFill>
                  <a:srgbClr val="990054"/>
                </a:solidFill>
                <a:latin typeface="Consolas"/>
                <a:cs typeface="Consolas"/>
              </a:rPr>
              <a:t>25</a:t>
            </a:r>
            <a:r>
              <a:rPr sz="2200">
                <a:solidFill>
                  <a:srgbClr val="999999"/>
                </a:solidFill>
                <a:latin typeface="Consolas"/>
                <a:cs typeface="Consolas"/>
              </a:rPr>
              <a:t>,</a:t>
            </a:r>
            <a:r>
              <a:rPr sz="2200" spc="-30">
                <a:solidFill>
                  <a:srgbClr val="999999"/>
                </a:solidFill>
                <a:latin typeface="Consolas"/>
                <a:cs typeface="Consolas"/>
              </a:rPr>
              <a:t> </a:t>
            </a:r>
            <a:r>
              <a:rPr sz="2200">
                <a:solidFill>
                  <a:srgbClr val="990054"/>
                </a:solidFill>
                <a:latin typeface="Consolas"/>
                <a:cs typeface="Consolas"/>
              </a:rPr>
              <a:t>36</a:t>
            </a:r>
            <a:r>
              <a:rPr sz="2200">
                <a:solidFill>
                  <a:srgbClr val="999999"/>
                </a:solidFill>
                <a:latin typeface="Consolas"/>
                <a:cs typeface="Consolas"/>
              </a:rPr>
              <a:t>,</a:t>
            </a:r>
            <a:r>
              <a:rPr sz="2200" spc="-15">
                <a:solidFill>
                  <a:srgbClr val="999999"/>
                </a:solidFill>
                <a:latin typeface="Consolas"/>
                <a:cs typeface="Consolas"/>
              </a:rPr>
              <a:t> </a:t>
            </a:r>
            <a:r>
              <a:rPr sz="2200">
                <a:solidFill>
                  <a:srgbClr val="990054"/>
                </a:solidFill>
                <a:latin typeface="Consolas"/>
                <a:cs typeface="Consolas"/>
              </a:rPr>
              <a:t>4</a:t>
            </a:r>
            <a:r>
              <a:rPr sz="2200">
                <a:solidFill>
                  <a:srgbClr val="999999"/>
                </a:solidFill>
                <a:latin typeface="Consolas"/>
                <a:cs typeface="Consolas"/>
              </a:rPr>
              <a:t>,</a:t>
            </a:r>
            <a:r>
              <a:rPr sz="2200" spc="-25">
                <a:solidFill>
                  <a:srgbClr val="999999"/>
                </a:solidFill>
                <a:latin typeface="Consolas"/>
                <a:cs typeface="Consolas"/>
              </a:rPr>
              <a:t> </a:t>
            </a:r>
            <a:r>
              <a:rPr sz="2200" spc="-10">
                <a:solidFill>
                  <a:srgbClr val="669900"/>
                </a:solidFill>
                <a:latin typeface="Consolas"/>
                <a:cs typeface="Consolas"/>
              </a:rPr>
              <a:t>'Python'</a:t>
            </a:r>
            <a:r>
              <a:rPr sz="2200" spc="-10">
                <a:solidFill>
                  <a:srgbClr val="999999"/>
                </a:solidFill>
                <a:latin typeface="Consolas"/>
                <a:cs typeface="Consolas"/>
              </a:rPr>
              <a:t>]</a:t>
            </a:r>
            <a:endParaRPr sz="2200">
              <a:latin typeface="Consolas"/>
              <a:cs typeface="Consolas"/>
            </a:endParaRPr>
          </a:p>
        </p:txBody>
      </p:sp>
      <p:sp>
        <p:nvSpPr>
          <p:cNvPr id="7" name="Slide Number Placeholder 6">
            <a:extLst>
              <a:ext uri="{FF2B5EF4-FFF2-40B4-BE49-F238E27FC236}">
                <a16:creationId xmlns:a16="http://schemas.microsoft.com/office/drawing/2014/main" id="{28F41843-B7AD-E881-26C3-829140B0ACA1}"/>
              </a:ext>
            </a:extLst>
          </p:cNvPr>
          <p:cNvSpPr>
            <a:spLocks noGrp="1"/>
          </p:cNvSpPr>
          <p:nvPr>
            <p:ph type="sldNum" sz="quarter" idx="7"/>
          </p:nvPr>
        </p:nvSpPr>
        <p:spPr/>
        <p:txBody>
          <a:bodyPr/>
          <a:lstStyle/>
          <a:p>
            <a:fld id="{B6F15528-21DE-4FAA-801E-634DDDAF4B2B}" type="slidenum">
              <a:rPr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8718" y="44578"/>
            <a:ext cx="8023860" cy="505267"/>
          </a:xfrm>
          <a:prstGeom prst="rect">
            <a:avLst/>
          </a:prstGeom>
        </p:spPr>
        <p:txBody>
          <a:bodyPr vert="horz" wrap="square" lIns="0" tIns="12700" rIns="0" bIns="0" rtlCol="0">
            <a:spAutoFit/>
          </a:bodyPr>
          <a:lstStyle/>
          <a:p>
            <a:pPr marL="12700">
              <a:spcBef>
                <a:spcPts val="100"/>
              </a:spcBef>
            </a:pPr>
            <a:r>
              <a:t>List</a:t>
            </a:r>
            <a:r>
              <a:rPr spc="-15"/>
              <a:t> </a:t>
            </a:r>
            <a:r>
              <a:t>Functions</a:t>
            </a:r>
            <a:r>
              <a:rPr spc="-45"/>
              <a:t> </a:t>
            </a:r>
            <a:r>
              <a:t>&amp;</a:t>
            </a:r>
            <a:r>
              <a:rPr spc="-10"/>
              <a:t> </a:t>
            </a:r>
            <a:r>
              <a:t>Methods</a:t>
            </a:r>
            <a:r>
              <a:rPr spc="-35"/>
              <a:t> </a:t>
            </a:r>
            <a:r>
              <a:rPr>
                <a:solidFill>
                  <a:srgbClr val="000000"/>
                </a:solidFill>
              </a:rPr>
              <a:t>in</a:t>
            </a:r>
            <a:r>
              <a:rPr spc="-35">
                <a:solidFill>
                  <a:srgbClr val="000000"/>
                </a:solidFill>
              </a:rPr>
              <a:t> </a:t>
            </a:r>
            <a:r>
              <a:rPr spc="-10">
                <a:solidFill>
                  <a:srgbClr val="0983C0"/>
                </a:solidFill>
              </a:rPr>
              <a:t>Python</a:t>
            </a:r>
          </a:p>
        </p:txBody>
      </p:sp>
      <p:sp>
        <p:nvSpPr>
          <p:cNvPr id="3" name="object 3"/>
          <p:cNvSpPr txBox="1"/>
          <p:nvPr/>
        </p:nvSpPr>
        <p:spPr>
          <a:xfrm>
            <a:off x="9300718" y="222884"/>
            <a:ext cx="593090" cy="299720"/>
          </a:xfrm>
          <a:prstGeom prst="rect">
            <a:avLst/>
          </a:prstGeom>
        </p:spPr>
        <p:txBody>
          <a:bodyPr vert="horz" wrap="square" lIns="0" tIns="12700" rIns="0" bIns="0" rtlCol="0">
            <a:spAutoFit/>
          </a:bodyPr>
          <a:lstStyle/>
          <a:p>
            <a:pPr marL="12700">
              <a:spcBef>
                <a:spcPts val="100"/>
              </a:spcBef>
            </a:pPr>
            <a:r>
              <a:rPr b="1" spc="-10">
                <a:latin typeface="Calibri"/>
                <a:cs typeface="Calibri"/>
              </a:rPr>
              <a:t>Cont..</a:t>
            </a:r>
            <a:endParaRPr>
              <a:latin typeface="Calibri"/>
              <a:cs typeface="Calibri"/>
            </a:endParaRPr>
          </a:p>
        </p:txBody>
      </p:sp>
      <p:sp>
        <p:nvSpPr>
          <p:cNvPr id="4" name="object 4"/>
          <p:cNvSpPr/>
          <p:nvPr/>
        </p:nvSpPr>
        <p:spPr>
          <a:xfrm>
            <a:off x="1524000" y="642874"/>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sp>
        <p:nvSpPr>
          <p:cNvPr id="5" name="object 5"/>
          <p:cNvSpPr/>
          <p:nvPr/>
        </p:nvSpPr>
        <p:spPr>
          <a:xfrm>
            <a:off x="564507" y="3681578"/>
            <a:ext cx="5761198" cy="3008304"/>
          </a:xfrm>
          <a:custGeom>
            <a:avLst/>
            <a:gdLst/>
            <a:ahLst/>
            <a:cxnLst/>
            <a:rect l="l" t="t" r="r" b="b"/>
            <a:pathLst>
              <a:path w="4358005" h="2385695">
                <a:moveTo>
                  <a:pt x="0" y="2385314"/>
                </a:moveTo>
                <a:lnTo>
                  <a:pt x="4357751" y="2385314"/>
                </a:lnTo>
                <a:lnTo>
                  <a:pt x="4357751" y="0"/>
                </a:lnTo>
                <a:lnTo>
                  <a:pt x="0" y="0"/>
                </a:lnTo>
                <a:lnTo>
                  <a:pt x="0" y="2385314"/>
                </a:lnTo>
                <a:close/>
              </a:path>
            </a:pathLst>
          </a:custGeom>
          <a:ln w="12700">
            <a:solidFill>
              <a:srgbClr val="4F81BC"/>
            </a:solidFill>
          </a:ln>
        </p:spPr>
        <p:txBody>
          <a:bodyPr wrap="square" lIns="0" tIns="0" rIns="0" bIns="0" rtlCol="0"/>
          <a:lstStyle/>
          <a:p>
            <a:endParaRPr/>
          </a:p>
        </p:txBody>
      </p:sp>
      <p:sp>
        <p:nvSpPr>
          <p:cNvPr id="6" name="object 6"/>
          <p:cNvSpPr txBox="1"/>
          <p:nvPr/>
        </p:nvSpPr>
        <p:spPr>
          <a:xfrm>
            <a:off x="680594" y="549989"/>
            <a:ext cx="10922989" cy="2896306"/>
          </a:xfrm>
          <a:prstGeom prst="rect">
            <a:avLst/>
          </a:prstGeom>
        </p:spPr>
        <p:txBody>
          <a:bodyPr vert="horz" wrap="square" lIns="0" tIns="86995" rIns="0" bIns="0" rtlCol="0" anchor="t">
            <a:spAutoFit/>
          </a:bodyPr>
          <a:lstStyle/>
          <a:p>
            <a:pPr marL="12700" algn="just">
              <a:spcBef>
                <a:spcPts val="685"/>
              </a:spcBef>
            </a:pPr>
            <a:r>
              <a:rPr sz="2000" b="1" u="sng" dirty="0">
                <a:solidFill>
                  <a:srgbClr val="0983C0"/>
                </a:solidFill>
                <a:uFill>
                  <a:solidFill>
                    <a:srgbClr val="0983C0"/>
                  </a:solidFill>
                </a:uFill>
                <a:latin typeface="Times New Roman"/>
                <a:cs typeface="Malgun Gothic"/>
              </a:rPr>
              <a:t>☞</a:t>
            </a:r>
            <a:r>
              <a:rPr sz="2000" b="1" u="sng" spc="-330" dirty="0">
                <a:solidFill>
                  <a:srgbClr val="0983C0"/>
                </a:solidFill>
                <a:uFill>
                  <a:solidFill>
                    <a:srgbClr val="0983C0"/>
                  </a:solidFill>
                </a:uFill>
                <a:latin typeface="Times New Roman"/>
                <a:cs typeface="Malgun Gothic"/>
              </a:rPr>
              <a:t> </a:t>
            </a:r>
            <a:r>
              <a:rPr sz="2000" b="1" u="sng" spc="-10" dirty="0">
                <a:solidFill>
                  <a:srgbClr val="0983C0"/>
                </a:solidFill>
                <a:uFill>
                  <a:solidFill>
                    <a:srgbClr val="0983C0"/>
                  </a:solidFill>
                </a:uFill>
                <a:latin typeface="Times New Roman"/>
                <a:cs typeface="Calibri"/>
              </a:rPr>
              <a:t>insert():</a:t>
            </a:r>
            <a:endParaRPr sz="2000" dirty="0">
              <a:latin typeface="Times New Roman"/>
              <a:cs typeface="Calibri"/>
            </a:endParaRPr>
          </a:p>
          <a:p>
            <a:pPr marL="353060" marR="5080" indent="-340360" algn="just">
              <a:spcBef>
                <a:spcPts val="535"/>
              </a:spcBef>
              <a:buFont typeface="Arial MT"/>
              <a:buChar char="•"/>
              <a:tabLst>
                <a:tab pos="355600" algn="l"/>
              </a:tabLst>
            </a:pPr>
            <a:r>
              <a:rPr sz="2000" dirty="0">
                <a:latin typeface="Times New Roman"/>
                <a:cs typeface="Calibri"/>
              </a:rPr>
              <a:t>In</a:t>
            </a:r>
            <a:r>
              <a:rPr sz="2000" spc="470" dirty="0">
                <a:latin typeface="Times New Roman"/>
                <a:cs typeface="Calibri"/>
              </a:rPr>
              <a:t> </a:t>
            </a:r>
            <a:r>
              <a:rPr sz="2000" dirty="0">
                <a:latin typeface="Times New Roman"/>
                <a:cs typeface="Calibri"/>
              </a:rPr>
              <a:t>python,</a:t>
            </a:r>
            <a:r>
              <a:rPr sz="2000" spc="470" dirty="0">
                <a:latin typeface="Times New Roman"/>
                <a:cs typeface="Calibri"/>
              </a:rPr>
              <a:t> </a:t>
            </a:r>
            <a:r>
              <a:rPr sz="2000" dirty="0">
                <a:latin typeface="Times New Roman"/>
                <a:cs typeface="Calibri"/>
              </a:rPr>
              <a:t>insert()</a:t>
            </a:r>
            <a:r>
              <a:rPr sz="2000" spc="470" dirty="0">
                <a:latin typeface="Times New Roman"/>
                <a:cs typeface="Calibri"/>
              </a:rPr>
              <a:t> </a:t>
            </a:r>
            <a:r>
              <a:rPr sz="2000" dirty="0">
                <a:latin typeface="Times New Roman"/>
                <a:cs typeface="Calibri"/>
              </a:rPr>
              <a:t>method</a:t>
            </a:r>
            <a:r>
              <a:rPr sz="2000" spc="470" dirty="0">
                <a:latin typeface="Times New Roman"/>
                <a:cs typeface="Calibri"/>
              </a:rPr>
              <a:t> </a:t>
            </a:r>
            <a:r>
              <a:rPr sz="2000" dirty="0">
                <a:latin typeface="Times New Roman"/>
                <a:cs typeface="Calibri"/>
              </a:rPr>
              <a:t>inserts</a:t>
            </a:r>
            <a:r>
              <a:rPr sz="2000" spc="480" dirty="0">
                <a:latin typeface="Times New Roman"/>
                <a:cs typeface="Calibri"/>
              </a:rPr>
              <a:t> </a:t>
            </a:r>
            <a:r>
              <a:rPr sz="2000" dirty="0">
                <a:latin typeface="Times New Roman"/>
                <a:cs typeface="Calibri"/>
              </a:rPr>
              <a:t>the</a:t>
            </a:r>
            <a:r>
              <a:rPr sz="2000" spc="475" dirty="0">
                <a:latin typeface="Times New Roman"/>
                <a:cs typeface="Calibri"/>
              </a:rPr>
              <a:t> </a:t>
            </a:r>
            <a:r>
              <a:rPr sz="2000" dirty="0">
                <a:latin typeface="Times New Roman"/>
                <a:cs typeface="Calibri"/>
              </a:rPr>
              <a:t>element</a:t>
            </a:r>
            <a:r>
              <a:rPr sz="2000" spc="475" dirty="0">
                <a:latin typeface="Times New Roman"/>
                <a:cs typeface="Calibri"/>
              </a:rPr>
              <a:t> </a:t>
            </a:r>
            <a:r>
              <a:rPr sz="2000" dirty="0">
                <a:latin typeface="Times New Roman"/>
                <a:cs typeface="Calibri"/>
              </a:rPr>
              <a:t>at</a:t>
            </a:r>
            <a:r>
              <a:rPr sz="2000" spc="470" dirty="0">
                <a:latin typeface="Times New Roman"/>
                <a:cs typeface="Calibri"/>
              </a:rPr>
              <a:t> </a:t>
            </a:r>
            <a:r>
              <a:rPr sz="2000" dirty="0">
                <a:latin typeface="Times New Roman"/>
                <a:cs typeface="Calibri"/>
              </a:rPr>
              <a:t>the</a:t>
            </a:r>
            <a:r>
              <a:rPr sz="2000" spc="465" dirty="0">
                <a:latin typeface="Times New Roman"/>
                <a:cs typeface="Calibri"/>
              </a:rPr>
              <a:t> </a:t>
            </a:r>
            <a:r>
              <a:rPr sz="2000" spc="-10" dirty="0">
                <a:latin typeface="Times New Roman"/>
                <a:cs typeface="Calibri"/>
              </a:rPr>
              <a:t>specified 	</a:t>
            </a:r>
            <a:r>
              <a:rPr sz="2000" dirty="0">
                <a:latin typeface="Times New Roman"/>
                <a:cs typeface="Calibri"/>
              </a:rPr>
              <a:t>index</a:t>
            </a:r>
            <a:r>
              <a:rPr sz="2000" spc="365" dirty="0">
                <a:latin typeface="Times New Roman"/>
                <a:cs typeface="Calibri"/>
              </a:rPr>
              <a:t> </a:t>
            </a:r>
            <a:r>
              <a:rPr sz="2000" dirty="0">
                <a:latin typeface="Times New Roman"/>
                <a:cs typeface="Calibri"/>
              </a:rPr>
              <a:t>in</a:t>
            </a:r>
            <a:r>
              <a:rPr sz="2000" spc="370" dirty="0">
                <a:latin typeface="Times New Roman"/>
                <a:cs typeface="Calibri"/>
              </a:rPr>
              <a:t> </a:t>
            </a:r>
            <a:r>
              <a:rPr sz="2000" dirty="0">
                <a:latin typeface="Times New Roman"/>
                <a:cs typeface="Calibri"/>
              </a:rPr>
              <a:t>the</a:t>
            </a:r>
            <a:r>
              <a:rPr sz="2000" spc="375" dirty="0">
                <a:latin typeface="Times New Roman"/>
                <a:cs typeface="Calibri"/>
              </a:rPr>
              <a:t> </a:t>
            </a:r>
            <a:r>
              <a:rPr sz="2000" dirty="0">
                <a:latin typeface="Times New Roman"/>
                <a:cs typeface="Calibri"/>
              </a:rPr>
              <a:t>list.</a:t>
            </a:r>
            <a:r>
              <a:rPr sz="2000" spc="360" dirty="0">
                <a:latin typeface="Times New Roman"/>
                <a:cs typeface="Calibri"/>
              </a:rPr>
              <a:t> </a:t>
            </a:r>
            <a:r>
              <a:rPr sz="2000" dirty="0">
                <a:latin typeface="Times New Roman"/>
                <a:cs typeface="Calibri"/>
              </a:rPr>
              <a:t>The</a:t>
            </a:r>
            <a:r>
              <a:rPr sz="2000" spc="375" dirty="0">
                <a:latin typeface="Times New Roman"/>
                <a:cs typeface="Calibri"/>
              </a:rPr>
              <a:t> </a:t>
            </a:r>
            <a:r>
              <a:rPr sz="2000" dirty="0">
                <a:latin typeface="Times New Roman"/>
                <a:cs typeface="Calibri"/>
              </a:rPr>
              <a:t>first</a:t>
            </a:r>
            <a:r>
              <a:rPr sz="2000" spc="370" dirty="0">
                <a:latin typeface="Times New Roman"/>
                <a:cs typeface="Calibri"/>
              </a:rPr>
              <a:t> </a:t>
            </a:r>
            <a:r>
              <a:rPr sz="2000" dirty="0">
                <a:latin typeface="Times New Roman"/>
                <a:cs typeface="Calibri"/>
              </a:rPr>
              <a:t>argument</a:t>
            </a:r>
            <a:r>
              <a:rPr sz="2000" spc="365" dirty="0">
                <a:latin typeface="Times New Roman"/>
                <a:cs typeface="Calibri"/>
              </a:rPr>
              <a:t> </a:t>
            </a:r>
            <a:r>
              <a:rPr sz="2000" dirty="0">
                <a:latin typeface="Times New Roman"/>
                <a:cs typeface="Calibri"/>
              </a:rPr>
              <a:t>is</a:t>
            </a:r>
            <a:r>
              <a:rPr sz="2000" spc="365" dirty="0">
                <a:latin typeface="Times New Roman"/>
                <a:cs typeface="Calibri"/>
              </a:rPr>
              <a:t> </a:t>
            </a:r>
            <a:r>
              <a:rPr sz="2000" dirty="0">
                <a:latin typeface="Times New Roman"/>
                <a:cs typeface="Calibri"/>
              </a:rPr>
              <a:t>the</a:t>
            </a:r>
            <a:r>
              <a:rPr sz="2000" spc="375" dirty="0">
                <a:latin typeface="Times New Roman"/>
                <a:cs typeface="Calibri"/>
              </a:rPr>
              <a:t> </a:t>
            </a:r>
            <a:r>
              <a:rPr sz="2000" dirty="0">
                <a:latin typeface="Times New Roman"/>
                <a:cs typeface="Calibri"/>
              </a:rPr>
              <a:t>index</a:t>
            </a:r>
            <a:r>
              <a:rPr sz="2000" spc="375" dirty="0">
                <a:latin typeface="Times New Roman"/>
                <a:cs typeface="Calibri"/>
              </a:rPr>
              <a:t> </a:t>
            </a:r>
            <a:r>
              <a:rPr sz="2000" dirty="0">
                <a:latin typeface="Times New Roman"/>
                <a:cs typeface="Calibri"/>
              </a:rPr>
              <a:t>of</a:t>
            </a:r>
            <a:r>
              <a:rPr sz="2000" spc="365" dirty="0">
                <a:latin typeface="Times New Roman"/>
                <a:cs typeface="Calibri"/>
              </a:rPr>
              <a:t> </a:t>
            </a:r>
            <a:r>
              <a:rPr sz="2000" dirty="0">
                <a:latin typeface="Times New Roman"/>
                <a:cs typeface="Calibri"/>
              </a:rPr>
              <a:t>the</a:t>
            </a:r>
            <a:r>
              <a:rPr sz="2000" spc="375" dirty="0">
                <a:latin typeface="Times New Roman"/>
                <a:cs typeface="Calibri"/>
              </a:rPr>
              <a:t> </a:t>
            </a:r>
            <a:r>
              <a:rPr sz="2000" spc="-10" dirty="0">
                <a:latin typeface="Times New Roman"/>
                <a:cs typeface="Calibri"/>
              </a:rPr>
              <a:t>element 	before</a:t>
            </a:r>
            <a:r>
              <a:rPr sz="2000" spc="-55" dirty="0">
                <a:latin typeface="Times New Roman"/>
                <a:cs typeface="Calibri"/>
              </a:rPr>
              <a:t> </a:t>
            </a:r>
            <a:r>
              <a:rPr sz="2000" dirty="0">
                <a:latin typeface="Times New Roman"/>
                <a:cs typeface="Calibri"/>
              </a:rPr>
              <a:t>which</a:t>
            </a:r>
            <a:r>
              <a:rPr sz="2000" spc="-50" dirty="0">
                <a:latin typeface="Times New Roman"/>
                <a:cs typeface="Calibri"/>
              </a:rPr>
              <a:t> </a:t>
            </a:r>
            <a:r>
              <a:rPr sz="2000" dirty="0">
                <a:latin typeface="Times New Roman"/>
                <a:cs typeface="Calibri"/>
              </a:rPr>
              <a:t>to</a:t>
            </a:r>
            <a:r>
              <a:rPr sz="2000" spc="-55" dirty="0">
                <a:latin typeface="Times New Roman"/>
                <a:cs typeface="Calibri"/>
              </a:rPr>
              <a:t> </a:t>
            </a:r>
            <a:r>
              <a:rPr sz="2000" dirty="0">
                <a:latin typeface="Times New Roman"/>
                <a:cs typeface="Calibri"/>
              </a:rPr>
              <a:t>insert</a:t>
            </a:r>
            <a:r>
              <a:rPr sz="2000" spc="-55" dirty="0">
                <a:latin typeface="Times New Roman"/>
                <a:cs typeface="Calibri"/>
              </a:rPr>
              <a:t> </a:t>
            </a:r>
            <a:r>
              <a:rPr sz="2000" dirty="0">
                <a:latin typeface="Times New Roman"/>
                <a:cs typeface="Calibri"/>
              </a:rPr>
              <a:t>the</a:t>
            </a:r>
            <a:r>
              <a:rPr sz="2000" spc="-45" dirty="0">
                <a:latin typeface="Times New Roman"/>
                <a:cs typeface="Calibri"/>
              </a:rPr>
              <a:t> </a:t>
            </a:r>
            <a:r>
              <a:rPr sz="2000" spc="-10" dirty="0">
                <a:latin typeface="Times New Roman"/>
                <a:cs typeface="Calibri"/>
              </a:rPr>
              <a:t>element.</a:t>
            </a:r>
          </a:p>
          <a:p>
            <a:pPr marL="353060" marR="5080" indent="-340360" algn="just">
              <a:spcBef>
                <a:spcPts val="535"/>
              </a:spcBef>
              <a:buFont typeface="Arial MT"/>
              <a:buChar char="•"/>
              <a:tabLst>
                <a:tab pos="1840864" algn="l"/>
              </a:tabLst>
            </a:pPr>
            <a:r>
              <a:rPr lang="en-US" sz="2000" spc="-10" dirty="0">
                <a:solidFill>
                  <a:srgbClr val="001D35"/>
                </a:solidFill>
                <a:latin typeface="Times New Roman"/>
                <a:cs typeface="Times New Roman"/>
              </a:rPr>
              <a:t>The </a:t>
            </a:r>
            <a:r>
              <a:rPr lang="en-US" sz="2000" spc="-10" dirty="0">
                <a:solidFill>
                  <a:srgbClr val="001D35"/>
                </a:solidFill>
                <a:latin typeface="Times New Roman"/>
                <a:cs typeface="Calibri"/>
              </a:rPr>
              <a:t>insert()</a:t>
            </a:r>
            <a:r>
              <a:rPr lang="en-US" sz="2000" spc="-10" dirty="0">
                <a:solidFill>
                  <a:srgbClr val="001D35"/>
                </a:solidFill>
                <a:latin typeface="Times New Roman"/>
                <a:cs typeface="Times New Roman"/>
              </a:rPr>
              <a:t> method does not overwrite the element at the specified index; instead, it shifts existing elements to the right to accommodate the new element.</a:t>
            </a:r>
            <a:endParaRPr lang="en-US" sz="2000" spc="-10" dirty="0">
              <a:latin typeface="Times New Roman"/>
              <a:cs typeface="Times New Roman"/>
            </a:endParaRPr>
          </a:p>
          <a:p>
            <a:pPr marL="353060" marR="5080" indent="-340360" algn="just">
              <a:spcBef>
                <a:spcPts val="535"/>
              </a:spcBef>
              <a:buFont typeface="Arial MT"/>
              <a:buChar char="•"/>
              <a:tabLst>
                <a:tab pos="1840864" algn="l"/>
              </a:tabLst>
            </a:pPr>
            <a:r>
              <a:rPr lang="en-US" sz="2000" dirty="0" err="1">
                <a:latin typeface="Times New Roman"/>
                <a:cs typeface="Calibri"/>
              </a:rPr>
              <a:t>list.insert</a:t>
            </a:r>
            <a:r>
              <a:rPr lang="en-US" sz="2000" dirty="0">
                <a:latin typeface="Times New Roman"/>
                <a:cs typeface="Calibri"/>
              </a:rPr>
              <a:t> with any index &gt;= </a:t>
            </a:r>
            <a:r>
              <a:rPr lang="en-US" sz="2000" dirty="0" err="1">
                <a:latin typeface="Times New Roman"/>
                <a:cs typeface="Calibri"/>
              </a:rPr>
              <a:t>len</a:t>
            </a:r>
            <a:r>
              <a:rPr lang="en-US" sz="2000" dirty="0">
                <a:latin typeface="Times New Roman"/>
                <a:cs typeface="Calibri"/>
              </a:rPr>
              <a:t>(</a:t>
            </a:r>
            <a:r>
              <a:rPr lang="en-US" sz="2000" dirty="0" err="1">
                <a:latin typeface="Times New Roman"/>
                <a:cs typeface="Calibri"/>
              </a:rPr>
              <a:t>of_the_list</a:t>
            </a:r>
            <a:r>
              <a:rPr lang="en-US" sz="2000" dirty="0">
                <a:latin typeface="Times New Roman"/>
                <a:cs typeface="Calibri"/>
              </a:rPr>
              <a:t>) places the value at the end of list. It behaves like append</a:t>
            </a:r>
          </a:p>
          <a:p>
            <a:pPr marL="12700" algn="just">
              <a:spcBef>
                <a:spcPts val="590"/>
              </a:spcBef>
              <a:tabLst>
                <a:tab pos="1840864" algn="l"/>
              </a:tabLst>
            </a:pPr>
            <a:r>
              <a:rPr sz="2000" b="1" u="sng" dirty="0">
                <a:uFill>
                  <a:solidFill>
                    <a:srgbClr val="000000"/>
                  </a:solidFill>
                </a:uFill>
                <a:latin typeface="Times New Roman"/>
                <a:cs typeface="Calibri"/>
              </a:rPr>
              <a:t>Syntax: </a:t>
            </a:r>
            <a:r>
              <a:rPr lang="en-US" sz="2000" b="1" dirty="0">
                <a:latin typeface="Times New Roman"/>
                <a:cs typeface="Calibri"/>
              </a:rPr>
              <a:t>    </a:t>
            </a:r>
            <a:r>
              <a:rPr lang="en-US" sz="2000" spc="-10" dirty="0" err="1">
                <a:solidFill>
                  <a:srgbClr val="FF0000"/>
                </a:solidFill>
                <a:latin typeface="Times New Roman"/>
                <a:cs typeface="Calibri"/>
              </a:rPr>
              <a:t>my_list</a:t>
            </a:r>
            <a:r>
              <a:rPr sz="2000" spc="-10" dirty="0" err="1">
                <a:solidFill>
                  <a:srgbClr val="008080"/>
                </a:solidFill>
                <a:latin typeface="Times New Roman"/>
                <a:cs typeface="Consolas"/>
              </a:rPr>
              <a:t>.insert</a:t>
            </a:r>
            <a:r>
              <a:rPr sz="2000" spc="-10" dirty="0">
                <a:solidFill>
                  <a:srgbClr val="008080"/>
                </a:solidFill>
                <a:latin typeface="Times New Roman"/>
                <a:cs typeface="Consolas"/>
              </a:rPr>
              <a:t>(</a:t>
            </a:r>
            <a:r>
              <a:rPr sz="2000" spc="-10" dirty="0">
                <a:latin typeface="Times New Roman"/>
                <a:cs typeface="Consolas"/>
              </a:rPr>
              <a:t>index,</a:t>
            </a:r>
            <a:r>
              <a:rPr lang="en-US" sz="2000" spc="-10" dirty="0">
                <a:latin typeface="Times New Roman"/>
                <a:cs typeface="Consolas"/>
              </a:rPr>
              <a:t> element</a:t>
            </a:r>
            <a:r>
              <a:rPr sz="2000" spc="-10" dirty="0">
                <a:solidFill>
                  <a:srgbClr val="008080"/>
                </a:solidFill>
                <a:latin typeface="Times New Roman"/>
                <a:cs typeface="Consolas"/>
              </a:rPr>
              <a:t>)</a:t>
            </a:r>
            <a:endParaRPr lang="en-US" sz="2000" dirty="0">
              <a:solidFill>
                <a:srgbClr val="000000"/>
              </a:solidFill>
              <a:latin typeface="Times New Roman"/>
              <a:cs typeface="Calibri"/>
            </a:endParaRPr>
          </a:p>
          <a:p>
            <a:pPr marL="12700" algn="just">
              <a:spcBef>
                <a:spcPts val="590"/>
              </a:spcBef>
              <a:tabLst>
                <a:tab pos="1840864" algn="l"/>
              </a:tabLst>
            </a:pPr>
            <a:r>
              <a:rPr sz="2000" b="1" u="sng" dirty="0">
                <a:solidFill>
                  <a:srgbClr val="0983C0"/>
                </a:solidFill>
                <a:uFill>
                  <a:solidFill>
                    <a:srgbClr val="0983C0"/>
                  </a:solidFill>
                </a:uFill>
                <a:latin typeface="Times New Roman"/>
                <a:cs typeface="Calibri"/>
              </a:rPr>
              <a:t>Example:</a:t>
            </a:r>
            <a:r>
              <a:rPr sz="2000" b="1" spc="455" dirty="0">
                <a:solidFill>
                  <a:srgbClr val="0983C0"/>
                </a:solidFill>
                <a:latin typeface="Times New Roman"/>
                <a:cs typeface="Calibri"/>
              </a:rPr>
              <a:t>  </a:t>
            </a:r>
            <a:r>
              <a:rPr sz="2000" b="1" spc="-10" dirty="0">
                <a:latin typeface="Times New Roman"/>
                <a:cs typeface="Calibri"/>
              </a:rPr>
              <a:t>insertdemo.py</a:t>
            </a:r>
            <a:endParaRPr sz="2000" dirty="0">
              <a:latin typeface="Times New Roman"/>
              <a:cs typeface="Calibri"/>
            </a:endParaRPr>
          </a:p>
        </p:txBody>
      </p:sp>
      <p:sp>
        <p:nvSpPr>
          <p:cNvPr id="7" name="object 7"/>
          <p:cNvSpPr txBox="1"/>
          <p:nvPr/>
        </p:nvSpPr>
        <p:spPr>
          <a:xfrm>
            <a:off x="684003" y="3936246"/>
            <a:ext cx="5414967" cy="2167260"/>
          </a:xfrm>
          <a:prstGeom prst="rect">
            <a:avLst/>
          </a:prstGeom>
        </p:spPr>
        <p:txBody>
          <a:bodyPr vert="horz" wrap="square" lIns="0" tIns="12700" rIns="0" bIns="0" rtlCol="0" anchor="t">
            <a:spAutoFit/>
          </a:bodyPr>
          <a:lstStyle/>
          <a:p>
            <a:pPr>
              <a:spcBef>
                <a:spcPts val="100"/>
              </a:spcBef>
            </a:pPr>
            <a:r>
              <a:rPr sz="2000" spc="-10" dirty="0">
                <a:latin typeface="Times New Roman"/>
                <a:cs typeface="Consolas"/>
              </a:rPr>
              <a:t>num=[</a:t>
            </a:r>
            <a:r>
              <a:rPr sz="2000" spc="-10" dirty="0">
                <a:solidFill>
                  <a:srgbClr val="800080"/>
                </a:solidFill>
                <a:latin typeface="Times New Roman"/>
                <a:cs typeface="Consolas"/>
              </a:rPr>
              <a:t>10</a:t>
            </a:r>
            <a:r>
              <a:rPr sz="2000" spc="-10" dirty="0">
                <a:latin typeface="Times New Roman"/>
                <a:cs typeface="Consolas"/>
              </a:rPr>
              <a:t>,</a:t>
            </a:r>
            <a:r>
              <a:rPr sz="2000" spc="-10" dirty="0">
                <a:solidFill>
                  <a:srgbClr val="800080"/>
                </a:solidFill>
                <a:latin typeface="Times New Roman"/>
                <a:cs typeface="Consolas"/>
              </a:rPr>
              <a:t>20</a:t>
            </a:r>
            <a:r>
              <a:rPr sz="2000" spc="-10" dirty="0">
                <a:latin typeface="Times New Roman"/>
                <a:cs typeface="Consolas"/>
              </a:rPr>
              <a:t>,</a:t>
            </a:r>
            <a:r>
              <a:rPr sz="2000" spc="-10" dirty="0">
                <a:solidFill>
                  <a:srgbClr val="800080"/>
                </a:solidFill>
                <a:latin typeface="Times New Roman"/>
                <a:cs typeface="Consolas"/>
              </a:rPr>
              <a:t>30</a:t>
            </a:r>
            <a:r>
              <a:rPr sz="2000" spc="-10" dirty="0">
                <a:latin typeface="Times New Roman"/>
                <a:cs typeface="Consolas"/>
              </a:rPr>
              <a:t>,</a:t>
            </a:r>
            <a:r>
              <a:rPr sz="2000" spc="-10" dirty="0">
                <a:solidFill>
                  <a:srgbClr val="800080"/>
                </a:solidFill>
                <a:latin typeface="Times New Roman"/>
                <a:cs typeface="Consolas"/>
              </a:rPr>
              <a:t>40</a:t>
            </a:r>
            <a:r>
              <a:rPr sz="2000" spc="-10" dirty="0">
                <a:latin typeface="Times New Roman"/>
                <a:cs typeface="Consolas"/>
              </a:rPr>
              <a:t>,</a:t>
            </a:r>
            <a:r>
              <a:rPr sz="2000" spc="-10" dirty="0">
                <a:solidFill>
                  <a:srgbClr val="800080"/>
                </a:solidFill>
                <a:latin typeface="Times New Roman"/>
                <a:cs typeface="Consolas"/>
              </a:rPr>
              <a:t>50</a:t>
            </a:r>
            <a:r>
              <a:rPr sz="2000" spc="-10" dirty="0">
                <a:latin typeface="Times New Roman"/>
                <a:cs typeface="Consolas"/>
              </a:rPr>
              <a:t>]</a:t>
            </a:r>
            <a:endParaRPr sz="2000" dirty="0">
              <a:latin typeface="Times New Roman"/>
              <a:cs typeface="Consolas"/>
            </a:endParaRPr>
          </a:p>
          <a:p>
            <a:pPr algn="l"/>
            <a:r>
              <a:rPr sz="2000" spc="-10" dirty="0" err="1">
                <a:latin typeface="Times New Roman"/>
                <a:cs typeface="Consolas"/>
              </a:rPr>
              <a:t>num.</a:t>
            </a:r>
            <a:r>
              <a:rPr sz="2000" spc="-10" dirty="0" err="1">
                <a:solidFill>
                  <a:srgbClr val="008080"/>
                </a:solidFill>
                <a:latin typeface="Times New Roman"/>
                <a:cs typeface="Consolas"/>
              </a:rPr>
              <a:t>insert</a:t>
            </a:r>
            <a:r>
              <a:rPr sz="2000" spc="-10" dirty="0">
                <a:latin typeface="Times New Roman"/>
                <a:cs typeface="Consolas"/>
              </a:rPr>
              <a:t>(</a:t>
            </a:r>
            <a:r>
              <a:rPr sz="2000" spc="-10" dirty="0">
                <a:solidFill>
                  <a:srgbClr val="800080"/>
                </a:solidFill>
                <a:latin typeface="Times New Roman"/>
                <a:cs typeface="Consolas"/>
              </a:rPr>
              <a:t>4</a:t>
            </a:r>
            <a:r>
              <a:rPr sz="2000" spc="-10" dirty="0">
                <a:latin typeface="Times New Roman"/>
                <a:cs typeface="Consolas"/>
              </a:rPr>
              <a:t>,</a:t>
            </a:r>
            <a:r>
              <a:rPr sz="2000" spc="-10" dirty="0">
                <a:solidFill>
                  <a:srgbClr val="800080"/>
                </a:solidFill>
                <a:latin typeface="Times New Roman"/>
                <a:cs typeface="Consolas"/>
              </a:rPr>
              <a:t>60</a:t>
            </a:r>
            <a:r>
              <a:rPr sz="2000" spc="-10" dirty="0">
                <a:latin typeface="Times New Roman"/>
                <a:cs typeface="Consolas"/>
              </a:rPr>
              <a:t>) </a:t>
            </a:r>
            <a:endParaRPr lang="en-US" sz="2000" dirty="0">
              <a:solidFill>
                <a:srgbClr val="000000"/>
              </a:solidFill>
              <a:latin typeface="Times New Roman"/>
              <a:cs typeface="Consolas"/>
            </a:endParaRPr>
          </a:p>
          <a:p>
            <a:pPr algn="l"/>
            <a:r>
              <a:rPr sz="2000" spc="-10" dirty="0">
                <a:solidFill>
                  <a:srgbClr val="0000FF"/>
                </a:solidFill>
                <a:latin typeface="Times New Roman"/>
                <a:cs typeface="Consolas"/>
              </a:rPr>
              <a:t>print</a:t>
            </a:r>
            <a:r>
              <a:rPr lang="en-US" sz="2000" spc="-10" dirty="0">
                <a:latin typeface="Times New Roman"/>
                <a:cs typeface="Consolas"/>
              </a:rPr>
              <a:t>("</a:t>
            </a:r>
            <a:r>
              <a:rPr lang="en-US" sz="2000" spc="-10" dirty="0">
                <a:solidFill>
                  <a:schemeClr val="tx1"/>
                </a:solidFill>
                <a:uFill>
                  <a:solidFill>
                    <a:srgbClr val="FFC000"/>
                  </a:solidFill>
                </a:uFill>
                <a:latin typeface="Times New Roman"/>
                <a:cs typeface="Calibri"/>
              </a:rPr>
              <a:t>Inserted list is :</a:t>
            </a:r>
            <a:r>
              <a:rPr lang="en-US" sz="2000" spc="-10" dirty="0">
                <a:latin typeface="Times New Roman"/>
                <a:cs typeface="Consolas"/>
              </a:rPr>
              <a:t>",</a:t>
            </a:r>
            <a:r>
              <a:rPr sz="2000" spc="-10" dirty="0">
                <a:latin typeface="Times New Roman"/>
                <a:cs typeface="Consolas"/>
              </a:rPr>
              <a:t>num) </a:t>
            </a:r>
            <a:endParaRPr lang="en-US" sz="2000" dirty="0">
              <a:latin typeface="Times New Roman"/>
              <a:cs typeface="Consolas"/>
            </a:endParaRPr>
          </a:p>
          <a:p>
            <a:pPr algn="l"/>
            <a:r>
              <a:rPr sz="2000" spc="-10" dirty="0" err="1">
                <a:latin typeface="Times New Roman"/>
                <a:cs typeface="Consolas"/>
              </a:rPr>
              <a:t>num.</a:t>
            </a:r>
            <a:r>
              <a:rPr sz="2000" spc="-10" dirty="0" err="1">
                <a:solidFill>
                  <a:srgbClr val="008080"/>
                </a:solidFill>
                <a:latin typeface="Times New Roman"/>
                <a:cs typeface="Consolas"/>
              </a:rPr>
              <a:t>insert</a:t>
            </a:r>
            <a:r>
              <a:rPr sz="2000" spc="-10" dirty="0">
                <a:latin typeface="Times New Roman"/>
                <a:cs typeface="Consolas"/>
              </a:rPr>
              <a:t>(</a:t>
            </a:r>
            <a:r>
              <a:rPr lang="en-IN" sz="2000" spc="-10" dirty="0">
                <a:solidFill>
                  <a:srgbClr val="800080"/>
                </a:solidFill>
                <a:latin typeface="Times New Roman"/>
                <a:cs typeface="Consolas"/>
              </a:rPr>
              <a:t>10</a:t>
            </a:r>
            <a:r>
              <a:rPr sz="2000" spc="-10" dirty="0">
                <a:latin typeface="Times New Roman"/>
                <a:cs typeface="Consolas"/>
              </a:rPr>
              <a:t>,</a:t>
            </a:r>
            <a:r>
              <a:rPr sz="2000" spc="-10" dirty="0">
                <a:solidFill>
                  <a:srgbClr val="800080"/>
                </a:solidFill>
                <a:latin typeface="Times New Roman"/>
                <a:cs typeface="Consolas"/>
              </a:rPr>
              <a:t>70</a:t>
            </a:r>
            <a:r>
              <a:rPr sz="2000" spc="-10" dirty="0">
                <a:latin typeface="Times New Roman"/>
                <a:cs typeface="Consolas"/>
              </a:rPr>
              <a:t>)</a:t>
            </a:r>
            <a:endParaRPr lang="en-US" sz="2000" dirty="0">
              <a:latin typeface="Times New Roman"/>
              <a:cs typeface="Consolas"/>
            </a:endParaRPr>
          </a:p>
          <a:p>
            <a:pPr algn="l"/>
            <a:r>
              <a:rPr lang="en-US" sz="2000" spc="-10" dirty="0">
                <a:solidFill>
                  <a:srgbClr val="0000FF"/>
                </a:solidFill>
                <a:latin typeface="Times New Roman"/>
                <a:cs typeface="Times New Roman"/>
              </a:rPr>
              <a:t>print</a:t>
            </a:r>
            <a:r>
              <a:rPr lang="en-US" sz="2000" spc="-10" dirty="0">
                <a:latin typeface="Times New Roman"/>
                <a:cs typeface="Times New Roman"/>
              </a:rPr>
              <a:t>("Inserted list using negative indexing is :",num)</a:t>
            </a:r>
            <a:endParaRPr lang="en-US" dirty="0"/>
          </a:p>
          <a:p>
            <a:pPr algn="l"/>
            <a:r>
              <a:rPr lang="en-US" sz="2000" spc="-10" dirty="0" err="1">
                <a:latin typeface="Times New Roman"/>
                <a:cs typeface="Times New Roman"/>
              </a:rPr>
              <a:t>num.insert</a:t>
            </a:r>
            <a:r>
              <a:rPr lang="en-US" sz="2000" spc="-10" dirty="0">
                <a:latin typeface="Times New Roman"/>
                <a:cs typeface="Times New Roman"/>
              </a:rPr>
              <a:t>(</a:t>
            </a:r>
            <a:r>
              <a:rPr lang="en-US" sz="2000" spc="-10" dirty="0" err="1">
                <a:latin typeface="Times New Roman"/>
                <a:cs typeface="Times New Roman"/>
              </a:rPr>
              <a:t>len</a:t>
            </a:r>
            <a:r>
              <a:rPr lang="en-US" sz="2000" spc="-10" dirty="0">
                <a:latin typeface="Times New Roman"/>
                <a:cs typeface="Times New Roman"/>
              </a:rPr>
              <a:t>(num),</a:t>
            </a:r>
            <a:r>
              <a:rPr lang="en-US" sz="2000" spc="-10" dirty="0">
                <a:solidFill>
                  <a:srgbClr val="800080"/>
                </a:solidFill>
                <a:latin typeface="Times New Roman"/>
              </a:rPr>
              <a:t>45</a:t>
            </a:r>
            <a:r>
              <a:rPr lang="en-US" sz="2000" spc="-10" dirty="0">
                <a:latin typeface="Times New Roman"/>
                <a:cs typeface="Times New Roman"/>
              </a:rPr>
              <a:t>)</a:t>
            </a:r>
          </a:p>
          <a:p>
            <a:pPr algn="l"/>
            <a:r>
              <a:rPr lang="en-US" sz="2000" spc="-10" dirty="0">
                <a:solidFill>
                  <a:srgbClr val="0000FF"/>
                </a:solidFill>
                <a:latin typeface="Times New Roman"/>
                <a:cs typeface="Times New Roman"/>
              </a:rPr>
              <a:t>print</a:t>
            </a:r>
            <a:r>
              <a:rPr lang="en-US" sz="2000" spc="-10" dirty="0">
                <a:latin typeface="Times New Roman"/>
                <a:cs typeface="Times New Roman"/>
              </a:rPr>
              <a:t>("Insert at end of the list using </a:t>
            </a:r>
            <a:r>
              <a:rPr lang="en-US" sz="2000" spc="-10" dirty="0" err="1">
                <a:latin typeface="Times New Roman"/>
                <a:cs typeface="Times New Roman"/>
              </a:rPr>
              <a:t>len</a:t>
            </a:r>
            <a:r>
              <a:rPr lang="en-US" sz="2000" spc="-10" dirty="0">
                <a:latin typeface="Times New Roman"/>
                <a:cs typeface="Times New Roman"/>
              </a:rPr>
              <a:t> fun :",num)</a:t>
            </a:r>
            <a:endParaRPr lang="en-US" dirty="0"/>
          </a:p>
        </p:txBody>
      </p:sp>
      <p:sp>
        <p:nvSpPr>
          <p:cNvPr id="8" name="object 8"/>
          <p:cNvSpPr txBox="1"/>
          <p:nvPr/>
        </p:nvSpPr>
        <p:spPr>
          <a:xfrm>
            <a:off x="6568112" y="3680700"/>
            <a:ext cx="5035472" cy="2114681"/>
          </a:xfrm>
          <a:prstGeom prst="rect">
            <a:avLst/>
          </a:prstGeom>
          <a:ln w="12700">
            <a:solidFill>
              <a:srgbClr val="4F81BC"/>
            </a:solidFill>
          </a:ln>
        </p:spPr>
        <p:txBody>
          <a:bodyPr vert="horz" wrap="square" lIns="0" tIns="26670" rIns="0" bIns="0" rtlCol="0" anchor="t">
            <a:spAutoFit/>
          </a:bodyPr>
          <a:lstStyle/>
          <a:p>
            <a:pPr marL="92075">
              <a:spcBef>
                <a:spcPts val="210"/>
              </a:spcBef>
            </a:pPr>
            <a:r>
              <a:rPr sz="2400" b="1" u="sng" spc="-10" dirty="0">
                <a:solidFill>
                  <a:srgbClr val="FFC000"/>
                </a:solidFill>
                <a:uFill>
                  <a:solidFill>
                    <a:srgbClr val="FFC000"/>
                  </a:solidFill>
                </a:uFill>
                <a:latin typeface="Calibri"/>
                <a:cs typeface="Calibri"/>
              </a:rPr>
              <a:t>Output:</a:t>
            </a:r>
            <a:endParaRPr sz="2400" dirty="0">
              <a:latin typeface="Calibri"/>
              <a:cs typeface="Calibri"/>
            </a:endParaRPr>
          </a:p>
          <a:p>
            <a:pPr marL="92075">
              <a:spcBef>
                <a:spcPts val="1000"/>
              </a:spcBef>
            </a:pPr>
            <a:r>
              <a:rPr sz="2000" b="1" dirty="0">
                <a:latin typeface="Times New Roman"/>
                <a:cs typeface="Calibri"/>
              </a:rPr>
              <a:t>python</a:t>
            </a:r>
            <a:r>
              <a:rPr sz="2000" b="1" spc="-70" dirty="0">
                <a:latin typeface="Times New Roman"/>
                <a:cs typeface="Calibri"/>
              </a:rPr>
              <a:t> </a:t>
            </a:r>
            <a:r>
              <a:rPr sz="2000" spc="-10" dirty="0">
                <a:latin typeface="Times New Roman"/>
                <a:cs typeface="Calibri"/>
              </a:rPr>
              <a:t>insertdemo.py</a:t>
            </a:r>
            <a:endParaRPr sz="2000" dirty="0">
              <a:latin typeface="Times New Roman"/>
              <a:cs typeface="Calibri"/>
            </a:endParaRPr>
          </a:p>
          <a:p>
            <a:pPr marL="92075">
              <a:spcBef>
                <a:spcPts val="440"/>
              </a:spcBef>
            </a:pPr>
            <a:r>
              <a:rPr lang="en-US" sz="2000" spc="-10" dirty="0">
                <a:solidFill>
                  <a:schemeClr val="accent6">
                    <a:lumMod val="76000"/>
                  </a:schemeClr>
                </a:solidFill>
                <a:latin typeface="Times New Roman"/>
                <a:cs typeface="Calibri"/>
              </a:rPr>
              <a:t>Inserted list is :</a:t>
            </a:r>
            <a:r>
              <a:rPr sz="2000" b="1" dirty="0">
                <a:solidFill>
                  <a:srgbClr val="999999"/>
                </a:solidFill>
                <a:latin typeface="Times New Roman"/>
                <a:cs typeface="Calibri"/>
              </a:rPr>
              <a:t>[</a:t>
            </a:r>
            <a:r>
              <a:rPr sz="2000" b="1" dirty="0">
                <a:solidFill>
                  <a:srgbClr val="990054"/>
                </a:solidFill>
                <a:latin typeface="Times New Roman"/>
                <a:cs typeface="Calibri"/>
              </a:rPr>
              <a:t>10</a:t>
            </a:r>
            <a:r>
              <a:rPr sz="2000" b="1" dirty="0">
                <a:solidFill>
                  <a:srgbClr val="999999"/>
                </a:solidFill>
                <a:latin typeface="Times New Roman"/>
                <a:cs typeface="Calibri"/>
              </a:rPr>
              <a:t>,</a:t>
            </a:r>
            <a:r>
              <a:rPr sz="2000" b="1" spc="-30" dirty="0">
                <a:solidFill>
                  <a:srgbClr val="999999"/>
                </a:solidFill>
                <a:latin typeface="Times New Roman"/>
                <a:cs typeface="Calibri"/>
              </a:rPr>
              <a:t> </a:t>
            </a:r>
            <a:r>
              <a:rPr sz="2000" b="1" dirty="0">
                <a:solidFill>
                  <a:srgbClr val="990054"/>
                </a:solidFill>
                <a:latin typeface="Times New Roman"/>
                <a:cs typeface="Calibri"/>
              </a:rPr>
              <a:t>20</a:t>
            </a:r>
            <a:r>
              <a:rPr sz="2000" b="1" dirty="0">
                <a:solidFill>
                  <a:srgbClr val="999999"/>
                </a:solidFill>
                <a:latin typeface="Times New Roman"/>
                <a:cs typeface="Calibri"/>
              </a:rPr>
              <a:t>,</a:t>
            </a:r>
            <a:r>
              <a:rPr sz="2000" b="1" spc="-25" dirty="0">
                <a:solidFill>
                  <a:srgbClr val="999999"/>
                </a:solidFill>
                <a:latin typeface="Times New Roman"/>
                <a:cs typeface="Calibri"/>
              </a:rPr>
              <a:t> </a:t>
            </a:r>
            <a:r>
              <a:rPr sz="2000" b="1" dirty="0">
                <a:solidFill>
                  <a:srgbClr val="990054"/>
                </a:solidFill>
                <a:latin typeface="Times New Roman"/>
                <a:cs typeface="Calibri"/>
              </a:rPr>
              <a:t>30</a:t>
            </a:r>
            <a:r>
              <a:rPr sz="2000" b="1" dirty="0">
                <a:solidFill>
                  <a:srgbClr val="999999"/>
                </a:solidFill>
                <a:latin typeface="Times New Roman"/>
                <a:cs typeface="Calibri"/>
              </a:rPr>
              <a:t>,</a:t>
            </a:r>
            <a:r>
              <a:rPr sz="2000" b="1" spc="-15" dirty="0">
                <a:solidFill>
                  <a:srgbClr val="999999"/>
                </a:solidFill>
                <a:latin typeface="Times New Roman"/>
                <a:cs typeface="Calibri"/>
              </a:rPr>
              <a:t> </a:t>
            </a:r>
            <a:r>
              <a:rPr sz="2000" b="1" dirty="0">
                <a:solidFill>
                  <a:srgbClr val="990054"/>
                </a:solidFill>
                <a:latin typeface="Times New Roman"/>
                <a:cs typeface="Calibri"/>
              </a:rPr>
              <a:t>40</a:t>
            </a:r>
            <a:r>
              <a:rPr sz="2000" b="1" dirty="0">
                <a:solidFill>
                  <a:srgbClr val="999999"/>
                </a:solidFill>
                <a:latin typeface="Times New Roman"/>
                <a:cs typeface="Calibri"/>
              </a:rPr>
              <a:t>,</a:t>
            </a:r>
            <a:r>
              <a:rPr sz="2000" b="1" spc="-15" dirty="0">
                <a:solidFill>
                  <a:srgbClr val="999999"/>
                </a:solidFill>
                <a:latin typeface="Times New Roman"/>
                <a:cs typeface="Calibri"/>
              </a:rPr>
              <a:t> </a:t>
            </a:r>
            <a:r>
              <a:rPr sz="2000" b="1" dirty="0">
                <a:solidFill>
                  <a:srgbClr val="990054"/>
                </a:solidFill>
                <a:latin typeface="Times New Roman"/>
                <a:cs typeface="Calibri"/>
              </a:rPr>
              <a:t>60</a:t>
            </a:r>
            <a:r>
              <a:rPr sz="2000" b="1" dirty="0">
                <a:solidFill>
                  <a:srgbClr val="999999"/>
                </a:solidFill>
                <a:latin typeface="Times New Roman"/>
                <a:cs typeface="Calibri"/>
              </a:rPr>
              <a:t>,</a:t>
            </a:r>
            <a:r>
              <a:rPr sz="2000" b="1" spc="-20" dirty="0">
                <a:solidFill>
                  <a:srgbClr val="999999"/>
                </a:solidFill>
                <a:latin typeface="Times New Roman"/>
                <a:cs typeface="Calibri"/>
              </a:rPr>
              <a:t> </a:t>
            </a:r>
            <a:r>
              <a:rPr sz="2000" b="1" spc="-25" dirty="0">
                <a:solidFill>
                  <a:srgbClr val="990054"/>
                </a:solidFill>
                <a:latin typeface="Times New Roman"/>
                <a:cs typeface="Calibri"/>
              </a:rPr>
              <a:t>50</a:t>
            </a:r>
            <a:r>
              <a:rPr sz="2000" b="1" spc="-25" dirty="0">
                <a:solidFill>
                  <a:srgbClr val="999999"/>
                </a:solidFill>
                <a:latin typeface="Times New Roman"/>
                <a:cs typeface="Calibri"/>
              </a:rPr>
              <a:t>]</a:t>
            </a:r>
            <a:endParaRPr sz="2000" dirty="0">
              <a:latin typeface="Times New Roman"/>
              <a:cs typeface="Calibri"/>
            </a:endParaRPr>
          </a:p>
          <a:p>
            <a:pPr marL="92075"/>
            <a:r>
              <a:rPr lang="en-US" sz="2000" spc="-10" dirty="0">
                <a:solidFill>
                  <a:schemeClr val="tx2">
                    <a:lumMod val="60000"/>
                    <a:lumOff val="40000"/>
                  </a:schemeClr>
                </a:solidFill>
                <a:latin typeface="Times New Roman"/>
                <a:cs typeface="Calibri"/>
              </a:rPr>
              <a:t>Inserted list is :</a:t>
            </a:r>
            <a:r>
              <a:rPr lang="en-US" sz="2000" dirty="0">
                <a:solidFill>
                  <a:schemeClr val="tx2">
                    <a:lumMod val="60000"/>
                    <a:lumOff val="40000"/>
                  </a:schemeClr>
                </a:solidFill>
                <a:latin typeface="Times New Roman"/>
                <a:cs typeface="Times New Roman"/>
              </a:rPr>
              <a:t> </a:t>
            </a:r>
            <a:r>
              <a:rPr sz="2000" b="1" dirty="0">
                <a:solidFill>
                  <a:srgbClr val="999999"/>
                </a:solidFill>
                <a:latin typeface="Times New Roman"/>
                <a:cs typeface="Calibri"/>
              </a:rPr>
              <a:t>[</a:t>
            </a:r>
            <a:r>
              <a:rPr sz="2000" b="1" dirty="0">
                <a:solidFill>
                  <a:srgbClr val="990054"/>
                </a:solidFill>
                <a:latin typeface="Times New Roman"/>
                <a:cs typeface="Calibri"/>
              </a:rPr>
              <a:t>10</a:t>
            </a:r>
            <a:r>
              <a:rPr sz="2000" b="1" dirty="0">
                <a:solidFill>
                  <a:srgbClr val="999999"/>
                </a:solidFill>
                <a:latin typeface="Times New Roman"/>
                <a:cs typeface="Calibri"/>
              </a:rPr>
              <a:t>,</a:t>
            </a:r>
            <a:r>
              <a:rPr sz="2000" b="1" spc="-30" dirty="0">
                <a:solidFill>
                  <a:srgbClr val="999999"/>
                </a:solidFill>
                <a:latin typeface="Times New Roman"/>
                <a:cs typeface="Calibri"/>
              </a:rPr>
              <a:t> </a:t>
            </a:r>
            <a:r>
              <a:rPr sz="2000" b="1" dirty="0">
                <a:solidFill>
                  <a:srgbClr val="990054"/>
                </a:solidFill>
                <a:latin typeface="Times New Roman"/>
                <a:cs typeface="Calibri"/>
              </a:rPr>
              <a:t>20</a:t>
            </a:r>
            <a:r>
              <a:rPr sz="2000" b="1" dirty="0">
                <a:solidFill>
                  <a:srgbClr val="999999"/>
                </a:solidFill>
                <a:latin typeface="Times New Roman"/>
                <a:cs typeface="Calibri"/>
              </a:rPr>
              <a:t>,</a:t>
            </a:r>
            <a:r>
              <a:rPr sz="2000" b="1" spc="-25" dirty="0">
                <a:solidFill>
                  <a:srgbClr val="999999"/>
                </a:solidFill>
                <a:latin typeface="Times New Roman"/>
                <a:cs typeface="Calibri"/>
              </a:rPr>
              <a:t> </a:t>
            </a:r>
            <a:r>
              <a:rPr sz="2000" b="1" dirty="0">
                <a:solidFill>
                  <a:srgbClr val="990054"/>
                </a:solidFill>
                <a:latin typeface="Times New Roman"/>
                <a:cs typeface="Calibri"/>
              </a:rPr>
              <a:t>30</a:t>
            </a:r>
            <a:r>
              <a:rPr sz="2000" b="1" dirty="0">
                <a:solidFill>
                  <a:srgbClr val="999999"/>
                </a:solidFill>
                <a:latin typeface="Times New Roman"/>
                <a:cs typeface="Calibri"/>
              </a:rPr>
              <a:t>,</a:t>
            </a:r>
            <a:r>
              <a:rPr sz="2000" b="1" spc="-15" dirty="0">
                <a:solidFill>
                  <a:srgbClr val="999999"/>
                </a:solidFill>
                <a:latin typeface="Times New Roman"/>
                <a:cs typeface="Calibri"/>
              </a:rPr>
              <a:t> </a:t>
            </a:r>
            <a:r>
              <a:rPr sz="2000" b="1" dirty="0">
                <a:solidFill>
                  <a:srgbClr val="990054"/>
                </a:solidFill>
                <a:latin typeface="Times New Roman"/>
                <a:cs typeface="Calibri"/>
              </a:rPr>
              <a:t>40</a:t>
            </a:r>
            <a:r>
              <a:rPr sz="2000" b="1" dirty="0">
                <a:solidFill>
                  <a:srgbClr val="999999"/>
                </a:solidFill>
                <a:latin typeface="Times New Roman"/>
                <a:cs typeface="Calibri"/>
              </a:rPr>
              <a:t>,</a:t>
            </a:r>
            <a:r>
              <a:rPr sz="2000" b="1" spc="-15" dirty="0">
                <a:solidFill>
                  <a:srgbClr val="999999"/>
                </a:solidFill>
                <a:latin typeface="Times New Roman"/>
                <a:cs typeface="Calibri"/>
              </a:rPr>
              <a:t> </a:t>
            </a:r>
            <a:r>
              <a:rPr sz="2000" b="1" dirty="0">
                <a:solidFill>
                  <a:srgbClr val="990054"/>
                </a:solidFill>
                <a:latin typeface="Times New Roman"/>
                <a:cs typeface="Calibri"/>
              </a:rPr>
              <a:t>60</a:t>
            </a:r>
            <a:r>
              <a:rPr sz="2000" b="1" dirty="0">
                <a:solidFill>
                  <a:srgbClr val="999999"/>
                </a:solidFill>
                <a:latin typeface="Times New Roman"/>
                <a:cs typeface="Calibri"/>
              </a:rPr>
              <a:t>,</a:t>
            </a:r>
            <a:r>
              <a:rPr sz="2000" b="1" spc="-20" dirty="0">
                <a:solidFill>
                  <a:srgbClr val="999999"/>
                </a:solidFill>
                <a:latin typeface="Times New Roman"/>
                <a:cs typeface="Calibri"/>
              </a:rPr>
              <a:t> </a:t>
            </a:r>
            <a:r>
              <a:rPr sz="2000" b="1" dirty="0">
                <a:solidFill>
                  <a:srgbClr val="990054"/>
                </a:solidFill>
                <a:latin typeface="Times New Roman"/>
                <a:cs typeface="Calibri"/>
              </a:rPr>
              <a:t>50</a:t>
            </a:r>
            <a:r>
              <a:rPr sz="2000" b="1" dirty="0">
                <a:solidFill>
                  <a:srgbClr val="999999"/>
                </a:solidFill>
                <a:latin typeface="Times New Roman"/>
                <a:cs typeface="Calibri"/>
              </a:rPr>
              <a:t>,</a:t>
            </a:r>
            <a:r>
              <a:rPr sz="2000" b="1" spc="-15" dirty="0">
                <a:solidFill>
                  <a:srgbClr val="999999"/>
                </a:solidFill>
                <a:latin typeface="Times New Roman"/>
                <a:cs typeface="Calibri"/>
              </a:rPr>
              <a:t> </a:t>
            </a:r>
            <a:r>
              <a:rPr sz="2000" b="1" spc="-25" dirty="0">
                <a:solidFill>
                  <a:srgbClr val="990054"/>
                </a:solidFill>
                <a:latin typeface="Times New Roman"/>
                <a:cs typeface="Calibri"/>
              </a:rPr>
              <a:t>70</a:t>
            </a:r>
            <a:r>
              <a:rPr sz="2000" b="1" spc="-25" dirty="0">
                <a:solidFill>
                  <a:srgbClr val="999999"/>
                </a:solidFill>
                <a:latin typeface="Times New Roman"/>
                <a:cs typeface="Calibri"/>
              </a:rPr>
              <a:t>]</a:t>
            </a:r>
          </a:p>
          <a:p>
            <a:pPr marL="92075"/>
            <a:r>
              <a:rPr lang="en-US" sz="2000" spc="-10" dirty="0">
                <a:solidFill>
                  <a:schemeClr val="tx2">
                    <a:lumMod val="60000"/>
                    <a:lumOff val="40000"/>
                  </a:schemeClr>
                </a:solidFill>
                <a:latin typeface="Times New Roman"/>
                <a:cs typeface="Calibri"/>
              </a:rPr>
              <a:t>Insert at end of the list using </a:t>
            </a:r>
            <a:r>
              <a:rPr lang="en-US" sz="2000" spc="-10" dirty="0" err="1">
                <a:solidFill>
                  <a:schemeClr val="tx2">
                    <a:lumMod val="60000"/>
                    <a:lumOff val="40000"/>
                  </a:schemeClr>
                </a:solidFill>
                <a:latin typeface="Times New Roman"/>
                <a:cs typeface="Calibri"/>
              </a:rPr>
              <a:t>len</a:t>
            </a:r>
            <a:r>
              <a:rPr lang="en-US" sz="2000" spc="-10" dirty="0">
                <a:solidFill>
                  <a:schemeClr val="tx2">
                    <a:lumMod val="60000"/>
                    <a:lumOff val="40000"/>
                  </a:schemeClr>
                </a:solidFill>
                <a:latin typeface="Times New Roman"/>
                <a:cs typeface="Calibri"/>
              </a:rPr>
              <a:t> fun :</a:t>
            </a:r>
            <a:r>
              <a:rPr lang="en-US" sz="2000" spc="-10" dirty="0">
                <a:latin typeface="Times New Roman"/>
                <a:cs typeface="Calibri"/>
              </a:rPr>
              <a:t> </a:t>
            </a:r>
            <a:r>
              <a:rPr lang="en-US" sz="2000" b="1" dirty="0">
                <a:solidFill>
                  <a:srgbClr val="990054"/>
                </a:solidFill>
                <a:latin typeface="Times New Roman"/>
                <a:cs typeface="Calibri"/>
              </a:rPr>
              <a:t>[10, 25, 36, 60, 40, 35, 50, 70, 45]</a:t>
            </a:r>
          </a:p>
        </p:txBody>
      </p:sp>
      <p:sp>
        <p:nvSpPr>
          <p:cNvPr id="9" name="Slide Number Placeholder 8">
            <a:extLst>
              <a:ext uri="{FF2B5EF4-FFF2-40B4-BE49-F238E27FC236}">
                <a16:creationId xmlns:a16="http://schemas.microsoft.com/office/drawing/2014/main" id="{8014EE0D-1535-F2C8-7EB6-951C24645AFA}"/>
              </a:ext>
            </a:extLst>
          </p:cNvPr>
          <p:cNvSpPr>
            <a:spLocks noGrp="1"/>
          </p:cNvSpPr>
          <p:nvPr>
            <p:ph type="sldNum" sz="quarter" idx="7"/>
          </p:nvPr>
        </p:nvSpPr>
        <p:spPr/>
        <p:txBody>
          <a:bodyPr/>
          <a:lstStyle/>
          <a:p>
            <a:fld id="{B6F15528-21DE-4FAA-801E-634DDDAF4B2B}" type="slidenum">
              <a:rPr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8718" y="44578"/>
            <a:ext cx="8023860" cy="505267"/>
          </a:xfrm>
          <a:prstGeom prst="rect">
            <a:avLst/>
          </a:prstGeom>
        </p:spPr>
        <p:txBody>
          <a:bodyPr vert="horz" wrap="square" lIns="0" tIns="12700" rIns="0" bIns="0" rtlCol="0">
            <a:spAutoFit/>
          </a:bodyPr>
          <a:lstStyle/>
          <a:p>
            <a:pPr marL="12700">
              <a:spcBef>
                <a:spcPts val="100"/>
              </a:spcBef>
            </a:pPr>
            <a:r>
              <a:t>List</a:t>
            </a:r>
            <a:r>
              <a:rPr spc="-15"/>
              <a:t> </a:t>
            </a:r>
            <a:r>
              <a:t>Functions</a:t>
            </a:r>
            <a:r>
              <a:rPr spc="-45"/>
              <a:t> </a:t>
            </a:r>
            <a:r>
              <a:t>&amp;</a:t>
            </a:r>
            <a:r>
              <a:rPr spc="-10"/>
              <a:t> </a:t>
            </a:r>
            <a:r>
              <a:t>Methods</a:t>
            </a:r>
            <a:r>
              <a:rPr spc="-35"/>
              <a:t> </a:t>
            </a:r>
            <a:r>
              <a:rPr>
                <a:solidFill>
                  <a:srgbClr val="000000"/>
                </a:solidFill>
              </a:rPr>
              <a:t>in</a:t>
            </a:r>
            <a:r>
              <a:rPr spc="-35">
                <a:solidFill>
                  <a:srgbClr val="000000"/>
                </a:solidFill>
              </a:rPr>
              <a:t> </a:t>
            </a:r>
            <a:r>
              <a:rPr spc="-10">
                <a:solidFill>
                  <a:srgbClr val="0983C0"/>
                </a:solidFill>
              </a:rPr>
              <a:t>Python</a:t>
            </a:r>
          </a:p>
        </p:txBody>
      </p:sp>
      <p:sp>
        <p:nvSpPr>
          <p:cNvPr id="3" name="object 3"/>
          <p:cNvSpPr txBox="1"/>
          <p:nvPr/>
        </p:nvSpPr>
        <p:spPr>
          <a:xfrm>
            <a:off x="9300718" y="222884"/>
            <a:ext cx="593090" cy="299720"/>
          </a:xfrm>
          <a:prstGeom prst="rect">
            <a:avLst/>
          </a:prstGeom>
        </p:spPr>
        <p:txBody>
          <a:bodyPr vert="horz" wrap="square" lIns="0" tIns="12700" rIns="0" bIns="0" rtlCol="0">
            <a:spAutoFit/>
          </a:bodyPr>
          <a:lstStyle/>
          <a:p>
            <a:pPr marL="12700">
              <a:spcBef>
                <a:spcPts val="100"/>
              </a:spcBef>
            </a:pPr>
            <a:r>
              <a:rPr b="1" spc="-10">
                <a:latin typeface="Calibri"/>
                <a:cs typeface="Calibri"/>
              </a:rPr>
              <a:t>Cont..</a:t>
            </a:r>
            <a:endParaRPr>
              <a:latin typeface="Calibri"/>
              <a:cs typeface="Calibri"/>
            </a:endParaRPr>
          </a:p>
        </p:txBody>
      </p:sp>
      <p:sp>
        <p:nvSpPr>
          <p:cNvPr id="4" name="object 4"/>
          <p:cNvSpPr/>
          <p:nvPr/>
        </p:nvSpPr>
        <p:spPr>
          <a:xfrm>
            <a:off x="1524000" y="642874"/>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sp>
        <p:nvSpPr>
          <p:cNvPr id="5" name="object 5"/>
          <p:cNvSpPr/>
          <p:nvPr/>
        </p:nvSpPr>
        <p:spPr>
          <a:xfrm>
            <a:off x="350775" y="2775591"/>
            <a:ext cx="5110998" cy="3866467"/>
          </a:xfrm>
          <a:custGeom>
            <a:avLst/>
            <a:gdLst/>
            <a:ahLst/>
            <a:cxnLst/>
            <a:rect l="l" t="t" r="r" b="b"/>
            <a:pathLst>
              <a:path w="4358005" h="3124200">
                <a:moveTo>
                  <a:pt x="0" y="3123946"/>
                </a:moveTo>
                <a:lnTo>
                  <a:pt x="4357751" y="3123946"/>
                </a:lnTo>
                <a:lnTo>
                  <a:pt x="4357751" y="0"/>
                </a:lnTo>
                <a:lnTo>
                  <a:pt x="0" y="0"/>
                </a:lnTo>
                <a:lnTo>
                  <a:pt x="0" y="3123946"/>
                </a:lnTo>
                <a:close/>
              </a:path>
            </a:pathLst>
          </a:custGeom>
          <a:ln w="12700">
            <a:solidFill>
              <a:srgbClr val="4F81BC"/>
            </a:solidFill>
          </a:ln>
        </p:spPr>
        <p:txBody>
          <a:bodyPr wrap="square" lIns="0" tIns="0" rIns="0" bIns="0" rtlCol="0"/>
          <a:lstStyle/>
          <a:p>
            <a:endParaRPr/>
          </a:p>
        </p:txBody>
      </p:sp>
      <p:sp>
        <p:nvSpPr>
          <p:cNvPr id="6" name="object 6"/>
          <p:cNvSpPr txBox="1"/>
          <p:nvPr/>
        </p:nvSpPr>
        <p:spPr>
          <a:xfrm>
            <a:off x="717764" y="549989"/>
            <a:ext cx="10725304" cy="2216632"/>
          </a:xfrm>
          <a:prstGeom prst="rect">
            <a:avLst/>
          </a:prstGeom>
        </p:spPr>
        <p:txBody>
          <a:bodyPr vert="horz" wrap="square" lIns="0" tIns="86995" rIns="0" bIns="0" rtlCol="0" anchor="t">
            <a:spAutoFit/>
          </a:bodyPr>
          <a:lstStyle/>
          <a:p>
            <a:pPr marL="12700">
              <a:spcBef>
                <a:spcPts val="685"/>
              </a:spcBef>
            </a:pPr>
            <a:r>
              <a:rPr sz="2000" b="1" u="sng" dirty="0">
                <a:solidFill>
                  <a:srgbClr val="0983C0"/>
                </a:solidFill>
                <a:uFill>
                  <a:solidFill>
                    <a:srgbClr val="0983C0"/>
                  </a:solidFill>
                </a:uFill>
                <a:latin typeface="Times New Roman"/>
                <a:cs typeface="Malgun Gothic"/>
              </a:rPr>
              <a:t>☞</a:t>
            </a:r>
            <a:r>
              <a:rPr sz="2000" b="1" u="sng" spc="-330" dirty="0">
                <a:solidFill>
                  <a:srgbClr val="0983C0"/>
                </a:solidFill>
                <a:uFill>
                  <a:solidFill>
                    <a:srgbClr val="0983C0"/>
                  </a:solidFill>
                </a:uFill>
                <a:latin typeface="Times New Roman"/>
                <a:cs typeface="Malgun Gothic"/>
              </a:rPr>
              <a:t> </a:t>
            </a:r>
            <a:r>
              <a:rPr sz="2000" b="1" u="sng" spc="-10" dirty="0">
                <a:solidFill>
                  <a:srgbClr val="0983C0"/>
                </a:solidFill>
                <a:uFill>
                  <a:solidFill>
                    <a:srgbClr val="0983C0"/>
                  </a:solidFill>
                </a:uFill>
                <a:latin typeface="Times New Roman"/>
                <a:cs typeface="Calibri"/>
              </a:rPr>
              <a:t>pop():</a:t>
            </a:r>
            <a:endParaRPr sz="2000" dirty="0">
              <a:latin typeface="Times New Roman"/>
              <a:cs typeface="Calibri"/>
            </a:endParaRPr>
          </a:p>
          <a:p>
            <a:pPr marL="355600" marR="5080" indent="-342900">
              <a:spcBef>
                <a:spcPts val="535"/>
              </a:spcBef>
              <a:buFont typeface="Arial MT"/>
              <a:buChar char="•"/>
              <a:tabLst>
                <a:tab pos="355600" algn="l"/>
              </a:tabLst>
            </a:pPr>
            <a:r>
              <a:rPr sz="2000" dirty="0">
                <a:latin typeface="Times New Roman"/>
                <a:cs typeface="Calibri"/>
              </a:rPr>
              <a:t>In</a:t>
            </a:r>
            <a:r>
              <a:rPr sz="2000" spc="45" dirty="0">
                <a:latin typeface="Times New Roman"/>
                <a:cs typeface="Calibri"/>
              </a:rPr>
              <a:t> </a:t>
            </a:r>
            <a:r>
              <a:rPr sz="2000" dirty="0">
                <a:latin typeface="Times New Roman"/>
                <a:cs typeface="Calibri"/>
              </a:rPr>
              <a:t>python,</a:t>
            </a:r>
            <a:r>
              <a:rPr sz="2000" spc="35" dirty="0">
                <a:latin typeface="Times New Roman"/>
                <a:cs typeface="Calibri"/>
              </a:rPr>
              <a:t> </a:t>
            </a:r>
            <a:r>
              <a:rPr sz="2000" dirty="0">
                <a:latin typeface="Times New Roman"/>
                <a:cs typeface="Calibri"/>
              </a:rPr>
              <a:t>pop()</a:t>
            </a:r>
            <a:r>
              <a:rPr sz="2000" spc="50" dirty="0">
                <a:latin typeface="Times New Roman"/>
                <a:cs typeface="Calibri"/>
              </a:rPr>
              <a:t> </a:t>
            </a:r>
            <a:r>
              <a:rPr sz="2000" dirty="0">
                <a:latin typeface="Times New Roman"/>
                <a:cs typeface="Calibri"/>
              </a:rPr>
              <a:t>element</a:t>
            </a:r>
            <a:r>
              <a:rPr sz="2000" spc="55" dirty="0">
                <a:latin typeface="Times New Roman"/>
                <a:cs typeface="Calibri"/>
              </a:rPr>
              <a:t> </a:t>
            </a:r>
            <a:r>
              <a:rPr sz="2000" dirty="0">
                <a:latin typeface="Times New Roman"/>
                <a:cs typeface="Calibri"/>
              </a:rPr>
              <a:t>removes</a:t>
            </a:r>
            <a:r>
              <a:rPr sz="2000" spc="55" dirty="0">
                <a:latin typeface="Times New Roman"/>
                <a:cs typeface="Calibri"/>
              </a:rPr>
              <a:t> </a:t>
            </a:r>
            <a:r>
              <a:rPr sz="2000" dirty="0">
                <a:latin typeface="Times New Roman"/>
                <a:cs typeface="Calibri"/>
              </a:rPr>
              <a:t>an</a:t>
            </a:r>
            <a:r>
              <a:rPr sz="2000" spc="45" dirty="0">
                <a:latin typeface="Times New Roman"/>
                <a:cs typeface="Calibri"/>
              </a:rPr>
              <a:t> </a:t>
            </a:r>
            <a:r>
              <a:rPr sz="2000" dirty="0">
                <a:latin typeface="Times New Roman"/>
                <a:cs typeface="Calibri"/>
              </a:rPr>
              <a:t>element</a:t>
            </a:r>
            <a:r>
              <a:rPr sz="2000" spc="40" dirty="0">
                <a:latin typeface="Times New Roman"/>
                <a:cs typeface="Calibri"/>
              </a:rPr>
              <a:t> </a:t>
            </a:r>
            <a:r>
              <a:rPr sz="2000" dirty="0">
                <a:latin typeface="Times New Roman"/>
                <a:cs typeface="Calibri"/>
              </a:rPr>
              <a:t>present</a:t>
            </a:r>
            <a:r>
              <a:rPr sz="2000" spc="45" dirty="0">
                <a:latin typeface="Times New Roman"/>
                <a:cs typeface="Calibri"/>
              </a:rPr>
              <a:t> </a:t>
            </a:r>
            <a:r>
              <a:rPr sz="2000" dirty="0">
                <a:latin typeface="Times New Roman"/>
                <a:cs typeface="Calibri"/>
              </a:rPr>
              <a:t>at</a:t>
            </a:r>
            <a:r>
              <a:rPr sz="2000" spc="45" dirty="0">
                <a:latin typeface="Times New Roman"/>
                <a:cs typeface="Calibri"/>
              </a:rPr>
              <a:t> </a:t>
            </a:r>
            <a:r>
              <a:rPr sz="2000" spc="-10" dirty="0">
                <a:latin typeface="Times New Roman"/>
                <a:cs typeface="Calibri"/>
              </a:rPr>
              <a:t>specified </a:t>
            </a:r>
            <a:r>
              <a:rPr sz="2000" dirty="0">
                <a:latin typeface="Times New Roman"/>
                <a:cs typeface="Calibri"/>
              </a:rPr>
              <a:t>index</a:t>
            </a:r>
            <a:r>
              <a:rPr sz="2000" spc="-75" dirty="0">
                <a:latin typeface="Times New Roman"/>
                <a:cs typeface="Calibri"/>
              </a:rPr>
              <a:t> </a:t>
            </a:r>
            <a:r>
              <a:rPr sz="2000" dirty="0">
                <a:latin typeface="Times New Roman"/>
                <a:cs typeface="Calibri"/>
              </a:rPr>
              <a:t>from</a:t>
            </a:r>
            <a:r>
              <a:rPr sz="2000" spc="-55" dirty="0">
                <a:latin typeface="Times New Roman"/>
                <a:cs typeface="Calibri"/>
              </a:rPr>
              <a:t> </a:t>
            </a:r>
            <a:r>
              <a:rPr sz="2000" dirty="0">
                <a:latin typeface="Times New Roman"/>
                <a:cs typeface="Calibri"/>
              </a:rPr>
              <a:t>the</a:t>
            </a:r>
            <a:r>
              <a:rPr sz="2000" spc="-45" dirty="0">
                <a:latin typeface="Times New Roman"/>
                <a:cs typeface="Calibri"/>
              </a:rPr>
              <a:t> </a:t>
            </a:r>
            <a:r>
              <a:rPr sz="2000" spc="-20" dirty="0">
                <a:latin typeface="Times New Roman"/>
                <a:cs typeface="Calibri"/>
              </a:rPr>
              <a:t>list.</a:t>
            </a:r>
          </a:p>
          <a:p>
            <a:pPr marL="355600" marR="5080" indent="-342900">
              <a:spcBef>
                <a:spcPts val="535"/>
              </a:spcBef>
              <a:buFont typeface="Arial MT"/>
              <a:buChar char="•"/>
              <a:tabLst>
                <a:tab pos="1840864" algn="l"/>
              </a:tabLst>
            </a:pPr>
            <a:r>
              <a:rPr lang="en-US" sz="2000" spc="-20" dirty="0">
                <a:latin typeface="Times New Roman"/>
                <a:cs typeface="Calibri"/>
              </a:rPr>
              <a:t>It returns the popped element.</a:t>
            </a:r>
          </a:p>
          <a:p>
            <a:pPr marL="12700">
              <a:spcBef>
                <a:spcPts val="1575"/>
              </a:spcBef>
              <a:tabLst>
                <a:tab pos="1840864" algn="l"/>
              </a:tabLst>
            </a:pPr>
            <a:r>
              <a:rPr sz="2000" b="1" u="sng" dirty="0">
                <a:uFill>
                  <a:solidFill>
                    <a:srgbClr val="000000"/>
                  </a:solidFill>
                </a:uFill>
                <a:latin typeface="Times New Roman"/>
                <a:cs typeface="Calibri"/>
              </a:rPr>
              <a:t>Syntax:</a:t>
            </a:r>
            <a:r>
              <a:rPr lang="en-US" sz="2000" spc="-10" dirty="0">
                <a:solidFill>
                  <a:srgbClr val="FF0000"/>
                </a:solidFill>
                <a:latin typeface="Times New Roman"/>
                <a:cs typeface="Calibri"/>
              </a:rPr>
              <a:t>                  </a:t>
            </a:r>
            <a:r>
              <a:rPr lang="en-US" sz="2000" spc="-10" dirty="0" err="1">
                <a:solidFill>
                  <a:srgbClr val="FF0000"/>
                </a:solidFill>
                <a:latin typeface="Times New Roman"/>
                <a:cs typeface="Calibri"/>
              </a:rPr>
              <a:t>my_list</a:t>
            </a:r>
            <a:r>
              <a:rPr sz="2000" spc="-10" dirty="0" err="1">
                <a:solidFill>
                  <a:srgbClr val="008080"/>
                </a:solidFill>
                <a:latin typeface="Times New Roman"/>
                <a:cs typeface="Consolas"/>
              </a:rPr>
              <a:t>.pop</a:t>
            </a:r>
            <a:r>
              <a:rPr sz="2000" spc="-10" dirty="0">
                <a:solidFill>
                  <a:srgbClr val="008080"/>
                </a:solidFill>
                <a:latin typeface="Times New Roman"/>
                <a:cs typeface="Consolas"/>
              </a:rPr>
              <a:t>(</a:t>
            </a:r>
            <a:r>
              <a:rPr sz="2000" spc="-10" dirty="0">
                <a:latin typeface="Times New Roman"/>
                <a:cs typeface="Consolas"/>
              </a:rPr>
              <a:t>index</a:t>
            </a:r>
            <a:r>
              <a:rPr sz="2000" spc="-10" dirty="0">
                <a:solidFill>
                  <a:srgbClr val="008080"/>
                </a:solidFill>
                <a:latin typeface="Times New Roman"/>
                <a:cs typeface="Consolas"/>
              </a:rPr>
              <a:t>)</a:t>
            </a:r>
            <a:endParaRPr sz="2000" dirty="0">
              <a:latin typeface="Times New Roman"/>
              <a:cs typeface="Consolas"/>
            </a:endParaRPr>
          </a:p>
          <a:p>
            <a:pPr marL="12700">
              <a:spcBef>
                <a:spcPts val="1995"/>
              </a:spcBef>
              <a:tabLst>
                <a:tab pos="1443355" algn="l"/>
              </a:tabLst>
            </a:pPr>
            <a:r>
              <a:rPr sz="2000" b="1" u="sng" spc="-10" dirty="0">
                <a:solidFill>
                  <a:srgbClr val="0983C0"/>
                </a:solidFill>
                <a:uFill>
                  <a:solidFill>
                    <a:srgbClr val="0983C0"/>
                  </a:solidFill>
                </a:uFill>
                <a:latin typeface="Times New Roman"/>
                <a:cs typeface="Calibri"/>
              </a:rPr>
              <a:t>Example:</a:t>
            </a:r>
            <a:r>
              <a:rPr sz="2000" b="1" dirty="0">
                <a:solidFill>
                  <a:srgbClr val="0983C0"/>
                </a:solidFill>
                <a:latin typeface="Times New Roman"/>
                <a:cs typeface="Calibri"/>
              </a:rPr>
              <a:t>	</a:t>
            </a:r>
            <a:r>
              <a:rPr sz="2000" b="1" spc="-10" dirty="0">
                <a:latin typeface="Times New Roman"/>
                <a:cs typeface="Calibri"/>
              </a:rPr>
              <a:t>popdemo.py</a:t>
            </a:r>
            <a:endParaRPr sz="2000" dirty="0">
              <a:latin typeface="Times New Roman"/>
              <a:cs typeface="Calibri"/>
            </a:endParaRPr>
          </a:p>
        </p:txBody>
      </p:sp>
      <p:sp>
        <p:nvSpPr>
          <p:cNvPr id="7" name="object 7"/>
          <p:cNvSpPr txBox="1"/>
          <p:nvPr/>
        </p:nvSpPr>
        <p:spPr>
          <a:xfrm>
            <a:off x="349465" y="2860781"/>
            <a:ext cx="5907479" cy="3398366"/>
          </a:xfrm>
          <a:prstGeom prst="rect">
            <a:avLst/>
          </a:prstGeom>
        </p:spPr>
        <p:txBody>
          <a:bodyPr vert="horz" wrap="square" lIns="0" tIns="12700" rIns="0" bIns="0" rtlCol="0" anchor="t">
            <a:spAutoFit/>
          </a:bodyPr>
          <a:lstStyle/>
          <a:p>
            <a:pPr algn="l"/>
            <a:r>
              <a:rPr lang="en-US" sz="2000" b="1" u="sng" spc="-10" dirty="0">
                <a:solidFill>
                  <a:srgbClr val="FFC000"/>
                </a:solidFill>
                <a:latin typeface="Times New Roman"/>
                <a:cs typeface="Times New Roman"/>
              </a:rPr>
              <a:t>Input:</a:t>
            </a:r>
            <a:endParaRPr lang="en-US" dirty="0"/>
          </a:p>
          <a:p>
            <a:pPr algn="l"/>
            <a:r>
              <a:rPr lang="en-US" sz="2000" spc="-10" dirty="0">
                <a:latin typeface="Times New Roman"/>
                <a:cs typeface="Times New Roman"/>
              </a:rPr>
              <a:t>num = [</a:t>
            </a:r>
            <a:r>
              <a:rPr lang="en-US" sz="2000" spc="-10" dirty="0">
                <a:solidFill>
                  <a:srgbClr val="800080"/>
                </a:solidFill>
                <a:latin typeface="Times New Roman"/>
              </a:rPr>
              <a:t>10, 25, 36, 60, 40</a:t>
            </a:r>
            <a:r>
              <a:rPr lang="en-US" sz="2000" spc="-10" dirty="0">
                <a:solidFill>
                  <a:srgbClr val="000000"/>
                </a:solidFill>
                <a:latin typeface="Times New Roman"/>
              </a:rPr>
              <a:t>]</a:t>
            </a:r>
            <a:endParaRPr lang="en-US" sz="2000" spc="-10" dirty="0">
              <a:latin typeface="Times New Roman"/>
              <a:cs typeface="Times New Roman"/>
            </a:endParaRPr>
          </a:p>
          <a:p>
            <a:pPr algn="l"/>
            <a:r>
              <a:rPr lang="en-US" sz="2000" spc="-10" dirty="0">
                <a:solidFill>
                  <a:srgbClr val="0000FF"/>
                </a:solidFill>
                <a:latin typeface="Times New Roman"/>
                <a:cs typeface="Times New Roman"/>
              </a:rPr>
              <a:t>print</a:t>
            </a:r>
            <a:r>
              <a:rPr lang="en-US" sz="2000" spc="-10" dirty="0">
                <a:latin typeface="Times New Roman"/>
                <a:cs typeface="Times New Roman"/>
              </a:rPr>
              <a:t>("The list before popping the </a:t>
            </a:r>
            <a:r>
              <a:rPr lang="en-US" sz="2000" spc="-10" dirty="0" err="1">
                <a:latin typeface="Times New Roman"/>
                <a:cs typeface="Times New Roman"/>
              </a:rPr>
              <a:t>elements:",num</a:t>
            </a:r>
            <a:r>
              <a:rPr lang="en-US" sz="2000" spc="-10" dirty="0">
                <a:latin typeface="Times New Roman"/>
                <a:cs typeface="Times New Roman"/>
              </a:rPr>
              <a:t>)</a:t>
            </a:r>
            <a:endParaRPr lang="en-US" dirty="0"/>
          </a:p>
          <a:p>
            <a:pPr algn="l"/>
            <a:r>
              <a:rPr lang="en-US" sz="2000" spc="-10" err="1">
                <a:solidFill>
                  <a:schemeClr val="accent6">
                    <a:lumMod val="76000"/>
                  </a:schemeClr>
                </a:solidFill>
                <a:latin typeface="Times New Roman"/>
                <a:cs typeface="Times New Roman"/>
              </a:rPr>
              <a:t>pop_value</a:t>
            </a:r>
            <a:r>
              <a:rPr lang="en-US" sz="2000" spc="-10" dirty="0">
                <a:solidFill>
                  <a:schemeClr val="accent6">
                    <a:lumMod val="76000"/>
                  </a:schemeClr>
                </a:solidFill>
                <a:latin typeface="Times New Roman"/>
                <a:cs typeface="Times New Roman"/>
              </a:rPr>
              <a:t> = </a:t>
            </a:r>
            <a:r>
              <a:rPr lang="en-US" sz="2000" spc="-10" err="1">
                <a:solidFill>
                  <a:schemeClr val="accent6">
                    <a:lumMod val="76000"/>
                  </a:schemeClr>
                </a:solidFill>
                <a:latin typeface="Times New Roman"/>
                <a:cs typeface="Times New Roman"/>
              </a:rPr>
              <a:t>num.pop</a:t>
            </a:r>
            <a:r>
              <a:rPr lang="en-US" sz="2000" spc="-10" dirty="0">
                <a:solidFill>
                  <a:schemeClr val="accent6">
                    <a:lumMod val="76000"/>
                  </a:schemeClr>
                </a:solidFill>
                <a:latin typeface="Times New Roman"/>
                <a:cs typeface="Times New Roman"/>
              </a:rPr>
              <a:t>()</a:t>
            </a:r>
          </a:p>
          <a:p>
            <a:pPr algn="l"/>
            <a:r>
              <a:rPr lang="en-US" sz="2000" spc="-10" dirty="0">
                <a:solidFill>
                  <a:srgbClr val="0000FF"/>
                </a:solidFill>
                <a:latin typeface="Times New Roman"/>
                <a:cs typeface="Times New Roman"/>
              </a:rPr>
              <a:t>print</a:t>
            </a:r>
            <a:r>
              <a:rPr lang="en-US" sz="2000" spc="-10" dirty="0">
                <a:latin typeface="Times New Roman"/>
                <a:cs typeface="Times New Roman"/>
              </a:rPr>
              <a:t>("popped value is :",</a:t>
            </a:r>
            <a:r>
              <a:rPr lang="en-US" sz="2000" spc="-10" dirty="0" err="1">
                <a:latin typeface="Times New Roman"/>
                <a:cs typeface="Times New Roman"/>
              </a:rPr>
              <a:t>pop_value</a:t>
            </a:r>
            <a:r>
              <a:rPr lang="en-US" sz="2000" spc="-10" dirty="0">
                <a:latin typeface="Times New Roman"/>
                <a:cs typeface="Times New Roman"/>
              </a:rPr>
              <a:t>)</a:t>
            </a:r>
            <a:endParaRPr lang="en-US" dirty="0"/>
          </a:p>
          <a:p>
            <a:pPr algn="l"/>
            <a:r>
              <a:rPr lang="en-US" sz="2000" spc="-10" dirty="0">
                <a:solidFill>
                  <a:srgbClr val="0000FF"/>
                </a:solidFill>
                <a:latin typeface="Times New Roman"/>
                <a:cs typeface="Times New Roman"/>
              </a:rPr>
              <a:t>print</a:t>
            </a:r>
            <a:r>
              <a:rPr lang="en-US" sz="2000" spc="-10" dirty="0">
                <a:latin typeface="Times New Roman"/>
                <a:cs typeface="Times New Roman"/>
              </a:rPr>
              <a:t>("popped list is :",num)</a:t>
            </a:r>
            <a:endParaRPr lang="en-US" dirty="0"/>
          </a:p>
          <a:p>
            <a:pPr algn="l"/>
            <a:r>
              <a:rPr lang="en-US" sz="2000" spc="-10" err="1">
                <a:solidFill>
                  <a:schemeClr val="accent6">
                    <a:lumMod val="76000"/>
                  </a:schemeClr>
                </a:solidFill>
                <a:latin typeface="Times New Roman"/>
                <a:cs typeface="Times New Roman"/>
              </a:rPr>
              <a:t>pop_value</a:t>
            </a:r>
            <a:r>
              <a:rPr lang="en-US" sz="2000" spc="-10" dirty="0">
                <a:solidFill>
                  <a:schemeClr val="accent6">
                    <a:lumMod val="76000"/>
                  </a:schemeClr>
                </a:solidFill>
                <a:latin typeface="Times New Roman"/>
                <a:cs typeface="Times New Roman"/>
              </a:rPr>
              <a:t> = </a:t>
            </a:r>
            <a:r>
              <a:rPr lang="en-US" sz="2000" spc="-10" err="1">
                <a:solidFill>
                  <a:schemeClr val="accent6">
                    <a:lumMod val="76000"/>
                  </a:schemeClr>
                </a:solidFill>
                <a:latin typeface="Times New Roman"/>
                <a:cs typeface="Times New Roman"/>
              </a:rPr>
              <a:t>num.pop</a:t>
            </a:r>
            <a:r>
              <a:rPr lang="en-US" sz="2000" spc="-10" dirty="0">
                <a:solidFill>
                  <a:schemeClr val="accent6">
                    <a:lumMod val="76000"/>
                  </a:schemeClr>
                </a:solidFill>
                <a:latin typeface="Times New Roman"/>
                <a:cs typeface="Times New Roman"/>
              </a:rPr>
              <a:t>(2)</a:t>
            </a:r>
          </a:p>
          <a:p>
            <a:pPr algn="l"/>
            <a:r>
              <a:rPr lang="en-US" sz="2000" spc="-10" dirty="0">
                <a:solidFill>
                  <a:srgbClr val="0000FF"/>
                </a:solidFill>
                <a:latin typeface="Times New Roman"/>
                <a:cs typeface="Times New Roman"/>
              </a:rPr>
              <a:t>print</a:t>
            </a:r>
            <a:r>
              <a:rPr lang="en-US" sz="2000" spc="-10" dirty="0">
                <a:latin typeface="Times New Roman"/>
                <a:cs typeface="Times New Roman"/>
              </a:rPr>
              <a:t>("popped value is :",</a:t>
            </a:r>
            <a:r>
              <a:rPr lang="en-US" sz="2000" spc="-10" dirty="0" err="1">
                <a:latin typeface="Times New Roman"/>
                <a:cs typeface="Times New Roman"/>
              </a:rPr>
              <a:t>pop_value</a:t>
            </a:r>
            <a:r>
              <a:rPr lang="en-US" sz="2000" spc="-10" dirty="0">
                <a:latin typeface="Times New Roman"/>
                <a:cs typeface="Times New Roman"/>
              </a:rPr>
              <a:t>)</a:t>
            </a:r>
            <a:endParaRPr lang="en-US" dirty="0"/>
          </a:p>
          <a:p>
            <a:pPr algn="l"/>
            <a:r>
              <a:rPr lang="en-US" sz="2000" spc="-10" dirty="0">
                <a:solidFill>
                  <a:srgbClr val="0000FF"/>
                </a:solidFill>
                <a:latin typeface="Times New Roman"/>
                <a:cs typeface="Times New Roman"/>
              </a:rPr>
              <a:t>print</a:t>
            </a:r>
            <a:r>
              <a:rPr lang="en-US" sz="2000" spc="-10" dirty="0">
                <a:latin typeface="Times New Roman"/>
                <a:cs typeface="Times New Roman"/>
              </a:rPr>
              <a:t>("popped list is :",num)</a:t>
            </a:r>
            <a:endParaRPr lang="en-US" dirty="0"/>
          </a:p>
          <a:p>
            <a:pPr marR="1685925">
              <a:spcBef>
                <a:spcPts val="5"/>
              </a:spcBef>
            </a:pPr>
            <a:r>
              <a:rPr sz="2000" spc="-10" err="1">
                <a:solidFill>
                  <a:schemeClr val="accent6">
                    <a:lumMod val="76000"/>
                  </a:schemeClr>
                </a:solidFill>
                <a:latin typeface="Times New Roman"/>
                <a:cs typeface="Consolas"/>
              </a:rPr>
              <a:t>num.pop</a:t>
            </a:r>
            <a:r>
              <a:rPr lang="en-US" sz="2000" spc="-10" dirty="0">
                <a:solidFill>
                  <a:schemeClr val="accent6">
                    <a:lumMod val="76000"/>
                  </a:schemeClr>
                </a:solidFill>
                <a:latin typeface="Times New Roman"/>
                <a:cs typeface="Consolas"/>
              </a:rPr>
              <a:t>(3)</a:t>
            </a:r>
            <a:r>
              <a:rPr sz="2000" spc="-10" dirty="0">
                <a:solidFill>
                  <a:schemeClr val="accent6">
                    <a:lumMod val="76000"/>
                  </a:schemeClr>
                </a:solidFill>
                <a:latin typeface="Times New Roman"/>
                <a:cs typeface="Consolas"/>
              </a:rPr>
              <a:t> </a:t>
            </a:r>
            <a:endParaRPr lang="en-US" sz="2000" dirty="0">
              <a:solidFill>
                <a:schemeClr val="accent6">
                  <a:lumMod val="76000"/>
                </a:schemeClr>
              </a:solidFill>
              <a:latin typeface="Times New Roman"/>
              <a:cs typeface="Consolas"/>
            </a:endParaRPr>
          </a:p>
          <a:p>
            <a:pPr marR="1685925">
              <a:spcBef>
                <a:spcPts val="5"/>
              </a:spcBef>
            </a:pPr>
            <a:r>
              <a:rPr sz="2000" spc="-10" dirty="0">
                <a:solidFill>
                  <a:srgbClr val="0000FF"/>
                </a:solidFill>
                <a:latin typeface="Times New Roman"/>
                <a:cs typeface="Consolas"/>
              </a:rPr>
              <a:t>print</a:t>
            </a:r>
            <a:r>
              <a:rPr lang="en-US" sz="2000" spc="-10" dirty="0">
                <a:latin typeface="Times New Roman"/>
                <a:cs typeface="Consolas"/>
              </a:rPr>
              <a:t>("popped list </a:t>
            </a:r>
            <a:r>
              <a:rPr lang="en-US" sz="2000" spc="-10" dirty="0" err="1">
                <a:latin typeface="Times New Roman"/>
                <a:cs typeface="Consolas"/>
              </a:rPr>
              <a:t>is:",</a:t>
            </a:r>
            <a:r>
              <a:rPr sz="2000" spc="-10" dirty="0" err="1">
                <a:latin typeface="Times New Roman"/>
                <a:cs typeface="Consolas"/>
              </a:rPr>
              <a:t>num</a:t>
            </a:r>
            <a:r>
              <a:rPr sz="2000" spc="-10" dirty="0">
                <a:latin typeface="Times New Roman"/>
                <a:cs typeface="Consolas"/>
              </a:rPr>
              <a:t>)</a:t>
            </a:r>
            <a:endParaRPr sz="2000" dirty="0">
              <a:latin typeface="Times New Roman"/>
              <a:cs typeface="Consolas"/>
            </a:endParaRPr>
          </a:p>
        </p:txBody>
      </p:sp>
      <p:sp>
        <p:nvSpPr>
          <p:cNvPr id="8" name="object 8"/>
          <p:cNvSpPr txBox="1"/>
          <p:nvPr/>
        </p:nvSpPr>
        <p:spPr>
          <a:xfrm>
            <a:off x="5913743" y="2812991"/>
            <a:ext cx="5532127" cy="3452033"/>
          </a:xfrm>
          <a:prstGeom prst="rect">
            <a:avLst/>
          </a:prstGeom>
          <a:ln w="12700">
            <a:solidFill>
              <a:srgbClr val="4F81BC"/>
            </a:solidFill>
          </a:ln>
        </p:spPr>
        <p:txBody>
          <a:bodyPr vert="horz" wrap="square" lIns="0" tIns="26670" rIns="0" bIns="0" rtlCol="0" anchor="t">
            <a:spAutoFit/>
          </a:bodyPr>
          <a:lstStyle/>
          <a:p>
            <a:pPr marL="92075">
              <a:spcBef>
                <a:spcPts val="210"/>
              </a:spcBef>
            </a:pPr>
            <a:r>
              <a:rPr sz="2000" b="1" u="sng" spc="-10" dirty="0">
                <a:solidFill>
                  <a:srgbClr val="FFC000"/>
                </a:solidFill>
                <a:uFill>
                  <a:solidFill>
                    <a:srgbClr val="FFC000"/>
                  </a:solidFill>
                </a:uFill>
                <a:latin typeface="Times New Roman"/>
                <a:cs typeface="Calibri"/>
              </a:rPr>
              <a:t>Output:</a:t>
            </a:r>
            <a:endParaRPr sz="2000" dirty="0">
              <a:latin typeface="Times New Roman"/>
              <a:cs typeface="Calibri"/>
            </a:endParaRPr>
          </a:p>
          <a:p>
            <a:pPr marL="92075" marR="1503680">
              <a:lnSpc>
                <a:spcPct val="115399"/>
              </a:lnSpc>
              <a:spcBef>
                <a:spcPts val="555"/>
              </a:spcBef>
            </a:pPr>
            <a:r>
              <a:rPr sz="2000" b="1" dirty="0">
                <a:latin typeface="Times New Roman"/>
                <a:cs typeface="Calibri"/>
              </a:rPr>
              <a:t>python</a:t>
            </a:r>
            <a:r>
              <a:rPr sz="2000" b="1" spc="-65" dirty="0">
                <a:latin typeface="Times New Roman"/>
                <a:cs typeface="Calibri"/>
              </a:rPr>
              <a:t> </a:t>
            </a:r>
            <a:r>
              <a:rPr sz="2000" spc="-10" dirty="0">
                <a:latin typeface="Times New Roman"/>
                <a:cs typeface="Calibri"/>
              </a:rPr>
              <a:t>popdemo.py </a:t>
            </a:r>
            <a:endParaRPr lang="en-US" sz="2000" spc="-10" dirty="0">
              <a:solidFill>
                <a:srgbClr val="000000"/>
              </a:solidFill>
              <a:latin typeface="Times New Roman"/>
              <a:cs typeface="Calibri"/>
            </a:endParaRPr>
          </a:p>
          <a:p>
            <a:pPr marL="92075" marR="1503680">
              <a:spcBef>
                <a:spcPts val="555"/>
              </a:spcBef>
            </a:pPr>
            <a:r>
              <a:rPr lang="en-US" sz="2000" spc="-10" dirty="0">
                <a:solidFill>
                  <a:schemeClr val="tx2">
                    <a:lumMod val="60000"/>
                    <a:lumOff val="40000"/>
                  </a:schemeClr>
                </a:solidFill>
                <a:latin typeface="Times New Roman"/>
                <a:cs typeface="Times New Roman"/>
              </a:rPr>
              <a:t>The list </a:t>
            </a:r>
            <a:r>
              <a:rPr lang="en-US" sz="2000" dirty="0">
                <a:solidFill>
                  <a:schemeClr val="tx2">
                    <a:lumMod val="60000"/>
                    <a:lumOff val="40000"/>
                  </a:schemeClr>
                </a:solidFill>
                <a:latin typeface="Times New Roman"/>
                <a:cs typeface="Calibri"/>
              </a:rPr>
              <a:t>before popping the elements:</a:t>
            </a:r>
            <a:endParaRPr lang="en-US" dirty="0">
              <a:solidFill>
                <a:schemeClr val="tx2">
                  <a:lumMod val="60000"/>
                  <a:lumOff val="40000"/>
                </a:schemeClr>
              </a:solidFill>
            </a:endParaRPr>
          </a:p>
          <a:p>
            <a:pPr marL="92075" marR="1503680">
              <a:spcBef>
                <a:spcPts val="555"/>
              </a:spcBef>
            </a:pPr>
            <a:r>
              <a:rPr lang="en-US" sz="2000" dirty="0">
                <a:latin typeface="Times New Roman"/>
                <a:cs typeface="Calibri"/>
              </a:rPr>
              <a:t> [</a:t>
            </a:r>
            <a:r>
              <a:rPr lang="en-US" sz="2000" spc="-10" dirty="0">
                <a:solidFill>
                  <a:srgbClr val="800080"/>
                </a:solidFill>
                <a:latin typeface="Times New Roman"/>
              </a:rPr>
              <a:t>10,25, 36, 60, 40]</a:t>
            </a:r>
            <a:endParaRPr lang="en-US">
              <a:solidFill>
                <a:srgbClr val="000000"/>
              </a:solidFill>
            </a:endParaRPr>
          </a:p>
          <a:p>
            <a:pPr marL="92075" marR="1503680">
              <a:spcBef>
                <a:spcPts val="555"/>
              </a:spcBef>
            </a:pPr>
            <a:r>
              <a:rPr lang="en-US" sz="2000" dirty="0">
                <a:solidFill>
                  <a:schemeClr val="accent6">
                    <a:lumMod val="76000"/>
                  </a:schemeClr>
                </a:solidFill>
                <a:latin typeface="Times New Roman"/>
                <a:cs typeface="Calibri"/>
              </a:rPr>
              <a:t>popped value is : </a:t>
            </a:r>
            <a:r>
              <a:rPr lang="en-US" sz="2000" spc="-10" dirty="0">
                <a:solidFill>
                  <a:schemeClr val="accent6">
                    <a:lumMod val="76000"/>
                  </a:schemeClr>
                </a:solidFill>
                <a:latin typeface="Times New Roman"/>
                <a:cs typeface="Times New Roman"/>
              </a:rPr>
              <a:t>40</a:t>
            </a:r>
            <a:r>
              <a:rPr lang="en-US" sz="2000" dirty="0">
                <a:solidFill>
                  <a:schemeClr val="accent6">
                    <a:lumMod val="76000"/>
                  </a:schemeClr>
                </a:solidFill>
                <a:latin typeface="Times New Roman"/>
                <a:cs typeface="Calibri"/>
              </a:rPr>
              <a:t> </a:t>
            </a:r>
            <a:endParaRPr lang="en-US" dirty="0">
              <a:solidFill>
                <a:schemeClr val="accent6">
                  <a:lumMod val="76000"/>
                </a:schemeClr>
              </a:solidFill>
            </a:endParaRPr>
          </a:p>
          <a:p>
            <a:pPr marL="92075" marR="1503680">
              <a:spcBef>
                <a:spcPts val="555"/>
              </a:spcBef>
            </a:pPr>
            <a:r>
              <a:rPr lang="en-US" sz="2000" dirty="0">
                <a:solidFill>
                  <a:schemeClr val="tx2">
                    <a:lumMod val="60000"/>
                    <a:lumOff val="40000"/>
                  </a:schemeClr>
                </a:solidFill>
                <a:latin typeface="Times New Roman"/>
                <a:cs typeface="Calibri"/>
              </a:rPr>
              <a:t>popped list is : [</a:t>
            </a:r>
            <a:r>
              <a:rPr lang="en-US" sz="2000" spc="-10" dirty="0">
                <a:solidFill>
                  <a:schemeClr val="tx2">
                    <a:lumMod val="60000"/>
                    <a:lumOff val="40000"/>
                  </a:schemeClr>
                </a:solidFill>
                <a:latin typeface="Times New Roman"/>
              </a:rPr>
              <a:t>10, 25, 36, 60]</a:t>
            </a:r>
            <a:endParaRPr lang="en-US" sz="2000" dirty="0">
              <a:solidFill>
                <a:schemeClr val="tx2">
                  <a:lumMod val="60000"/>
                  <a:lumOff val="40000"/>
                </a:schemeClr>
              </a:solidFill>
              <a:latin typeface="Times New Roman"/>
              <a:cs typeface="Calibri"/>
            </a:endParaRPr>
          </a:p>
          <a:p>
            <a:pPr marL="92075" marR="1503680">
              <a:spcBef>
                <a:spcPts val="555"/>
              </a:spcBef>
            </a:pPr>
            <a:r>
              <a:rPr lang="en-US" sz="2000" dirty="0">
                <a:solidFill>
                  <a:schemeClr val="accent6">
                    <a:lumMod val="76000"/>
                  </a:schemeClr>
                </a:solidFill>
                <a:latin typeface="Times New Roman"/>
                <a:cs typeface="Calibri"/>
              </a:rPr>
              <a:t>popped value is : </a:t>
            </a:r>
            <a:r>
              <a:rPr lang="en-US" sz="2000" spc="-10" dirty="0">
                <a:solidFill>
                  <a:schemeClr val="accent6">
                    <a:lumMod val="76000"/>
                  </a:schemeClr>
                </a:solidFill>
                <a:latin typeface="Times New Roman"/>
              </a:rPr>
              <a:t>36</a:t>
            </a:r>
            <a:r>
              <a:rPr lang="en-US" sz="2000" dirty="0">
                <a:solidFill>
                  <a:schemeClr val="accent6">
                    <a:lumMod val="76000"/>
                  </a:schemeClr>
                </a:solidFill>
                <a:latin typeface="Times New Roman"/>
                <a:cs typeface="Calibri"/>
              </a:rPr>
              <a:t> </a:t>
            </a:r>
            <a:endParaRPr lang="en-US" dirty="0">
              <a:solidFill>
                <a:schemeClr val="accent6">
                  <a:lumMod val="76000"/>
                </a:schemeClr>
              </a:solidFill>
            </a:endParaRPr>
          </a:p>
          <a:p>
            <a:pPr marL="92075" marR="1503680">
              <a:spcBef>
                <a:spcPts val="555"/>
              </a:spcBef>
            </a:pPr>
            <a:r>
              <a:rPr lang="en-US" sz="2000" dirty="0">
                <a:solidFill>
                  <a:schemeClr val="tx2">
                    <a:lumMod val="60000"/>
                    <a:lumOff val="40000"/>
                  </a:schemeClr>
                </a:solidFill>
                <a:latin typeface="Times New Roman"/>
                <a:cs typeface="Calibri"/>
              </a:rPr>
              <a:t>popped list is : [</a:t>
            </a:r>
            <a:r>
              <a:rPr lang="en-US" sz="2000" spc="-10" dirty="0">
                <a:solidFill>
                  <a:schemeClr val="tx2">
                    <a:lumMod val="60000"/>
                    <a:lumOff val="40000"/>
                  </a:schemeClr>
                </a:solidFill>
                <a:latin typeface="Times New Roman"/>
              </a:rPr>
              <a:t>10, 25, 60</a:t>
            </a:r>
            <a:r>
              <a:rPr lang="en-US" sz="2000" spc="-10" dirty="0">
                <a:solidFill>
                  <a:schemeClr val="tx2">
                    <a:lumMod val="60000"/>
                    <a:lumOff val="40000"/>
                  </a:schemeClr>
                </a:solidFill>
                <a:latin typeface="Times New Roman"/>
                <a:cs typeface="Times New Roman"/>
              </a:rPr>
              <a:t>]</a:t>
            </a:r>
            <a:endParaRPr lang="en-US" dirty="0">
              <a:solidFill>
                <a:schemeClr val="tx2">
                  <a:lumMod val="60000"/>
                  <a:lumOff val="40000"/>
                </a:schemeClr>
              </a:solidFill>
            </a:endParaRPr>
          </a:p>
          <a:p>
            <a:pPr marL="92075"/>
            <a:r>
              <a:rPr lang="en-US" sz="2000" spc="-10" dirty="0" err="1">
                <a:solidFill>
                  <a:srgbClr val="800080"/>
                </a:solidFill>
                <a:latin typeface="Times New Roman"/>
              </a:rPr>
              <a:t>IndexError</a:t>
            </a:r>
            <a:r>
              <a:rPr lang="en-US" sz="2000" spc="-10" dirty="0">
                <a:solidFill>
                  <a:srgbClr val="800080"/>
                </a:solidFill>
                <a:latin typeface="Times New Roman"/>
              </a:rPr>
              <a:t>: pop index out of range</a:t>
            </a:r>
            <a:endParaRPr lang="en-US" sz="2000" spc="-10" dirty="0">
              <a:solidFill>
                <a:srgbClr val="800080"/>
              </a:solidFill>
              <a:latin typeface="Times New Roman"/>
              <a:cs typeface="Times New Roman"/>
            </a:endParaRPr>
          </a:p>
        </p:txBody>
      </p:sp>
      <p:sp>
        <p:nvSpPr>
          <p:cNvPr id="9" name="Slide Number Placeholder 8">
            <a:extLst>
              <a:ext uri="{FF2B5EF4-FFF2-40B4-BE49-F238E27FC236}">
                <a16:creationId xmlns:a16="http://schemas.microsoft.com/office/drawing/2014/main" id="{56A26321-0F20-71ED-7DE0-AA7B1F6443C8}"/>
              </a:ext>
            </a:extLst>
          </p:cNvPr>
          <p:cNvSpPr>
            <a:spLocks noGrp="1"/>
          </p:cNvSpPr>
          <p:nvPr>
            <p:ph type="sldNum" sz="quarter" idx="7"/>
          </p:nvPr>
        </p:nvSpPr>
        <p:spPr/>
        <p:txBody>
          <a:bodyPr/>
          <a:lstStyle/>
          <a:p>
            <a:fld id="{B6F15528-21DE-4FAA-801E-634DDDAF4B2B}" type="slidenum">
              <a:rPr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55038" y="390907"/>
            <a:ext cx="7879715" cy="513715"/>
          </a:xfrm>
          <a:prstGeom prst="rect">
            <a:avLst/>
          </a:prstGeom>
        </p:spPr>
        <p:txBody>
          <a:bodyPr vert="horz" wrap="square" lIns="0" tIns="13335" rIns="0" bIns="0" rtlCol="0">
            <a:spAutoFit/>
          </a:bodyPr>
          <a:lstStyle/>
          <a:p>
            <a:pPr marL="12700">
              <a:spcBef>
                <a:spcPts val="105"/>
              </a:spcBef>
            </a:pPr>
            <a:r>
              <a:rPr>
                <a:solidFill>
                  <a:srgbClr val="000000"/>
                </a:solidFill>
              </a:rPr>
              <a:t>How</a:t>
            </a:r>
            <a:r>
              <a:rPr spc="-65">
                <a:solidFill>
                  <a:srgbClr val="000000"/>
                </a:solidFill>
              </a:rPr>
              <a:t> </a:t>
            </a:r>
            <a:r>
              <a:rPr>
                <a:solidFill>
                  <a:srgbClr val="000000"/>
                </a:solidFill>
              </a:rPr>
              <a:t>to</a:t>
            </a:r>
            <a:r>
              <a:rPr spc="-50">
                <a:solidFill>
                  <a:srgbClr val="000000"/>
                </a:solidFill>
              </a:rPr>
              <a:t> </a:t>
            </a:r>
            <a:r>
              <a:rPr>
                <a:solidFill>
                  <a:srgbClr val="000000"/>
                </a:solidFill>
              </a:rPr>
              <a:t>delete</a:t>
            </a:r>
            <a:r>
              <a:rPr spc="-60">
                <a:solidFill>
                  <a:srgbClr val="000000"/>
                </a:solidFill>
              </a:rPr>
              <a:t> </a:t>
            </a:r>
            <a:r>
              <a:rPr>
                <a:solidFill>
                  <a:srgbClr val="000000"/>
                </a:solidFill>
              </a:rPr>
              <a:t>or</a:t>
            </a:r>
            <a:r>
              <a:rPr spc="-60">
                <a:solidFill>
                  <a:srgbClr val="000000"/>
                </a:solidFill>
              </a:rPr>
              <a:t> </a:t>
            </a:r>
            <a:r>
              <a:rPr>
                <a:solidFill>
                  <a:srgbClr val="000000"/>
                </a:solidFill>
              </a:rPr>
              <a:t>remove</a:t>
            </a:r>
            <a:r>
              <a:rPr spc="-60">
                <a:solidFill>
                  <a:srgbClr val="000000"/>
                </a:solidFill>
              </a:rPr>
              <a:t> </a:t>
            </a:r>
            <a:r>
              <a:rPr>
                <a:solidFill>
                  <a:srgbClr val="000000"/>
                </a:solidFill>
              </a:rPr>
              <a:t>elements</a:t>
            </a:r>
            <a:r>
              <a:rPr spc="-65">
                <a:solidFill>
                  <a:srgbClr val="000000"/>
                </a:solidFill>
              </a:rPr>
              <a:t> </a:t>
            </a:r>
            <a:r>
              <a:rPr>
                <a:solidFill>
                  <a:srgbClr val="000000"/>
                </a:solidFill>
              </a:rPr>
              <a:t>from</a:t>
            </a:r>
            <a:r>
              <a:rPr spc="-60">
                <a:solidFill>
                  <a:srgbClr val="000000"/>
                </a:solidFill>
              </a:rPr>
              <a:t> </a:t>
            </a:r>
            <a:r>
              <a:rPr>
                <a:solidFill>
                  <a:srgbClr val="000000"/>
                </a:solidFill>
              </a:rPr>
              <a:t>a</a:t>
            </a:r>
            <a:r>
              <a:rPr spc="-55">
                <a:solidFill>
                  <a:srgbClr val="000000"/>
                </a:solidFill>
              </a:rPr>
              <a:t> </a:t>
            </a:r>
            <a:r>
              <a:rPr spc="-10">
                <a:solidFill>
                  <a:srgbClr val="000000"/>
                </a:solidFill>
              </a:rPr>
              <a:t>list?</a:t>
            </a:r>
          </a:p>
        </p:txBody>
      </p:sp>
      <p:sp>
        <p:nvSpPr>
          <p:cNvPr id="3" name="object 3"/>
          <p:cNvSpPr txBox="1"/>
          <p:nvPr/>
        </p:nvSpPr>
        <p:spPr>
          <a:xfrm>
            <a:off x="2031288" y="1156461"/>
            <a:ext cx="8272780" cy="1836400"/>
          </a:xfrm>
          <a:prstGeom prst="rect">
            <a:avLst/>
          </a:prstGeom>
        </p:spPr>
        <p:txBody>
          <a:bodyPr vert="horz" wrap="square" lIns="0" tIns="12700" rIns="0" bIns="0" rtlCol="0" anchor="t">
            <a:spAutoFit/>
          </a:bodyPr>
          <a:lstStyle/>
          <a:p>
            <a:pPr marL="355600" marR="5080" indent="-343535">
              <a:spcBef>
                <a:spcPts val="100"/>
              </a:spcBef>
              <a:buFont typeface="Arial MT"/>
              <a:buChar char="•"/>
              <a:tabLst>
                <a:tab pos="355600" algn="l"/>
              </a:tabLst>
            </a:pPr>
            <a:r>
              <a:rPr sz="2400" dirty="0">
                <a:latin typeface="Calibri"/>
                <a:cs typeface="Calibri"/>
              </a:rPr>
              <a:t>Python</a:t>
            </a:r>
            <a:r>
              <a:rPr sz="2400" spc="120" dirty="0">
                <a:latin typeface="Calibri"/>
                <a:cs typeface="Calibri"/>
              </a:rPr>
              <a:t> </a:t>
            </a:r>
            <a:r>
              <a:rPr sz="2400" dirty="0">
                <a:latin typeface="Calibri"/>
                <a:cs typeface="Calibri"/>
              </a:rPr>
              <a:t>allows</a:t>
            </a:r>
            <a:r>
              <a:rPr sz="2400" spc="125" dirty="0">
                <a:latin typeface="Calibri"/>
                <a:cs typeface="Calibri"/>
              </a:rPr>
              <a:t> </a:t>
            </a:r>
            <a:r>
              <a:rPr sz="2400" dirty="0">
                <a:latin typeface="Calibri"/>
                <a:cs typeface="Calibri"/>
              </a:rPr>
              <a:t>us</a:t>
            </a:r>
            <a:r>
              <a:rPr sz="2400" spc="120" dirty="0">
                <a:latin typeface="Calibri"/>
                <a:cs typeface="Calibri"/>
              </a:rPr>
              <a:t> </a:t>
            </a:r>
            <a:r>
              <a:rPr sz="2400" dirty="0">
                <a:latin typeface="Calibri"/>
                <a:cs typeface="Calibri"/>
              </a:rPr>
              <a:t>to</a:t>
            </a:r>
            <a:r>
              <a:rPr sz="2400" spc="125" dirty="0">
                <a:latin typeface="Calibri"/>
                <a:cs typeface="Calibri"/>
              </a:rPr>
              <a:t> </a:t>
            </a:r>
            <a:r>
              <a:rPr sz="2400" dirty="0">
                <a:latin typeface="Calibri"/>
                <a:cs typeface="Calibri"/>
              </a:rPr>
              <a:t>delete</a:t>
            </a:r>
            <a:r>
              <a:rPr sz="2400" spc="125" dirty="0">
                <a:latin typeface="Calibri"/>
                <a:cs typeface="Calibri"/>
              </a:rPr>
              <a:t> </a:t>
            </a:r>
            <a:r>
              <a:rPr sz="2400" dirty="0">
                <a:latin typeface="Calibri"/>
                <a:cs typeface="Calibri"/>
              </a:rPr>
              <a:t>one</a:t>
            </a:r>
            <a:r>
              <a:rPr sz="2400" spc="130" dirty="0">
                <a:latin typeface="Calibri"/>
                <a:cs typeface="Calibri"/>
              </a:rPr>
              <a:t> </a:t>
            </a:r>
            <a:r>
              <a:rPr sz="2400" dirty="0">
                <a:latin typeface="Calibri"/>
                <a:cs typeface="Calibri"/>
              </a:rPr>
              <a:t>or</a:t>
            </a:r>
            <a:r>
              <a:rPr sz="2400" spc="100" dirty="0">
                <a:latin typeface="Calibri"/>
                <a:cs typeface="Calibri"/>
              </a:rPr>
              <a:t> </a:t>
            </a:r>
            <a:r>
              <a:rPr sz="2400" dirty="0">
                <a:latin typeface="Calibri"/>
                <a:cs typeface="Calibri"/>
              </a:rPr>
              <a:t>more</a:t>
            </a:r>
            <a:r>
              <a:rPr sz="2400" spc="125" dirty="0">
                <a:latin typeface="Calibri"/>
                <a:cs typeface="Calibri"/>
              </a:rPr>
              <a:t> </a:t>
            </a:r>
            <a:r>
              <a:rPr sz="2400" dirty="0">
                <a:latin typeface="Calibri"/>
                <a:cs typeface="Calibri"/>
              </a:rPr>
              <a:t>items</a:t>
            </a:r>
            <a:r>
              <a:rPr sz="2400" spc="100" dirty="0">
                <a:latin typeface="Calibri"/>
                <a:cs typeface="Calibri"/>
              </a:rPr>
              <a:t> </a:t>
            </a:r>
            <a:r>
              <a:rPr sz="2400" dirty="0">
                <a:latin typeface="Calibri"/>
                <a:cs typeface="Calibri"/>
              </a:rPr>
              <a:t>in</a:t>
            </a:r>
            <a:r>
              <a:rPr sz="2400" spc="125" dirty="0">
                <a:latin typeface="Calibri"/>
                <a:cs typeface="Calibri"/>
              </a:rPr>
              <a:t> </a:t>
            </a:r>
            <a:r>
              <a:rPr sz="2400" dirty="0">
                <a:latin typeface="Calibri"/>
                <a:cs typeface="Calibri"/>
              </a:rPr>
              <a:t>a</a:t>
            </a:r>
            <a:r>
              <a:rPr sz="2400" spc="130" dirty="0">
                <a:latin typeface="Calibri"/>
                <a:cs typeface="Calibri"/>
              </a:rPr>
              <a:t> </a:t>
            </a:r>
            <a:r>
              <a:rPr sz="2400" dirty="0">
                <a:latin typeface="Calibri"/>
                <a:cs typeface="Calibri"/>
              </a:rPr>
              <a:t>list</a:t>
            </a:r>
            <a:r>
              <a:rPr sz="2400" spc="114" dirty="0">
                <a:latin typeface="Calibri"/>
                <a:cs typeface="Calibri"/>
              </a:rPr>
              <a:t> </a:t>
            </a:r>
            <a:r>
              <a:rPr sz="2400" dirty="0">
                <a:latin typeface="Calibri"/>
                <a:cs typeface="Calibri"/>
              </a:rPr>
              <a:t>by</a:t>
            </a:r>
            <a:r>
              <a:rPr sz="2400" spc="130" dirty="0">
                <a:latin typeface="Calibri"/>
                <a:cs typeface="Calibri"/>
              </a:rPr>
              <a:t> </a:t>
            </a:r>
            <a:r>
              <a:rPr sz="2400" spc="-10" dirty="0">
                <a:latin typeface="Calibri"/>
                <a:cs typeface="Calibri"/>
              </a:rPr>
              <a:t>using </a:t>
            </a:r>
            <a:r>
              <a:rPr sz="2400" dirty="0">
                <a:latin typeface="Calibri"/>
                <a:cs typeface="Calibri"/>
              </a:rPr>
              <a:t>the</a:t>
            </a:r>
            <a:r>
              <a:rPr sz="2400" spc="-50" dirty="0">
                <a:latin typeface="Calibri"/>
                <a:cs typeface="Calibri"/>
              </a:rPr>
              <a:t> </a:t>
            </a:r>
            <a:r>
              <a:rPr sz="2400" b="1" dirty="0">
                <a:solidFill>
                  <a:srgbClr val="C00000"/>
                </a:solidFill>
                <a:latin typeface="Calibri"/>
                <a:cs typeface="Calibri"/>
              </a:rPr>
              <a:t>del</a:t>
            </a:r>
            <a:r>
              <a:rPr sz="2400" b="1" spc="-40" dirty="0">
                <a:solidFill>
                  <a:srgbClr val="C00000"/>
                </a:solidFill>
                <a:latin typeface="Calibri"/>
                <a:cs typeface="Calibri"/>
              </a:rPr>
              <a:t> </a:t>
            </a:r>
            <a:r>
              <a:rPr sz="2400" spc="-10" dirty="0">
                <a:latin typeface="Calibri"/>
                <a:cs typeface="Calibri"/>
              </a:rPr>
              <a:t>keyword.</a:t>
            </a:r>
            <a:r>
              <a:rPr lang="en-US" sz="2400" spc="-10" dirty="0">
                <a:latin typeface="Calibri"/>
                <a:cs typeface="Calibri"/>
              </a:rPr>
              <a:t> </a:t>
            </a:r>
            <a:endParaRPr lang="en-US" sz="2400" dirty="0">
              <a:latin typeface="Calibri"/>
              <a:cs typeface="Calibri"/>
            </a:endParaRPr>
          </a:p>
          <a:p>
            <a:pPr marL="355600" marR="5080" indent="-343535">
              <a:spcBef>
                <a:spcPts val="100"/>
              </a:spcBef>
              <a:buFont typeface="Arial MT"/>
              <a:buChar char="•"/>
              <a:tabLst>
                <a:tab pos="355600" algn="l"/>
              </a:tabLst>
            </a:pPr>
            <a:r>
              <a:rPr lang="en-US" sz="2400" spc="-10" dirty="0">
                <a:latin typeface="Calibri"/>
                <a:cs typeface="Calibri"/>
              </a:rPr>
              <a:t>It deletes based on index values.</a:t>
            </a:r>
          </a:p>
          <a:p>
            <a:pPr marL="355600" marR="5080" indent="-343535">
              <a:spcBef>
                <a:spcPts val="100"/>
              </a:spcBef>
              <a:buFont typeface="Arial MT"/>
              <a:buChar char="•"/>
              <a:tabLst>
                <a:tab pos="355600" algn="l"/>
              </a:tabLst>
            </a:pPr>
            <a:r>
              <a:rPr lang="en-US" sz="2400" spc="-10" dirty="0">
                <a:latin typeface="Calibri"/>
                <a:ea typeface="Calibri"/>
                <a:cs typeface="Calibri"/>
              </a:rPr>
              <a:t>It can delete entire list as well.</a:t>
            </a:r>
          </a:p>
          <a:p>
            <a:pPr marL="355600" marR="5080" indent="-343535">
              <a:spcBef>
                <a:spcPts val="100"/>
              </a:spcBef>
              <a:buFont typeface="Arial MT"/>
              <a:buChar char="•"/>
              <a:tabLst>
                <a:tab pos="355600" algn="l"/>
              </a:tabLst>
            </a:pPr>
            <a:r>
              <a:rPr lang="en-US" sz="2000" b="1" u="sng" spc="-10" dirty="0">
                <a:latin typeface="Times New Roman"/>
                <a:cs typeface="Times New Roman"/>
              </a:rPr>
              <a:t>Syntax:</a:t>
            </a:r>
            <a:r>
              <a:rPr lang="en-US" sz="2000" spc="-10" dirty="0">
                <a:solidFill>
                  <a:srgbClr val="FF0000"/>
                </a:solidFill>
                <a:latin typeface="Times New Roman"/>
                <a:cs typeface="Times New Roman"/>
              </a:rPr>
              <a:t>                  del </a:t>
            </a:r>
            <a:r>
              <a:rPr lang="en-US" sz="2000" spc="-10" dirty="0" err="1">
                <a:solidFill>
                  <a:srgbClr val="FF0000"/>
                </a:solidFill>
                <a:latin typeface="Times New Roman"/>
                <a:cs typeface="Times New Roman"/>
              </a:rPr>
              <a:t>my_list</a:t>
            </a:r>
            <a:r>
              <a:rPr lang="en-US" sz="2000" spc="-10" dirty="0">
                <a:solidFill>
                  <a:srgbClr val="FF0000"/>
                </a:solidFill>
                <a:latin typeface="Times New Roman"/>
                <a:cs typeface="Times New Roman"/>
              </a:rPr>
              <a:t>(index)   or del </a:t>
            </a:r>
            <a:r>
              <a:rPr lang="en-US" sz="2000" spc="-10" dirty="0" err="1">
                <a:solidFill>
                  <a:srgbClr val="FF0000"/>
                </a:solidFill>
                <a:latin typeface="Times New Roman"/>
                <a:cs typeface="Times New Roman"/>
              </a:rPr>
              <a:t>my_list</a:t>
            </a:r>
            <a:endParaRPr lang="en-US" sz="2000" spc="-10" dirty="0" err="1">
              <a:solidFill>
                <a:srgbClr val="008080"/>
              </a:solidFill>
              <a:latin typeface="Times New Roman"/>
              <a:cs typeface="Times New Roman"/>
            </a:endParaRPr>
          </a:p>
        </p:txBody>
      </p:sp>
      <p:sp>
        <p:nvSpPr>
          <p:cNvPr id="4" name="object 4"/>
          <p:cNvSpPr/>
          <p:nvPr/>
        </p:nvSpPr>
        <p:spPr>
          <a:xfrm>
            <a:off x="1524000" y="1000126"/>
            <a:ext cx="9144000" cy="1905"/>
          </a:xfrm>
          <a:custGeom>
            <a:avLst/>
            <a:gdLst/>
            <a:ahLst/>
            <a:cxnLst/>
            <a:rect l="l" t="t" r="r" b="b"/>
            <a:pathLst>
              <a:path w="9144000" h="1905">
                <a:moveTo>
                  <a:pt x="0" y="0"/>
                </a:moveTo>
                <a:lnTo>
                  <a:pt x="9144000" y="1524"/>
                </a:lnTo>
              </a:path>
            </a:pathLst>
          </a:custGeom>
          <a:ln w="12700">
            <a:solidFill>
              <a:srgbClr val="497DBA"/>
            </a:solidFill>
          </a:ln>
        </p:spPr>
        <p:txBody>
          <a:bodyPr wrap="square" lIns="0" tIns="0" rIns="0" bIns="0" rtlCol="0"/>
          <a:lstStyle/>
          <a:p>
            <a:endParaRPr/>
          </a:p>
        </p:txBody>
      </p:sp>
      <p:sp>
        <p:nvSpPr>
          <p:cNvPr id="5" name="object 5"/>
          <p:cNvSpPr txBox="1"/>
          <p:nvPr/>
        </p:nvSpPr>
        <p:spPr>
          <a:xfrm>
            <a:off x="1184837" y="3043821"/>
            <a:ext cx="4215130" cy="3428503"/>
          </a:xfrm>
          <a:prstGeom prst="rect">
            <a:avLst/>
          </a:prstGeom>
          <a:ln w="12700">
            <a:solidFill>
              <a:srgbClr val="4F81BC"/>
            </a:solidFill>
          </a:ln>
        </p:spPr>
        <p:txBody>
          <a:bodyPr vert="horz" wrap="square" lIns="0" tIns="29845" rIns="0" bIns="0" rtlCol="0" anchor="t">
            <a:spAutoFit/>
          </a:bodyPr>
          <a:lstStyle/>
          <a:p>
            <a:pPr marL="91440">
              <a:spcBef>
                <a:spcPts val="235"/>
              </a:spcBef>
            </a:pPr>
            <a:r>
              <a:rPr sz="2200" b="1" dirty="0">
                <a:solidFill>
                  <a:srgbClr val="0983C0"/>
                </a:solidFill>
                <a:latin typeface="Consolas"/>
                <a:cs typeface="Consolas"/>
              </a:rPr>
              <a:t>Example:</a:t>
            </a:r>
            <a:r>
              <a:rPr sz="2200" b="1" spc="-110" dirty="0">
                <a:solidFill>
                  <a:srgbClr val="0983C0"/>
                </a:solidFill>
                <a:latin typeface="Consolas"/>
                <a:cs typeface="Consolas"/>
              </a:rPr>
              <a:t> </a:t>
            </a:r>
            <a:r>
              <a:rPr sz="2200" b="1" spc="-10" dirty="0">
                <a:latin typeface="Consolas"/>
                <a:cs typeface="Consolas"/>
              </a:rPr>
              <a:t>“listopdemo2.py”</a:t>
            </a:r>
            <a:endParaRPr sz="2200" dirty="0">
              <a:latin typeface="Consolas"/>
              <a:cs typeface="Consolas"/>
            </a:endParaRPr>
          </a:p>
          <a:p>
            <a:pPr>
              <a:spcBef>
                <a:spcPts val="70"/>
              </a:spcBef>
            </a:pPr>
            <a:endParaRPr sz="2200">
              <a:latin typeface="Consolas"/>
              <a:cs typeface="Consolas"/>
            </a:endParaRPr>
          </a:p>
          <a:p>
            <a:pPr marL="91440"/>
            <a:r>
              <a:rPr sz="2200" dirty="0">
                <a:latin typeface="Consolas"/>
                <a:cs typeface="Consolas"/>
              </a:rPr>
              <a:t>num</a:t>
            </a:r>
            <a:r>
              <a:rPr sz="2200" spc="-30" dirty="0">
                <a:latin typeface="Consolas"/>
                <a:cs typeface="Consolas"/>
              </a:rPr>
              <a:t> </a:t>
            </a:r>
            <a:r>
              <a:rPr sz="2200" dirty="0">
                <a:latin typeface="Consolas"/>
                <a:cs typeface="Consolas"/>
              </a:rPr>
              <a:t>=</a:t>
            </a:r>
            <a:r>
              <a:rPr sz="2200" spc="-25" dirty="0">
                <a:latin typeface="Consolas"/>
                <a:cs typeface="Consolas"/>
              </a:rPr>
              <a:t> </a:t>
            </a:r>
            <a:r>
              <a:rPr sz="2200" spc="-10" dirty="0">
                <a:latin typeface="Consolas"/>
                <a:cs typeface="Consolas"/>
              </a:rPr>
              <a:t>[</a:t>
            </a:r>
            <a:r>
              <a:rPr lang="en-US" sz="2200" spc="-10" dirty="0">
                <a:solidFill>
                  <a:srgbClr val="800080"/>
                </a:solidFill>
                <a:latin typeface="Consolas"/>
                <a:cs typeface="Consolas"/>
              </a:rPr>
              <a:t>10</a:t>
            </a:r>
            <a:r>
              <a:rPr lang="en-US" sz="2200" spc="-10" dirty="0">
                <a:solidFill>
                  <a:srgbClr val="000000"/>
                </a:solidFill>
                <a:latin typeface="Consolas"/>
                <a:cs typeface="Consolas"/>
              </a:rPr>
              <a:t>,</a:t>
            </a:r>
            <a:r>
              <a:rPr lang="en-US" sz="2200" spc="-10" dirty="0">
                <a:solidFill>
                  <a:srgbClr val="800080"/>
                </a:solidFill>
                <a:latin typeface="Consolas"/>
                <a:cs typeface="Consolas"/>
              </a:rPr>
              <a:t>20</a:t>
            </a:r>
            <a:r>
              <a:rPr lang="en-US" sz="2200" spc="-10" dirty="0">
                <a:solidFill>
                  <a:srgbClr val="000000"/>
                </a:solidFill>
                <a:latin typeface="Consolas"/>
                <a:cs typeface="Consolas"/>
              </a:rPr>
              <a:t>,</a:t>
            </a:r>
            <a:r>
              <a:rPr lang="en-US" sz="2200" spc="-10" dirty="0">
                <a:solidFill>
                  <a:srgbClr val="800080"/>
                </a:solidFill>
                <a:latin typeface="Consolas"/>
                <a:cs typeface="Consolas"/>
              </a:rPr>
              <a:t>30</a:t>
            </a:r>
            <a:r>
              <a:rPr lang="en-US" sz="2200" spc="-10" dirty="0">
                <a:solidFill>
                  <a:srgbClr val="000000"/>
                </a:solidFill>
                <a:latin typeface="Consolas"/>
                <a:cs typeface="Consolas"/>
              </a:rPr>
              <a:t>,</a:t>
            </a:r>
            <a:r>
              <a:rPr lang="en-US" sz="2200" spc="-10" dirty="0">
                <a:solidFill>
                  <a:srgbClr val="800080"/>
                </a:solidFill>
                <a:latin typeface="Consolas"/>
                <a:cs typeface="Consolas"/>
              </a:rPr>
              <a:t>40</a:t>
            </a:r>
            <a:r>
              <a:rPr lang="en-US" sz="2200" spc="-10" dirty="0">
                <a:solidFill>
                  <a:srgbClr val="000000"/>
                </a:solidFill>
                <a:latin typeface="Consolas"/>
                <a:cs typeface="Consolas"/>
              </a:rPr>
              <a:t>,</a:t>
            </a:r>
            <a:r>
              <a:rPr lang="en-US" sz="2200" spc="-10" dirty="0">
                <a:solidFill>
                  <a:srgbClr val="800080"/>
                </a:solidFill>
                <a:latin typeface="Consolas"/>
                <a:cs typeface="Consolas"/>
              </a:rPr>
              <a:t>50</a:t>
            </a:r>
            <a:r>
              <a:rPr sz="2200" spc="-10" dirty="0">
                <a:latin typeface="Consolas"/>
                <a:cs typeface="Consolas"/>
              </a:rPr>
              <a:t>]</a:t>
            </a:r>
            <a:endParaRPr sz="2200" dirty="0">
              <a:latin typeface="Consolas"/>
              <a:cs typeface="Consolas"/>
            </a:endParaRPr>
          </a:p>
          <a:p>
            <a:pPr marL="91440" marR="2270125"/>
            <a:r>
              <a:rPr sz="2200" spc="-10" dirty="0">
                <a:solidFill>
                  <a:srgbClr val="0000FF"/>
                </a:solidFill>
                <a:latin typeface="Consolas"/>
                <a:cs typeface="Consolas"/>
              </a:rPr>
              <a:t>print</a:t>
            </a:r>
            <a:r>
              <a:rPr sz="2200" spc="-10" dirty="0">
                <a:latin typeface="Consolas"/>
                <a:cs typeface="Consolas"/>
              </a:rPr>
              <a:t>(num) </a:t>
            </a:r>
            <a:r>
              <a:rPr sz="2200" dirty="0">
                <a:solidFill>
                  <a:srgbClr val="0000FF"/>
                </a:solidFill>
                <a:latin typeface="Consolas"/>
                <a:cs typeface="Consolas"/>
              </a:rPr>
              <a:t>del</a:t>
            </a:r>
            <a:r>
              <a:rPr sz="2200" spc="-45" dirty="0">
                <a:solidFill>
                  <a:srgbClr val="0000FF"/>
                </a:solidFill>
                <a:latin typeface="Consolas"/>
                <a:cs typeface="Consolas"/>
              </a:rPr>
              <a:t> </a:t>
            </a:r>
            <a:r>
              <a:rPr sz="2200" spc="-10" dirty="0">
                <a:latin typeface="Consolas"/>
                <a:cs typeface="Consolas"/>
              </a:rPr>
              <a:t>num[</a:t>
            </a:r>
            <a:r>
              <a:rPr sz="2200" spc="-10" dirty="0">
                <a:solidFill>
                  <a:srgbClr val="800080"/>
                </a:solidFill>
                <a:latin typeface="Consolas"/>
                <a:cs typeface="Consolas"/>
              </a:rPr>
              <a:t>1</a:t>
            </a:r>
            <a:r>
              <a:rPr sz="2200" spc="-10" dirty="0">
                <a:latin typeface="Consolas"/>
                <a:cs typeface="Consolas"/>
              </a:rPr>
              <a:t>] </a:t>
            </a:r>
            <a:r>
              <a:rPr sz="2200" spc="-10" dirty="0">
                <a:solidFill>
                  <a:srgbClr val="0000FF"/>
                </a:solidFill>
                <a:latin typeface="Consolas"/>
                <a:cs typeface="Consolas"/>
              </a:rPr>
              <a:t>print</a:t>
            </a:r>
            <a:r>
              <a:rPr sz="2200" spc="-10" dirty="0">
                <a:latin typeface="Consolas"/>
                <a:cs typeface="Consolas"/>
              </a:rPr>
              <a:t>(num) </a:t>
            </a:r>
            <a:r>
              <a:rPr sz="2200" dirty="0">
                <a:solidFill>
                  <a:srgbClr val="0000FF"/>
                </a:solidFill>
                <a:latin typeface="Consolas"/>
                <a:cs typeface="Consolas"/>
              </a:rPr>
              <a:t>del</a:t>
            </a:r>
            <a:r>
              <a:rPr sz="2200" spc="-50" dirty="0">
                <a:solidFill>
                  <a:srgbClr val="0000FF"/>
                </a:solidFill>
                <a:latin typeface="Consolas"/>
                <a:cs typeface="Consolas"/>
              </a:rPr>
              <a:t> </a:t>
            </a:r>
            <a:r>
              <a:rPr sz="2200" spc="-10" dirty="0">
                <a:latin typeface="Consolas"/>
                <a:cs typeface="Consolas"/>
              </a:rPr>
              <a:t>num[</a:t>
            </a:r>
            <a:r>
              <a:rPr sz="2200" spc="-10" dirty="0">
                <a:solidFill>
                  <a:srgbClr val="800080"/>
                </a:solidFill>
                <a:latin typeface="Consolas"/>
                <a:cs typeface="Consolas"/>
              </a:rPr>
              <a:t>1</a:t>
            </a:r>
            <a:r>
              <a:rPr sz="2200" spc="-10" dirty="0">
                <a:latin typeface="Consolas"/>
                <a:cs typeface="Consolas"/>
              </a:rPr>
              <a:t>:</a:t>
            </a:r>
            <a:r>
              <a:rPr sz="2200" spc="-10" dirty="0">
                <a:solidFill>
                  <a:srgbClr val="800080"/>
                </a:solidFill>
                <a:latin typeface="Consolas"/>
                <a:cs typeface="Consolas"/>
              </a:rPr>
              <a:t>3</a:t>
            </a:r>
            <a:r>
              <a:rPr sz="2200" spc="-10" dirty="0">
                <a:latin typeface="Consolas"/>
                <a:cs typeface="Consolas"/>
              </a:rPr>
              <a:t>] </a:t>
            </a:r>
            <a:r>
              <a:rPr sz="2200" spc="-10" dirty="0">
                <a:solidFill>
                  <a:srgbClr val="0000FF"/>
                </a:solidFill>
                <a:latin typeface="Consolas"/>
                <a:cs typeface="Consolas"/>
              </a:rPr>
              <a:t>print</a:t>
            </a:r>
            <a:r>
              <a:rPr sz="2200" spc="-10" dirty="0">
                <a:latin typeface="Consolas"/>
                <a:cs typeface="Consolas"/>
              </a:rPr>
              <a:t>(num)</a:t>
            </a:r>
          </a:p>
          <a:p>
            <a:pPr marL="91440" marR="2270125"/>
            <a:r>
              <a:rPr lang="en-US" sz="2200" spc="-10" dirty="0">
                <a:solidFill>
                  <a:srgbClr val="0000FF"/>
                </a:solidFill>
                <a:latin typeface="Consolas"/>
              </a:rPr>
              <a:t>del </a:t>
            </a:r>
            <a:r>
              <a:rPr lang="en-US" sz="2200" spc="-10" dirty="0">
                <a:latin typeface="Consolas"/>
              </a:rPr>
              <a:t>num</a:t>
            </a:r>
            <a:endParaRPr lang="en-US" sz="2200" spc="-10" dirty="0">
              <a:solidFill>
                <a:srgbClr val="000000"/>
              </a:solidFill>
              <a:latin typeface="Consolas"/>
            </a:endParaRPr>
          </a:p>
          <a:p>
            <a:pPr marL="91440" marR="2270125"/>
            <a:r>
              <a:rPr lang="en-US" sz="2200" spc="-10" dirty="0">
                <a:solidFill>
                  <a:srgbClr val="0000FF"/>
                </a:solidFill>
                <a:latin typeface="Consolas"/>
              </a:rPr>
              <a:t>print</a:t>
            </a:r>
            <a:r>
              <a:rPr lang="en-US" sz="2200" spc="-10" dirty="0">
                <a:latin typeface="Consolas"/>
              </a:rPr>
              <a:t>(num)</a:t>
            </a:r>
            <a:endParaRPr lang="en-US" dirty="0"/>
          </a:p>
        </p:txBody>
      </p:sp>
      <p:sp>
        <p:nvSpPr>
          <p:cNvPr id="6" name="object 6"/>
          <p:cNvSpPr/>
          <p:nvPr/>
        </p:nvSpPr>
        <p:spPr>
          <a:xfrm>
            <a:off x="6480166" y="3220595"/>
            <a:ext cx="3901501" cy="2486025"/>
          </a:xfrm>
          <a:custGeom>
            <a:avLst/>
            <a:gdLst/>
            <a:ahLst/>
            <a:cxnLst/>
            <a:rect l="l" t="t" r="r" b="b"/>
            <a:pathLst>
              <a:path w="3929379" h="1724025">
                <a:moveTo>
                  <a:pt x="0" y="1723516"/>
                </a:moveTo>
                <a:lnTo>
                  <a:pt x="3929126" y="1723516"/>
                </a:lnTo>
                <a:lnTo>
                  <a:pt x="3929126" y="0"/>
                </a:lnTo>
                <a:lnTo>
                  <a:pt x="0" y="0"/>
                </a:lnTo>
                <a:lnTo>
                  <a:pt x="0" y="1723516"/>
                </a:lnTo>
                <a:close/>
              </a:path>
            </a:pathLst>
          </a:custGeom>
          <a:ln w="12700">
            <a:solidFill>
              <a:srgbClr val="4F81BC"/>
            </a:solidFill>
          </a:ln>
        </p:spPr>
        <p:txBody>
          <a:bodyPr wrap="square" lIns="0" tIns="0" rIns="0" bIns="0" rtlCol="0"/>
          <a:lstStyle/>
          <a:p>
            <a:endParaRPr/>
          </a:p>
        </p:txBody>
      </p:sp>
      <p:sp>
        <p:nvSpPr>
          <p:cNvPr id="7" name="object 7"/>
          <p:cNvSpPr txBox="1"/>
          <p:nvPr/>
        </p:nvSpPr>
        <p:spPr>
          <a:xfrm>
            <a:off x="6488147" y="3220595"/>
            <a:ext cx="2963545" cy="635635"/>
          </a:xfrm>
          <a:prstGeom prst="rect">
            <a:avLst/>
          </a:prstGeom>
        </p:spPr>
        <p:txBody>
          <a:bodyPr vert="horz" wrap="square" lIns="0" tIns="12700" rIns="0" bIns="0" rtlCol="0">
            <a:spAutoFit/>
          </a:bodyPr>
          <a:lstStyle/>
          <a:p>
            <a:pPr marL="12700">
              <a:spcBef>
                <a:spcPts val="100"/>
              </a:spcBef>
            </a:pPr>
            <a:r>
              <a:rPr sz="2000" b="1" spc="-10">
                <a:solidFill>
                  <a:srgbClr val="FFC000"/>
                </a:solidFill>
                <a:latin typeface="Consolas"/>
                <a:cs typeface="Consolas"/>
              </a:rPr>
              <a:t>Output:</a:t>
            </a:r>
            <a:endParaRPr sz="2000">
              <a:latin typeface="Consolas"/>
              <a:cs typeface="Consolas"/>
            </a:endParaRPr>
          </a:p>
          <a:p>
            <a:pPr marL="12700"/>
            <a:r>
              <a:rPr sz="2000" b="1">
                <a:latin typeface="Consolas"/>
                <a:cs typeface="Consolas"/>
              </a:rPr>
              <a:t>python</a:t>
            </a:r>
            <a:r>
              <a:rPr sz="2000" b="1" spc="-30">
                <a:latin typeface="Consolas"/>
                <a:cs typeface="Consolas"/>
              </a:rPr>
              <a:t> </a:t>
            </a:r>
            <a:r>
              <a:rPr sz="2000" spc="-10">
                <a:latin typeface="Consolas"/>
                <a:cs typeface="Consolas"/>
              </a:rPr>
              <a:t>listopdemo2.py</a:t>
            </a:r>
            <a:endParaRPr sz="2000">
              <a:latin typeface="Consolas"/>
              <a:cs typeface="Consolas"/>
            </a:endParaRPr>
          </a:p>
        </p:txBody>
      </p:sp>
      <p:graphicFrame>
        <p:nvGraphicFramePr>
          <p:cNvPr id="8" name="object 8"/>
          <p:cNvGraphicFramePr>
            <a:graphicFrameLocks noGrp="1"/>
          </p:cNvGraphicFramePr>
          <p:nvPr>
            <p:extLst>
              <p:ext uri="{D42A27DB-BD31-4B8C-83A1-F6EECF244321}">
                <p14:modId xmlns:p14="http://schemas.microsoft.com/office/powerpoint/2010/main" val="1357788175"/>
              </p:ext>
            </p:extLst>
          </p:nvPr>
        </p:nvGraphicFramePr>
        <p:xfrm>
          <a:off x="6400800" y="3934970"/>
          <a:ext cx="3142538" cy="1226185"/>
        </p:xfrm>
        <a:graphic>
          <a:graphicData uri="http://schemas.openxmlformats.org/drawingml/2006/table">
            <a:tbl>
              <a:tblPr firstRow="1" bandRow="1">
                <a:tableStyleId>{2D5ABB26-0587-4C30-8999-92F81FD0307C}</a:tableStyleId>
              </a:tblPr>
              <a:tblGrid>
                <a:gridCol w="813518">
                  <a:extLst>
                    <a:ext uri="{9D8B030D-6E8A-4147-A177-3AD203B41FA5}">
                      <a16:colId xmlns:a16="http://schemas.microsoft.com/office/drawing/2014/main" val="20000"/>
                    </a:ext>
                  </a:extLst>
                </a:gridCol>
                <a:gridCol w="595377">
                  <a:extLst>
                    <a:ext uri="{9D8B030D-6E8A-4147-A177-3AD203B41FA5}">
                      <a16:colId xmlns:a16="http://schemas.microsoft.com/office/drawing/2014/main" val="20001"/>
                    </a:ext>
                  </a:extLst>
                </a:gridCol>
                <a:gridCol w="597017">
                  <a:extLst>
                    <a:ext uri="{9D8B030D-6E8A-4147-A177-3AD203B41FA5}">
                      <a16:colId xmlns:a16="http://schemas.microsoft.com/office/drawing/2014/main" val="20002"/>
                    </a:ext>
                  </a:extLst>
                </a:gridCol>
                <a:gridCol w="597836">
                  <a:extLst>
                    <a:ext uri="{9D8B030D-6E8A-4147-A177-3AD203B41FA5}">
                      <a16:colId xmlns:a16="http://schemas.microsoft.com/office/drawing/2014/main" val="20003"/>
                    </a:ext>
                  </a:extLst>
                </a:gridCol>
                <a:gridCol w="538790">
                  <a:extLst>
                    <a:ext uri="{9D8B030D-6E8A-4147-A177-3AD203B41FA5}">
                      <a16:colId xmlns:a16="http://schemas.microsoft.com/office/drawing/2014/main" val="20004"/>
                    </a:ext>
                  </a:extLst>
                </a:gridCol>
              </a:tblGrid>
              <a:tr h="307340">
                <a:tc>
                  <a:txBody>
                    <a:bodyPr/>
                    <a:lstStyle/>
                    <a:p>
                      <a:pPr marL="15240" algn="ctr">
                        <a:lnSpc>
                          <a:spcPts val="2075"/>
                        </a:lnSpc>
                      </a:pPr>
                      <a:r>
                        <a:rPr sz="2200" spc="-25" dirty="0">
                          <a:solidFill>
                            <a:srgbClr val="999999"/>
                          </a:solidFill>
                          <a:latin typeface="Consolas"/>
                          <a:cs typeface="Consolas"/>
                        </a:rPr>
                        <a:t>[</a:t>
                      </a:r>
                      <a:r>
                        <a:rPr lang="en-US" sz="2200" spc="-25" dirty="0">
                          <a:solidFill>
                            <a:srgbClr val="990054"/>
                          </a:solidFill>
                          <a:latin typeface="Consolas"/>
                          <a:cs typeface="Consolas"/>
                        </a:rPr>
                        <a:t>10</a:t>
                      </a:r>
                      <a:r>
                        <a:rPr sz="2200" spc="-25" dirty="0">
                          <a:solidFill>
                            <a:srgbClr val="999999"/>
                          </a:solidFill>
                          <a:latin typeface="Consolas"/>
                          <a:cs typeface="Consolas"/>
                        </a:rPr>
                        <a:t>,</a:t>
                      </a:r>
                      <a:endParaRPr sz="2200" dirty="0">
                        <a:latin typeface="Consolas"/>
                        <a:cs typeface="Consolas"/>
                      </a:endParaRPr>
                    </a:p>
                  </a:txBody>
                  <a:tcPr marL="0" marR="0" marT="0" marB="0"/>
                </a:tc>
                <a:tc>
                  <a:txBody>
                    <a:bodyPr/>
                    <a:lstStyle/>
                    <a:p>
                      <a:pPr algn="ctr">
                        <a:lnSpc>
                          <a:spcPts val="2075"/>
                        </a:lnSpc>
                      </a:pPr>
                      <a:r>
                        <a:rPr lang="en-US" sz="2200" spc="-25" dirty="0">
                          <a:solidFill>
                            <a:srgbClr val="990054"/>
                          </a:solidFill>
                          <a:latin typeface="Consolas"/>
                          <a:cs typeface="Consolas"/>
                        </a:rPr>
                        <a:t>20</a:t>
                      </a:r>
                      <a:r>
                        <a:rPr sz="2200" spc="-25" dirty="0">
                          <a:solidFill>
                            <a:srgbClr val="999999"/>
                          </a:solidFill>
                          <a:latin typeface="Consolas"/>
                          <a:cs typeface="Consolas"/>
                        </a:rPr>
                        <a:t>,</a:t>
                      </a:r>
                      <a:endParaRPr sz="2200" dirty="0">
                        <a:latin typeface="Consolas"/>
                        <a:cs typeface="Consolas"/>
                      </a:endParaRPr>
                    </a:p>
                  </a:txBody>
                  <a:tcPr marL="0" marR="0" marT="0" marB="0"/>
                </a:tc>
                <a:tc>
                  <a:txBody>
                    <a:bodyPr/>
                    <a:lstStyle/>
                    <a:p>
                      <a:pPr algn="ctr">
                        <a:lnSpc>
                          <a:spcPts val="2075"/>
                        </a:lnSpc>
                      </a:pPr>
                      <a:r>
                        <a:rPr lang="en-US" sz="2200" spc="-25" dirty="0">
                          <a:solidFill>
                            <a:srgbClr val="990054"/>
                          </a:solidFill>
                          <a:latin typeface="Consolas"/>
                          <a:cs typeface="Consolas"/>
                        </a:rPr>
                        <a:t>30</a:t>
                      </a:r>
                      <a:r>
                        <a:rPr sz="2200" spc="-25" dirty="0">
                          <a:solidFill>
                            <a:srgbClr val="999999"/>
                          </a:solidFill>
                          <a:latin typeface="Consolas"/>
                          <a:cs typeface="Consolas"/>
                        </a:rPr>
                        <a:t>,</a:t>
                      </a:r>
                      <a:endParaRPr sz="2200" dirty="0">
                        <a:latin typeface="Consolas"/>
                        <a:cs typeface="Consolas"/>
                      </a:endParaRPr>
                    </a:p>
                  </a:txBody>
                  <a:tcPr marL="0" marR="0" marT="0" marB="0"/>
                </a:tc>
                <a:tc>
                  <a:txBody>
                    <a:bodyPr/>
                    <a:lstStyle/>
                    <a:p>
                      <a:pPr algn="ctr">
                        <a:lnSpc>
                          <a:spcPts val="2075"/>
                        </a:lnSpc>
                      </a:pPr>
                      <a:r>
                        <a:rPr lang="en-US" sz="2200" spc="-25" dirty="0">
                          <a:solidFill>
                            <a:srgbClr val="990054"/>
                          </a:solidFill>
                          <a:latin typeface="Consolas"/>
                          <a:cs typeface="Consolas"/>
                        </a:rPr>
                        <a:t>40</a:t>
                      </a:r>
                      <a:r>
                        <a:rPr sz="2200" spc="-25" dirty="0">
                          <a:solidFill>
                            <a:srgbClr val="999999"/>
                          </a:solidFill>
                          <a:latin typeface="Consolas"/>
                          <a:cs typeface="Consolas"/>
                        </a:rPr>
                        <a:t>,</a:t>
                      </a:r>
                      <a:endParaRPr sz="2200" dirty="0">
                        <a:latin typeface="Consolas"/>
                        <a:cs typeface="Consolas"/>
                      </a:endParaRPr>
                    </a:p>
                  </a:txBody>
                  <a:tcPr marL="0" marR="0" marT="0" marB="0"/>
                </a:tc>
                <a:tc>
                  <a:txBody>
                    <a:bodyPr/>
                    <a:lstStyle/>
                    <a:p>
                      <a:pPr marL="77470">
                        <a:lnSpc>
                          <a:spcPts val="2075"/>
                        </a:lnSpc>
                      </a:pPr>
                      <a:r>
                        <a:rPr lang="en-US" sz="2200" spc="-25" dirty="0">
                          <a:solidFill>
                            <a:srgbClr val="990054"/>
                          </a:solidFill>
                          <a:latin typeface="Consolas"/>
                          <a:cs typeface="Consolas"/>
                        </a:rPr>
                        <a:t>50</a:t>
                      </a:r>
                      <a:r>
                        <a:rPr sz="2200" spc="-25" dirty="0">
                          <a:solidFill>
                            <a:srgbClr val="999999"/>
                          </a:solidFill>
                          <a:latin typeface="Consolas"/>
                          <a:cs typeface="Consolas"/>
                        </a:rPr>
                        <a:t>]</a:t>
                      </a:r>
                      <a:endParaRPr sz="2200" dirty="0">
                        <a:latin typeface="Consolas"/>
                        <a:cs typeface="Consolas"/>
                      </a:endParaRPr>
                    </a:p>
                  </a:txBody>
                  <a:tcPr marL="0" marR="0" marT="0" marB="0"/>
                </a:tc>
                <a:extLst>
                  <a:ext uri="{0D108BD9-81ED-4DB2-BD59-A6C34878D82A}">
                    <a16:rowId xmlns:a16="http://schemas.microsoft.com/office/drawing/2014/main" val="10000"/>
                  </a:ext>
                </a:extLst>
              </a:tr>
              <a:tr h="334645">
                <a:tc>
                  <a:txBody>
                    <a:bodyPr/>
                    <a:lstStyle/>
                    <a:p>
                      <a:pPr marL="15240" algn="ctr">
                        <a:lnSpc>
                          <a:spcPts val="2295"/>
                        </a:lnSpc>
                      </a:pPr>
                      <a:r>
                        <a:rPr sz="2200" spc="-25" dirty="0">
                          <a:solidFill>
                            <a:srgbClr val="999999"/>
                          </a:solidFill>
                          <a:latin typeface="Consolas"/>
                          <a:cs typeface="Consolas"/>
                        </a:rPr>
                        <a:t>[</a:t>
                      </a:r>
                      <a:r>
                        <a:rPr lang="en-US" sz="2200" spc="-25" dirty="0">
                          <a:solidFill>
                            <a:srgbClr val="990054"/>
                          </a:solidFill>
                          <a:latin typeface="Consolas"/>
                          <a:cs typeface="Consolas"/>
                        </a:rPr>
                        <a:t>10</a:t>
                      </a:r>
                      <a:r>
                        <a:rPr sz="2200" spc="-25" dirty="0">
                          <a:solidFill>
                            <a:srgbClr val="999999"/>
                          </a:solidFill>
                          <a:latin typeface="Consolas"/>
                          <a:cs typeface="Consolas"/>
                        </a:rPr>
                        <a:t>,</a:t>
                      </a:r>
                      <a:endParaRPr sz="2200" dirty="0">
                        <a:latin typeface="Consolas"/>
                        <a:cs typeface="Consolas"/>
                      </a:endParaRPr>
                    </a:p>
                  </a:txBody>
                  <a:tcPr marL="0" marR="0" marT="0" marB="0"/>
                </a:tc>
                <a:tc>
                  <a:txBody>
                    <a:bodyPr/>
                    <a:lstStyle/>
                    <a:p>
                      <a:pPr algn="ctr">
                        <a:lnSpc>
                          <a:spcPts val="2295"/>
                        </a:lnSpc>
                      </a:pPr>
                      <a:r>
                        <a:rPr lang="en-US" sz="2200" spc="-25" dirty="0">
                          <a:solidFill>
                            <a:srgbClr val="990054"/>
                          </a:solidFill>
                          <a:latin typeface="Consolas"/>
                          <a:cs typeface="Consolas"/>
                        </a:rPr>
                        <a:t>30</a:t>
                      </a:r>
                      <a:r>
                        <a:rPr sz="2200" spc="-25" dirty="0">
                          <a:solidFill>
                            <a:srgbClr val="999999"/>
                          </a:solidFill>
                          <a:latin typeface="Consolas"/>
                          <a:cs typeface="Consolas"/>
                        </a:rPr>
                        <a:t>,</a:t>
                      </a:r>
                      <a:endParaRPr sz="2200" dirty="0">
                        <a:latin typeface="Consolas"/>
                        <a:cs typeface="Consolas"/>
                      </a:endParaRPr>
                    </a:p>
                  </a:txBody>
                  <a:tcPr marL="0" marR="0" marT="0" marB="0"/>
                </a:tc>
                <a:tc>
                  <a:txBody>
                    <a:bodyPr/>
                    <a:lstStyle/>
                    <a:p>
                      <a:pPr algn="ctr">
                        <a:lnSpc>
                          <a:spcPts val="2295"/>
                        </a:lnSpc>
                      </a:pPr>
                      <a:r>
                        <a:rPr lang="en-US" sz="2200" spc="-25" dirty="0">
                          <a:solidFill>
                            <a:srgbClr val="990054"/>
                          </a:solidFill>
                          <a:latin typeface="Consolas"/>
                          <a:cs typeface="Consolas"/>
                        </a:rPr>
                        <a:t>40</a:t>
                      </a:r>
                      <a:r>
                        <a:rPr sz="2200" spc="-25" dirty="0">
                          <a:solidFill>
                            <a:srgbClr val="999999"/>
                          </a:solidFill>
                          <a:latin typeface="Consolas"/>
                          <a:cs typeface="Consolas"/>
                        </a:rPr>
                        <a:t>,</a:t>
                      </a:r>
                      <a:endParaRPr sz="2200" dirty="0">
                        <a:latin typeface="Consolas"/>
                        <a:cs typeface="Consolas"/>
                      </a:endParaRPr>
                    </a:p>
                  </a:txBody>
                  <a:tcPr marL="0" marR="0" marT="0" marB="0"/>
                </a:tc>
                <a:tc>
                  <a:txBody>
                    <a:bodyPr/>
                    <a:lstStyle/>
                    <a:p>
                      <a:pPr algn="ctr">
                        <a:lnSpc>
                          <a:spcPts val="2295"/>
                        </a:lnSpc>
                      </a:pPr>
                      <a:r>
                        <a:rPr lang="en-US" sz="2200" spc="-25" dirty="0">
                          <a:solidFill>
                            <a:srgbClr val="990054"/>
                          </a:solidFill>
                          <a:latin typeface="Consolas"/>
                          <a:cs typeface="Consolas"/>
                        </a:rPr>
                        <a:t>50</a:t>
                      </a:r>
                      <a:r>
                        <a:rPr sz="2200" spc="-25" dirty="0">
                          <a:solidFill>
                            <a:srgbClr val="999999"/>
                          </a:solidFill>
                          <a:latin typeface="Consolas"/>
                          <a:cs typeface="Consolas"/>
                        </a:rPr>
                        <a:t>]</a:t>
                      </a:r>
                      <a:endParaRPr sz="2200" dirty="0">
                        <a:latin typeface="Consolas"/>
                        <a:cs typeface="Consolas"/>
                      </a:endParaRPr>
                    </a:p>
                  </a:txBody>
                  <a:tcPr marL="0" marR="0" marT="0" marB="0"/>
                </a:tc>
                <a:tc>
                  <a:txBody>
                    <a:bodyPr/>
                    <a:lstStyle/>
                    <a:p>
                      <a:pPr>
                        <a:lnSpc>
                          <a:spcPct val="100000"/>
                        </a:lnSpc>
                      </a:pPr>
                      <a:endParaRPr sz="2100">
                        <a:latin typeface="Times New Roman"/>
                        <a:cs typeface="Times New Roman"/>
                      </a:endParaRPr>
                    </a:p>
                  </a:txBody>
                  <a:tcPr marL="0" marR="0" marT="0" marB="0"/>
                </a:tc>
                <a:extLst>
                  <a:ext uri="{0D108BD9-81ED-4DB2-BD59-A6C34878D82A}">
                    <a16:rowId xmlns:a16="http://schemas.microsoft.com/office/drawing/2014/main" val="10001"/>
                  </a:ext>
                </a:extLst>
              </a:tr>
              <a:tr h="367665">
                <a:tc>
                  <a:txBody>
                    <a:bodyPr/>
                    <a:lstStyle/>
                    <a:p>
                      <a:pPr marL="15240" algn="ctr">
                        <a:lnSpc>
                          <a:spcPts val="2295"/>
                        </a:lnSpc>
                      </a:pPr>
                      <a:r>
                        <a:rPr sz="2200" spc="-25" dirty="0">
                          <a:solidFill>
                            <a:srgbClr val="999999"/>
                          </a:solidFill>
                          <a:latin typeface="Consolas"/>
                          <a:cs typeface="Consolas"/>
                        </a:rPr>
                        <a:t>[</a:t>
                      </a:r>
                      <a:r>
                        <a:rPr lang="en-US" sz="2200" spc="-25" dirty="0">
                          <a:solidFill>
                            <a:srgbClr val="990054"/>
                          </a:solidFill>
                          <a:latin typeface="Consolas"/>
                          <a:cs typeface="Consolas"/>
                        </a:rPr>
                        <a:t>10</a:t>
                      </a:r>
                      <a:r>
                        <a:rPr sz="2200" spc="-25" dirty="0">
                          <a:solidFill>
                            <a:srgbClr val="999999"/>
                          </a:solidFill>
                          <a:latin typeface="Consolas"/>
                          <a:cs typeface="Consolas"/>
                        </a:rPr>
                        <a:t>,</a:t>
                      </a:r>
                      <a:endParaRPr sz="2200" dirty="0">
                        <a:latin typeface="Consolas"/>
                        <a:cs typeface="Consolas"/>
                      </a:endParaRPr>
                    </a:p>
                  </a:txBody>
                  <a:tcPr marL="0" marR="0" marT="0" marB="0"/>
                </a:tc>
                <a:tc>
                  <a:txBody>
                    <a:bodyPr/>
                    <a:lstStyle/>
                    <a:p>
                      <a:pPr algn="ctr">
                        <a:lnSpc>
                          <a:spcPts val="2295"/>
                        </a:lnSpc>
                      </a:pPr>
                      <a:r>
                        <a:rPr lang="en-US" sz="2200" spc="-25" dirty="0">
                          <a:solidFill>
                            <a:srgbClr val="990054"/>
                          </a:solidFill>
                          <a:latin typeface="Consolas"/>
                          <a:cs typeface="Consolas"/>
                        </a:rPr>
                        <a:t>50</a:t>
                      </a:r>
                      <a:r>
                        <a:rPr sz="2200" spc="-25" dirty="0">
                          <a:solidFill>
                            <a:srgbClr val="999999"/>
                          </a:solidFill>
                          <a:latin typeface="Consolas"/>
                          <a:cs typeface="Consolas"/>
                        </a:rPr>
                        <a:t>]</a:t>
                      </a:r>
                    </a:p>
                    <a:p>
                      <a:pPr lvl="0" algn="ctr">
                        <a:lnSpc>
                          <a:spcPts val="2295"/>
                        </a:lnSpc>
                        <a:buNone/>
                      </a:pPr>
                      <a:endParaRPr lang="en-US" sz="2200" spc="-25" dirty="0">
                        <a:solidFill>
                          <a:srgbClr val="999999"/>
                        </a:solidFill>
                        <a:latin typeface="Consolas"/>
                      </a:endParaRPr>
                    </a:p>
                  </a:txBody>
                  <a:tcPr marL="0" marR="0" marT="0" marB="0"/>
                </a:tc>
                <a:tc>
                  <a:txBody>
                    <a:bodyPr/>
                    <a:lstStyle/>
                    <a:p>
                      <a:pPr>
                        <a:lnSpc>
                          <a:spcPct val="100000"/>
                        </a:lnSpc>
                      </a:pPr>
                      <a:endParaRPr sz="2300">
                        <a:latin typeface="Times New Roman"/>
                        <a:cs typeface="Times New Roman"/>
                      </a:endParaRPr>
                    </a:p>
                  </a:txBody>
                  <a:tcPr marL="0" marR="0" marT="0" marB="0"/>
                </a:tc>
                <a:tc>
                  <a:txBody>
                    <a:bodyPr/>
                    <a:lstStyle/>
                    <a:p>
                      <a:pPr>
                        <a:lnSpc>
                          <a:spcPct val="100000"/>
                        </a:lnSpc>
                      </a:pPr>
                      <a:endParaRPr sz="2300">
                        <a:latin typeface="Times New Roman"/>
                        <a:cs typeface="Times New Roman"/>
                      </a:endParaRPr>
                    </a:p>
                  </a:txBody>
                  <a:tcPr marL="0" marR="0" marT="0" marB="0"/>
                </a:tc>
                <a:tc>
                  <a:txBody>
                    <a:bodyPr/>
                    <a:lstStyle/>
                    <a:p>
                      <a:pPr>
                        <a:lnSpc>
                          <a:spcPct val="100000"/>
                        </a:lnSpc>
                      </a:pPr>
                      <a:endParaRPr sz="2300">
                        <a:latin typeface="Times New Roman"/>
                        <a:cs typeface="Times New Roman"/>
                      </a:endParaRPr>
                    </a:p>
                  </a:txBody>
                  <a:tcPr marL="0" marR="0" marT="0" marB="0"/>
                </a:tc>
                <a:extLst>
                  <a:ext uri="{0D108BD9-81ED-4DB2-BD59-A6C34878D82A}">
                    <a16:rowId xmlns:a16="http://schemas.microsoft.com/office/drawing/2014/main" val="10002"/>
                  </a:ext>
                </a:extLst>
              </a:tr>
            </a:tbl>
          </a:graphicData>
        </a:graphic>
      </p:graphicFrame>
      <p:sp>
        <p:nvSpPr>
          <p:cNvPr id="9" name="Slide Number Placeholder 8">
            <a:extLst>
              <a:ext uri="{FF2B5EF4-FFF2-40B4-BE49-F238E27FC236}">
                <a16:creationId xmlns:a16="http://schemas.microsoft.com/office/drawing/2014/main" id="{BCC45D1A-4165-2B9C-5DCD-46701DA407BE}"/>
              </a:ext>
            </a:extLst>
          </p:cNvPr>
          <p:cNvSpPr>
            <a:spLocks noGrp="1"/>
          </p:cNvSpPr>
          <p:nvPr>
            <p:ph type="sldNum" sz="quarter" idx="7"/>
          </p:nvPr>
        </p:nvSpPr>
        <p:spPr/>
        <p:txBody>
          <a:bodyPr/>
          <a:lstStyle/>
          <a:p>
            <a:fld id="{B6F15528-21DE-4FAA-801E-634DDDAF4B2B}" type="slidenum">
              <a:rPr lang="en-US"/>
              <a:t>32</a:t>
            </a:fld>
            <a:endParaRPr lang="en-US"/>
          </a:p>
        </p:txBody>
      </p:sp>
      <p:sp>
        <p:nvSpPr>
          <p:cNvPr id="10" name="TextBox 9">
            <a:extLst>
              <a:ext uri="{FF2B5EF4-FFF2-40B4-BE49-F238E27FC236}">
                <a16:creationId xmlns:a16="http://schemas.microsoft.com/office/drawing/2014/main" id="{0D03E9F8-038D-C518-A113-54A3E199D92B}"/>
              </a:ext>
            </a:extLst>
          </p:cNvPr>
          <p:cNvSpPr txBox="1"/>
          <p:nvPr/>
        </p:nvSpPr>
        <p:spPr>
          <a:xfrm>
            <a:off x="6593416" y="5048249"/>
            <a:ext cx="378805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err="1">
                <a:solidFill>
                  <a:srgbClr val="8B0000"/>
                </a:solidFill>
                <a:latin typeface="Times New Roman"/>
                <a:cs typeface="Times New Roman"/>
              </a:rPr>
              <a:t>NameError</a:t>
            </a:r>
            <a:r>
              <a:rPr lang="en-US" sz="2000" dirty="0">
                <a:solidFill>
                  <a:srgbClr val="1F1F1F"/>
                </a:solidFill>
                <a:latin typeface="Times New Roman"/>
                <a:cs typeface="Times New Roman"/>
              </a:rPr>
              <a:t>: name 'num' is not defined</a:t>
            </a:r>
            <a:endParaRPr lang="en-US" sz="2000" dirty="0">
              <a:latin typeface="Times New Roman"/>
              <a:cs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8718" y="44578"/>
            <a:ext cx="8023860" cy="505267"/>
          </a:xfrm>
          <a:prstGeom prst="rect">
            <a:avLst/>
          </a:prstGeom>
        </p:spPr>
        <p:txBody>
          <a:bodyPr vert="horz" wrap="square" lIns="0" tIns="12700" rIns="0" bIns="0" rtlCol="0">
            <a:spAutoFit/>
          </a:bodyPr>
          <a:lstStyle/>
          <a:p>
            <a:pPr marL="12700">
              <a:spcBef>
                <a:spcPts val="100"/>
              </a:spcBef>
            </a:pPr>
            <a:r>
              <a:t>List</a:t>
            </a:r>
            <a:r>
              <a:rPr spc="-15"/>
              <a:t> </a:t>
            </a:r>
            <a:r>
              <a:t>Functions</a:t>
            </a:r>
            <a:r>
              <a:rPr spc="-45"/>
              <a:t> </a:t>
            </a:r>
            <a:r>
              <a:t>&amp;</a:t>
            </a:r>
            <a:r>
              <a:rPr spc="-10"/>
              <a:t> </a:t>
            </a:r>
            <a:r>
              <a:t>Methods</a:t>
            </a:r>
            <a:r>
              <a:rPr spc="-35"/>
              <a:t> </a:t>
            </a:r>
            <a:r>
              <a:rPr>
                <a:solidFill>
                  <a:srgbClr val="000000"/>
                </a:solidFill>
              </a:rPr>
              <a:t>in</a:t>
            </a:r>
            <a:r>
              <a:rPr spc="-35">
                <a:solidFill>
                  <a:srgbClr val="000000"/>
                </a:solidFill>
              </a:rPr>
              <a:t> </a:t>
            </a:r>
            <a:r>
              <a:rPr spc="-10">
                <a:solidFill>
                  <a:srgbClr val="0983C0"/>
                </a:solidFill>
              </a:rPr>
              <a:t>Python</a:t>
            </a:r>
          </a:p>
        </p:txBody>
      </p:sp>
      <p:sp>
        <p:nvSpPr>
          <p:cNvPr id="3" name="object 3"/>
          <p:cNvSpPr txBox="1"/>
          <p:nvPr/>
        </p:nvSpPr>
        <p:spPr>
          <a:xfrm>
            <a:off x="9300718" y="222884"/>
            <a:ext cx="593090" cy="299720"/>
          </a:xfrm>
          <a:prstGeom prst="rect">
            <a:avLst/>
          </a:prstGeom>
        </p:spPr>
        <p:txBody>
          <a:bodyPr vert="horz" wrap="square" lIns="0" tIns="12700" rIns="0" bIns="0" rtlCol="0">
            <a:spAutoFit/>
          </a:bodyPr>
          <a:lstStyle/>
          <a:p>
            <a:pPr marL="12700">
              <a:spcBef>
                <a:spcPts val="100"/>
              </a:spcBef>
            </a:pPr>
            <a:r>
              <a:rPr b="1" spc="-10">
                <a:latin typeface="Calibri"/>
                <a:cs typeface="Calibri"/>
              </a:rPr>
              <a:t>Cont..</a:t>
            </a:r>
            <a:endParaRPr>
              <a:latin typeface="Calibri"/>
              <a:cs typeface="Calibri"/>
            </a:endParaRPr>
          </a:p>
        </p:txBody>
      </p:sp>
      <p:sp>
        <p:nvSpPr>
          <p:cNvPr id="4" name="object 4"/>
          <p:cNvSpPr/>
          <p:nvPr/>
        </p:nvSpPr>
        <p:spPr>
          <a:xfrm>
            <a:off x="1524000" y="642874"/>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sp>
        <p:nvSpPr>
          <p:cNvPr id="5" name="object 5"/>
          <p:cNvSpPr/>
          <p:nvPr/>
        </p:nvSpPr>
        <p:spPr>
          <a:xfrm>
            <a:off x="1270462" y="2881504"/>
            <a:ext cx="5429250" cy="3493770"/>
          </a:xfrm>
          <a:custGeom>
            <a:avLst/>
            <a:gdLst/>
            <a:ahLst/>
            <a:cxnLst/>
            <a:rect l="l" t="t" r="r" b="b"/>
            <a:pathLst>
              <a:path w="5429250" h="3493770">
                <a:moveTo>
                  <a:pt x="0" y="3493262"/>
                </a:moveTo>
                <a:lnTo>
                  <a:pt x="5429250" y="3493262"/>
                </a:lnTo>
                <a:lnTo>
                  <a:pt x="5429250" y="0"/>
                </a:lnTo>
                <a:lnTo>
                  <a:pt x="0" y="0"/>
                </a:lnTo>
                <a:lnTo>
                  <a:pt x="0" y="3493262"/>
                </a:lnTo>
                <a:close/>
              </a:path>
            </a:pathLst>
          </a:custGeom>
          <a:ln w="12700">
            <a:solidFill>
              <a:srgbClr val="4F81BC"/>
            </a:solidFill>
          </a:ln>
        </p:spPr>
        <p:txBody>
          <a:bodyPr wrap="square" lIns="0" tIns="0" rIns="0" bIns="0" rtlCol="0"/>
          <a:lstStyle/>
          <a:p>
            <a:endParaRPr/>
          </a:p>
        </p:txBody>
      </p:sp>
      <p:sp>
        <p:nvSpPr>
          <p:cNvPr id="6" name="object 6"/>
          <p:cNvSpPr txBox="1"/>
          <p:nvPr/>
        </p:nvSpPr>
        <p:spPr>
          <a:xfrm>
            <a:off x="1325935" y="551991"/>
            <a:ext cx="9630604" cy="2680862"/>
          </a:xfrm>
          <a:prstGeom prst="rect">
            <a:avLst/>
          </a:prstGeom>
        </p:spPr>
        <p:txBody>
          <a:bodyPr vert="horz" wrap="square" lIns="0" tIns="86995" rIns="0" bIns="0" rtlCol="0" anchor="t">
            <a:spAutoFit/>
          </a:bodyPr>
          <a:lstStyle/>
          <a:p>
            <a:pPr marL="12700" algn="just">
              <a:spcBef>
                <a:spcPts val="685"/>
              </a:spcBef>
            </a:pPr>
            <a:r>
              <a:rPr sz="2600" b="1" u="sng" dirty="0">
                <a:solidFill>
                  <a:srgbClr val="0983C0"/>
                </a:solidFill>
                <a:uFill>
                  <a:solidFill>
                    <a:srgbClr val="0983C0"/>
                  </a:solidFill>
                </a:uFill>
                <a:latin typeface="Malgun Gothic"/>
                <a:cs typeface="Malgun Gothic"/>
              </a:rPr>
              <a:t>☞</a:t>
            </a:r>
            <a:r>
              <a:rPr sz="2600" b="1" u="sng" spc="-330" dirty="0">
                <a:solidFill>
                  <a:srgbClr val="0983C0"/>
                </a:solidFill>
                <a:uFill>
                  <a:solidFill>
                    <a:srgbClr val="0983C0"/>
                  </a:solidFill>
                </a:uFill>
                <a:latin typeface="Malgun Gothic"/>
                <a:cs typeface="Malgun Gothic"/>
              </a:rPr>
              <a:t> </a:t>
            </a:r>
            <a:r>
              <a:rPr sz="2600" b="1" u="sng" dirty="0">
                <a:solidFill>
                  <a:srgbClr val="0983C0"/>
                </a:solidFill>
                <a:uFill>
                  <a:solidFill>
                    <a:srgbClr val="0983C0"/>
                  </a:solidFill>
                </a:uFill>
                <a:latin typeface="Calibri"/>
                <a:cs typeface="Calibri"/>
              </a:rPr>
              <a:t>remove</a:t>
            </a:r>
            <a:r>
              <a:rPr sz="2600" b="1" u="sng" spc="-110" dirty="0">
                <a:solidFill>
                  <a:srgbClr val="0983C0"/>
                </a:solidFill>
                <a:uFill>
                  <a:solidFill>
                    <a:srgbClr val="0983C0"/>
                  </a:solidFill>
                </a:uFill>
                <a:latin typeface="Calibri"/>
                <a:cs typeface="Calibri"/>
              </a:rPr>
              <a:t> </a:t>
            </a:r>
            <a:r>
              <a:rPr sz="2600" b="1" u="sng" spc="-25" dirty="0">
                <a:solidFill>
                  <a:srgbClr val="0983C0"/>
                </a:solidFill>
                <a:uFill>
                  <a:solidFill>
                    <a:srgbClr val="0983C0"/>
                  </a:solidFill>
                </a:uFill>
                <a:latin typeface="Calibri"/>
                <a:cs typeface="Calibri"/>
              </a:rPr>
              <a:t>():</a:t>
            </a:r>
            <a:endParaRPr sz="2600" dirty="0">
              <a:latin typeface="Calibri"/>
              <a:cs typeface="Calibri"/>
            </a:endParaRPr>
          </a:p>
          <a:p>
            <a:pPr marL="353060" marR="5080" indent="-340360" algn="just">
              <a:spcBef>
                <a:spcPts val="535"/>
              </a:spcBef>
              <a:buFont typeface="Arial"/>
              <a:buChar char="•"/>
              <a:tabLst>
                <a:tab pos="355600" algn="l"/>
              </a:tabLst>
            </a:pPr>
            <a:r>
              <a:rPr sz="2400" dirty="0">
                <a:latin typeface="Calibri"/>
                <a:cs typeface="Calibri"/>
              </a:rPr>
              <a:t>In</a:t>
            </a:r>
            <a:r>
              <a:rPr sz="2400" spc="-70" dirty="0">
                <a:latin typeface="Calibri"/>
                <a:cs typeface="Calibri"/>
              </a:rPr>
              <a:t> </a:t>
            </a:r>
            <a:r>
              <a:rPr sz="2400" dirty="0">
                <a:latin typeface="Calibri"/>
                <a:cs typeface="Calibri"/>
              </a:rPr>
              <a:t>python,</a:t>
            </a:r>
            <a:r>
              <a:rPr sz="2400" spc="-50" dirty="0">
                <a:latin typeface="Calibri"/>
                <a:cs typeface="Calibri"/>
              </a:rPr>
              <a:t> </a:t>
            </a:r>
            <a:r>
              <a:rPr sz="2400" spc="-10" dirty="0">
                <a:latin typeface="Calibri"/>
                <a:cs typeface="Calibri"/>
              </a:rPr>
              <a:t>remove()</a:t>
            </a:r>
            <a:r>
              <a:rPr sz="2400" spc="-55" dirty="0">
                <a:latin typeface="Calibri"/>
                <a:cs typeface="Calibri"/>
              </a:rPr>
              <a:t> </a:t>
            </a:r>
            <a:r>
              <a:rPr sz="2400" dirty="0">
                <a:latin typeface="Calibri"/>
                <a:cs typeface="Calibri"/>
              </a:rPr>
              <a:t>method</a:t>
            </a:r>
            <a:r>
              <a:rPr sz="2400" spc="-65" dirty="0">
                <a:latin typeface="Calibri"/>
                <a:cs typeface="Calibri"/>
              </a:rPr>
              <a:t> </a:t>
            </a:r>
            <a:r>
              <a:rPr sz="2400" spc="-10" dirty="0">
                <a:latin typeface="Calibri"/>
                <a:cs typeface="Calibri"/>
              </a:rPr>
              <a:t>removes</a:t>
            </a:r>
            <a:r>
              <a:rPr sz="2400" spc="-35" dirty="0">
                <a:latin typeface="Calibri"/>
                <a:cs typeface="Calibri"/>
              </a:rPr>
              <a:t> </a:t>
            </a:r>
            <a:r>
              <a:rPr sz="2400" dirty="0">
                <a:latin typeface="Calibri"/>
                <a:cs typeface="Calibri"/>
              </a:rPr>
              <a:t>item</a:t>
            </a:r>
            <a:r>
              <a:rPr sz="2400" spc="-65" dirty="0">
                <a:latin typeface="Calibri"/>
                <a:cs typeface="Calibri"/>
              </a:rPr>
              <a:t> </a:t>
            </a:r>
            <a:r>
              <a:rPr sz="2400" dirty="0">
                <a:latin typeface="Calibri"/>
                <a:cs typeface="Calibri"/>
              </a:rPr>
              <a:t>from</a:t>
            </a:r>
            <a:r>
              <a:rPr sz="2400" spc="-45"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list.</a:t>
            </a:r>
            <a:r>
              <a:rPr sz="2400" spc="-70" dirty="0">
                <a:latin typeface="Calibri"/>
                <a:cs typeface="Calibri"/>
              </a:rPr>
              <a:t> </a:t>
            </a:r>
            <a:endParaRPr lang="en-US" sz="2400" dirty="0">
              <a:latin typeface="Calibri"/>
              <a:cs typeface="Calibri"/>
            </a:endParaRPr>
          </a:p>
          <a:p>
            <a:pPr marL="355600" marR="5080" indent="-342900" algn="just">
              <a:spcBef>
                <a:spcPts val="535"/>
              </a:spcBef>
              <a:buFont typeface="Arial"/>
              <a:buChar char="•"/>
              <a:tabLst>
                <a:tab pos="355600" algn="l"/>
              </a:tabLst>
            </a:pPr>
            <a:r>
              <a:rPr sz="2400" dirty="0">
                <a:latin typeface="Calibri"/>
                <a:cs typeface="Calibri"/>
              </a:rPr>
              <a:t>It</a:t>
            </a:r>
            <a:r>
              <a:rPr sz="2400" spc="-60" dirty="0">
                <a:latin typeface="Calibri"/>
                <a:cs typeface="Calibri"/>
              </a:rPr>
              <a:t> </a:t>
            </a:r>
            <a:r>
              <a:rPr sz="2400" spc="-10" dirty="0">
                <a:latin typeface="Calibri"/>
                <a:cs typeface="Calibri"/>
              </a:rPr>
              <a:t>removes 	</a:t>
            </a:r>
            <a:r>
              <a:rPr sz="2400" dirty="0">
                <a:latin typeface="Calibri"/>
                <a:cs typeface="Calibri"/>
              </a:rPr>
              <a:t>first</a:t>
            </a:r>
            <a:r>
              <a:rPr sz="2400" spc="-85" dirty="0">
                <a:latin typeface="Calibri"/>
                <a:cs typeface="Calibri"/>
              </a:rPr>
              <a:t> </a:t>
            </a:r>
            <a:r>
              <a:rPr sz="2400" dirty="0">
                <a:latin typeface="Calibri"/>
                <a:cs typeface="Calibri"/>
              </a:rPr>
              <a:t>occurrence</a:t>
            </a:r>
            <a:r>
              <a:rPr sz="2400" spc="-65" dirty="0">
                <a:latin typeface="Calibri"/>
                <a:cs typeface="Calibri"/>
              </a:rPr>
              <a:t> </a:t>
            </a:r>
            <a:r>
              <a:rPr sz="2400" dirty="0">
                <a:latin typeface="Calibri"/>
                <a:cs typeface="Calibri"/>
              </a:rPr>
              <a:t>of</a:t>
            </a:r>
            <a:r>
              <a:rPr sz="2400" spc="-65" dirty="0">
                <a:latin typeface="Calibri"/>
                <a:cs typeface="Calibri"/>
              </a:rPr>
              <a:t> </a:t>
            </a:r>
            <a:r>
              <a:rPr sz="2400" dirty="0">
                <a:latin typeface="Calibri"/>
                <a:cs typeface="Calibri"/>
              </a:rPr>
              <a:t>item</a:t>
            </a:r>
            <a:r>
              <a:rPr sz="2400" spc="-75" dirty="0">
                <a:latin typeface="Calibri"/>
                <a:cs typeface="Calibri"/>
              </a:rPr>
              <a:t> </a:t>
            </a:r>
            <a:r>
              <a:rPr sz="2400" dirty="0">
                <a:latin typeface="Calibri"/>
                <a:cs typeface="Calibri"/>
              </a:rPr>
              <a:t>if</a:t>
            </a:r>
            <a:r>
              <a:rPr sz="2400" spc="-55" dirty="0">
                <a:latin typeface="Calibri"/>
                <a:cs typeface="Calibri"/>
              </a:rPr>
              <a:t> </a:t>
            </a:r>
            <a:r>
              <a:rPr sz="2400" dirty="0">
                <a:latin typeface="Calibri"/>
                <a:cs typeface="Calibri"/>
              </a:rPr>
              <a:t>list</a:t>
            </a:r>
            <a:r>
              <a:rPr sz="2400" spc="-75" dirty="0">
                <a:latin typeface="Calibri"/>
                <a:cs typeface="Calibri"/>
              </a:rPr>
              <a:t> </a:t>
            </a:r>
            <a:r>
              <a:rPr sz="2400" dirty="0">
                <a:latin typeface="Calibri"/>
                <a:cs typeface="Calibri"/>
              </a:rPr>
              <a:t>contains</a:t>
            </a:r>
            <a:r>
              <a:rPr sz="2400" spc="-70" dirty="0">
                <a:latin typeface="Calibri"/>
                <a:cs typeface="Calibri"/>
              </a:rPr>
              <a:t> </a:t>
            </a:r>
            <a:r>
              <a:rPr sz="2400" dirty="0">
                <a:latin typeface="Calibri"/>
                <a:cs typeface="Calibri"/>
              </a:rPr>
              <a:t>duplicate</a:t>
            </a:r>
            <a:r>
              <a:rPr sz="2400" spc="-70" dirty="0">
                <a:latin typeface="Calibri"/>
                <a:cs typeface="Calibri"/>
              </a:rPr>
              <a:t> </a:t>
            </a:r>
            <a:r>
              <a:rPr sz="2400" dirty="0">
                <a:latin typeface="Calibri"/>
                <a:cs typeface="Calibri"/>
              </a:rPr>
              <a:t>items.</a:t>
            </a:r>
            <a:r>
              <a:rPr sz="2400" spc="-75" dirty="0">
                <a:latin typeface="Calibri"/>
                <a:cs typeface="Calibri"/>
              </a:rPr>
              <a:t> </a:t>
            </a:r>
            <a:endParaRPr lang="en-US" sz="2400" dirty="0">
              <a:latin typeface="Calibri"/>
              <a:cs typeface="Calibri"/>
            </a:endParaRPr>
          </a:p>
          <a:p>
            <a:pPr marL="355600" marR="5080" indent="-342900" algn="just">
              <a:spcBef>
                <a:spcPts val="535"/>
              </a:spcBef>
              <a:buFont typeface="Arial"/>
              <a:buChar char="•"/>
              <a:tabLst>
                <a:tab pos="355600" algn="l"/>
              </a:tabLst>
            </a:pPr>
            <a:r>
              <a:rPr sz="2400" dirty="0">
                <a:latin typeface="Calibri"/>
                <a:cs typeface="Calibri"/>
              </a:rPr>
              <a:t>It</a:t>
            </a:r>
            <a:r>
              <a:rPr sz="2400" spc="-75" dirty="0">
                <a:latin typeface="Calibri"/>
                <a:cs typeface="Calibri"/>
              </a:rPr>
              <a:t> </a:t>
            </a:r>
            <a:r>
              <a:rPr sz="2400" dirty="0">
                <a:latin typeface="Calibri"/>
                <a:cs typeface="Calibri"/>
              </a:rPr>
              <a:t>throws</a:t>
            </a:r>
            <a:r>
              <a:rPr sz="2400" spc="-55" dirty="0">
                <a:latin typeface="Calibri"/>
                <a:cs typeface="Calibri"/>
              </a:rPr>
              <a:t> </a:t>
            </a:r>
            <a:r>
              <a:rPr sz="2400" spc="-25" dirty="0">
                <a:latin typeface="Calibri"/>
                <a:cs typeface="Calibri"/>
              </a:rPr>
              <a:t>an 	</a:t>
            </a:r>
            <a:r>
              <a:rPr sz="2400" dirty="0">
                <a:latin typeface="Calibri"/>
                <a:cs typeface="Calibri"/>
              </a:rPr>
              <a:t>error</a:t>
            </a:r>
            <a:r>
              <a:rPr sz="2400" spc="-70" dirty="0">
                <a:latin typeface="Calibri"/>
                <a:cs typeface="Calibri"/>
              </a:rPr>
              <a:t> </a:t>
            </a:r>
            <a:r>
              <a:rPr sz="2400" dirty="0">
                <a:latin typeface="Calibri"/>
                <a:cs typeface="Calibri"/>
              </a:rPr>
              <a:t>if</a:t>
            </a:r>
            <a:r>
              <a:rPr sz="2400" spc="-50"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item</a:t>
            </a:r>
            <a:r>
              <a:rPr sz="2400" spc="-65" dirty="0">
                <a:latin typeface="Calibri"/>
                <a:cs typeface="Calibri"/>
              </a:rPr>
              <a:t> </a:t>
            </a:r>
            <a:r>
              <a:rPr sz="2400" dirty="0">
                <a:latin typeface="Calibri"/>
                <a:cs typeface="Calibri"/>
              </a:rPr>
              <a:t>is</a:t>
            </a:r>
            <a:r>
              <a:rPr sz="2400" spc="-50" dirty="0">
                <a:latin typeface="Calibri"/>
                <a:cs typeface="Calibri"/>
              </a:rPr>
              <a:t> </a:t>
            </a:r>
            <a:r>
              <a:rPr sz="2400" dirty="0">
                <a:latin typeface="Calibri"/>
                <a:cs typeface="Calibri"/>
              </a:rPr>
              <a:t>not</a:t>
            </a:r>
            <a:r>
              <a:rPr sz="2400" spc="-45" dirty="0">
                <a:latin typeface="Calibri"/>
                <a:cs typeface="Calibri"/>
              </a:rPr>
              <a:t> </a:t>
            </a:r>
            <a:r>
              <a:rPr sz="2400" dirty="0">
                <a:latin typeface="Calibri"/>
                <a:cs typeface="Calibri"/>
              </a:rPr>
              <a:t>present</a:t>
            </a:r>
            <a:r>
              <a:rPr sz="2400" spc="-45" dirty="0">
                <a:latin typeface="Calibri"/>
                <a:cs typeface="Calibri"/>
              </a:rPr>
              <a:t> </a:t>
            </a:r>
            <a:r>
              <a:rPr sz="2400" dirty="0">
                <a:latin typeface="Calibri"/>
                <a:cs typeface="Calibri"/>
              </a:rPr>
              <a:t>in</a:t>
            </a:r>
            <a:r>
              <a:rPr sz="2400" spc="-50" dirty="0">
                <a:latin typeface="Calibri"/>
                <a:cs typeface="Calibri"/>
              </a:rPr>
              <a:t> </a:t>
            </a:r>
            <a:r>
              <a:rPr sz="2400" dirty="0">
                <a:latin typeface="Calibri"/>
                <a:cs typeface="Calibri"/>
              </a:rPr>
              <a:t>the</a:t>
            </a:r>
            <a:r>
              <a:rPr sz="2400" spc="-40" dirty="0">
                <a:latin typeface="Calibri"/>
                <a:cs typeface="Calibri"/>
              </a:rPr>
              <a:t> </a:t>
            </a:r>
            <a:r>
              <a:rPr sz="2400" spc="-10" dirty="0">
                <a:latin typeface="Calibri"/>
                <a:cs typeface="Calibri"/>
              </a:rPr>
              <a:t>list.</a:t>
            </a:r>
            <a:endParaRPr sz="2400" dirty="0">
              <a:latin typeface="Calibri"/>
              <a:cs typeface="Calibri"/>
            </a:endParaRPr>
          </a:p>
          <a:p>
            <a:pPr marL="12700" algn="just">
              <a:spcBef>
                <a:spcPts val="590"/>
              </a:spcBef>
              <a:tabLst>
                <a:tab pos="1840864" algn="l"/>
              </a:tabLst>
            </a:pPr>
            <a:r>
              <a:rPr sz="2400" b="1" u="sng" dirty="0">
                <a:uFill>
                  <a:solidFill>
                    <a:srgbClr val="000000"/>
                  </a:solidFill>
                </a:uFill>
                <a:latin typeface="Calibri"/>
                <a:cs typeface="Calibri"/>
              </a:rPr>
              <a:t>Syntax:</a:t>
            </a:r>
            <a:r>
              <a:rPr lang="en-US" sz="2400" spc="-10" dirty="0">
                <a:solidFill>
                  <a:srgbClr val="FF0000"/>
                </a:solidFill>
                <a:latin typeface="Consolas"/>
                <a:cs typeface="Calibri"/>
              </a:rPr>
              <a:t>        </a:t>
            </a:r>
            <a:r>
              <a:rPr lang="en-US" sz="2400" spc="-10" dirty="0" err="1">
                <a:solidFill>
                  <a:srgbClr val="FF0000"/>
                </a:solidFill>
                <a:latin typeface="Consolas"/>
                <a:cs typeface="Calibri"/>
              </a:rPr>
              <a:t>my_list</a:t>
            </a:r>
            <a:r>
              <a:rPr sz="2400" spc="-10" dirty="0" err="1">
                <a:solidFill>
                  <a:srgbClr val="008080"/>
                </a:solidFill>
                <a:latin typeface="Consolas"/>
                <a:cs typeface="Consolas"/>
              </a:rPr>
              <a:t>.remove</a:t>
            </a:r>
            <a:r>
              <a:rPr sz="2400" spc="-10" dirty="0">
                <a:solidFill>
                  <a:srgbClr val="008080"/>
                </a:solidFill>
                <a:latin typeface="Consolas"/>
                <a:cs typeface="Consolas"/>
              </a:rPr>
              <a:t>(</a:t>
            </a:r>
            <a:r>
              <a:rPr sz="2400" spc="-10" dirty="0">
                <a:solidFill>
                  <a:srgbClr val="0D0D0D"/>
                </a:solidFill>
                <a:latin typeface="Consolas"/>
                <a:cs typeface="Consolas"/>
              </a:rPr>
              <a:t>item</a:t>
            </a:r>
            <a:r>
              <a:rPr sz="2400" spc="-10" dirty="0">
                <a:solidFill>
                  <a:srgbClr val="008080"/>
                </a:solidFill>
                <a:latin typeface="Consolas"/>
                <a:cs typeface="Consolas"/>
              </a:rPr>
              <a:t>)</a:t>
            </a:r>
            <a:endParaRPr lang="en-US" sz="2400">
              <a:solidFill>
                <a:srgbClr val="000000"/>
              </a:solidFill>
              <a:latin typeface="Calibri"/>
              <a:ea typeface="Calibri"/>
              <a:cs typeface="Calibri"/>
            </a:endParaRPr>
          </a:p>
          <a:p>
            <a:pPr marL="12700" algn="just">
              <a:spcBef>
                <a:spcPts val="590"/>
              </a:spcBef>
              <a:tabLst>
                <a:tab pos="1840864" algn="l"/>
              </a:tabLst>
            </a:pPr>
            <a:r>
              <a:rPr sz="2400" b="1" u="sng" dirty="0">
                <a:solidFill>
                  <a:srgbClr val="0983C0"/>
                </a:solidFill>
                <a:uFill>
                  <a:solidFill>
                    <a:srgbClr val="0983C0"/>
                  </a:solidFill>
                </a:uFill>
                <a:latin typeface="Calibri"/>
                <a:cs typeface="Calibri"/>
              </a:rPr>
              <a:t>Example:</a:t>
            </a:r>
            <a:r>
              <a:rPr sz="2400" b="1" spc="455" dirty="0">
                <a:solidFill>
                  <a:srgbClr val="0983C0"/>
                </a:solidFill>
                <a:latin typeface="Calibri"/>
                <a:cs typeface="Calibri"/>
              </a:rPr>
              <a:t>  </a:t>
            </a:r>
            <a:r>
              <a:rPr sz="2400" b="1" spc="-10" dirty="0">
                <a:latin typeface="Calibri"/>
                <a:cs typeface="Calibri"/>
              </a:rPr>
              <a:t>removedemo.py</a:t>
            </a:r>
            <a:endParaRPr sz="2400">
              <a:latin typeface="Calibri"/>
              <a:cs typeface="Calibri"/>
            </a:endParaRPr>
          </a:p>
        </p:txBody>
      </p:sp>
      <p:sp>
        <p:nvSpPr>
          <p:cNvPr id="7" name="object 7"/>
          <p:cNvSpPr txBox="1"/>
          <p:nvPr/>
        </p:nvSpPr>
        <p:spPr>
          <a:xfrm>
            <a:off x="1325934" y="3434217"/>
            <a:ext cx="4561840" cy="2950845"/>
          </a:xfrm>
          <a:prstGeom prst="rect">
            <a:avLst/>
          </a:prstGeom>
        </p:spPr>
        <p:txBody>
          <a:bodyPr vert="horz" wrap="square" lIns="0" tIns="12700" rIns="0" bIns="0" rtlCol="0">
            <a:spAutoFit/>
          </a:bodyPr>
          <a:lstStyle/>
          <a:p>
            <a:pPr marL="12700" marR="5080">
              <a:spcBef>
                <a:spcPts val="100"/>
              </a:spcBef>
            </a:pPr>
            <a:r>
              <a:rPr sz="2400" spc="-10">
                <a:latin typeface="Consolas"/>
                <a:cs typeface="Consolas"/>
              </a:rPr>
              <a:t>list1=[</a:t>
            </a:r>
            <a:r>
              <a:rPr sz="2400" spc="-10">
                <a:solidFill>
                  <a:srgbClr val="800080"/>
                </a:solidFill>
                <a:latin typeface="Consolas"/>
                <a:cs typeface="Consolas"/>
              </a:rPr>
              <a:t>1</a:t>
            </a:r>
            <a:r>
              <a:rPr sz="2400" spc="-10">
                <a:latin typeface="Consolas"/>
                <a:cs typeface="Consolas"/>
              </a:rPr>
              <a:t>,</a:t>
            </a:r>
            <a:r>
              <a:rPr sz="2400" spc="-10">
                <a:solidFill>
                  <a:srgbClr val="800080"/>
                </a:solidFill>
                <a:latin typeface="Consolas"/>
                <a:cs typeface="Consolas"/>
              </a:rPr>
              <a:t>2</a:t>
            </a:r>
            <a:r>
              <a:rPr sz="2400" spc="-10">
                <a:latin typeface="Consolas"/>
                <a:cs typeface="Consolas"/>
              </a:rPr>
              <a:t>,</a:t>
            </a:r>
            <a:r>
              <a:rPr sz="2400" spc="-10">
                <a:solidFill>
                  <a:srgbClr val="800080"/>
                </a:solidFill>
                <a:latin typeface="Consolas"/>
                <a:cs typeface="Consolas"/>
              </a:rPr>
              <a:t>3</a:t>
            </a:r>
            <a:r>
              <a:rPr sz="2400" spc="-10">
                <a:latin typeface="Consolas"/>
                <a:cs typeface="Consolas"/>
              </a:rPr>
              <a:t>,</a:t>
            </a:r>
            <a:r>
              <a:rPr sz="2400" spc="-10">
                <a:solidFill>
                  <a:srgbClr val="800080"/>
                </a:solidFill>
                <a:latin typeface="Consolas"/>
                <a:cs typeface="Consolas"/>
              </a:rPr>
              <a:t>4</a:t>
            </a:r>
            <a:r>
              <a:rPr sz="2400" spc="-10">
                <a:latin typeface="Consolas"/>
                <a:cs typeface="Consolas"/>
              </a:rPr>
              <a:t>,</a:t>
            </a:r>
            <a:r>
              <a:rPr sz="2400" spc="-10">
                <a:solidFill>
                  <a:srgbClr val="800080"/>
                </a:solidFill>
                <a:latin typeface="Consolas"/>
                <a:cs typeface="Consolas"/>
              </a:rPr>
              <a:t>5</a:t>
            </a:r>
            <a:r>
              <a:rPr sz="2400" spc="-10">
                <a:latin typeface="Consolas"/>
                <a:cs typeface="Consolas"/>
              </a:rPr>
              <a:t>] list2=[</a:t>
            </a:r>
            <a:r>
              <a:rPr sz="2400" spc="-10">
                <a:solidFill>
                  <a:srgbClr val="FF00FF"/>
                </a:solidFill>
                <a:latin typeface="Consolas"/>
                <a:cs typeface="Consolas"/>
              </a:rPr>
              <a:t>'A'</a:t>
            </a:r>
            <a:r>
              <a:rPr sz="2400" spc="-10">
                <a:latin typeface="Consolas"/>
                <a:cs typeface="Consolas"/>
              </a:rPr>
              <a:t>,</a:t>
            </a:r>
            <a:r>
              <a:rPr sz="2400" spc="-10">
                <a:solidFill>
                  <a:srgbClr val="FF00FF"/>
                </a:solidFill>
                <a:latin typeface="Consolas"/>
                <a:cs typeface="Consolas"/>
              </a:rPr>
              <a:t>'B'</a:t>
            </a:r>
            <a:r>
              <a:rPr sz="2400" spc="-10">
                <a:latin typeface="Consolas"/>
                <a:cs typeface="Consolas"/>
              </a:rPr>
              <a:t>,</a:t>
            </a:r>
            <a:r>
              <a:rPr sz="2400" spc="-10">
                <a:solidFill>
                  <a:srgbClr val="FF00FF"/>
                </a:solidFill>
                <a:latin typeface="Consolas"/>
                <a:cs typeface="Consolas"/>
              </a:rPr>
              <a:t>'C'</a:t>
            </a:r>
            <a:r>
              <a:rPr sz="2400" spc="-10">
                <a:latin typeface="Consolas"/>
                <a:cs typeface="Consolas"/>
              </a:rPr>
              <a:t>,</a:t>
            </a:r>
            <a:r>
              <a:rPr sz="2400" spc="-10">
                <a:solidFill>
                  <a:srgbClr val="FF00FF"/>
                </a:solidFill>
                <a:latin typeface="Consolas"/>
                <a:cs typeface="Consolas"/>
              </a:rPr>
              <a:t>'B'</a:t>
            </a:r>
            <a:r>
              <a:rPr sz="2400" spc="-10">
                <a:latin typeface="Consolas"/>
                <a:cs typeface="Consolas"/>
              </a:rPr>
              <a:t>,</a:t>
            </a:r>
            <a:r>
              <a:rPr sz="2400" spc="-10">
                <a:solidFill>
                  <a:srgbClr val="FF00FF"/>
                </a:solidFill>
                <a:latin typeface="Consolas"/>
                <a:cs typeface="Consolas"/>
              </a:rPr>
              <a:t>'D'</a:t>
            </a:r>
            <a:r>
              <a:rPr sz="2400" spc="-10">
                <a:latin typeface="Consolas"/>
                <a:cs typeface="Consolas"/>
              </a:rPr>
              <a:t>]</a:t>
            </a:r>
            <a:endParaRPr sz="2400">
              <a:latin typeface="Consolas"/>
              <a:cs typeface="Consolas"/>
            </a:endParaRPr>
          </a:p>
          <a:p>
            <a:pPr marL="12700" marR="1687195">
              <a:lnSpc>
                <a:spcPct val="99900"/>
              </a:lnSpc>
              <a:spcBef>
                <a:spcPts val="5"/>
              </a:spcBef>
            </a:pPr>
            <a:r>
              <a:rPr sz="2400" spc="-10">
                <a:latin typeface="Consolas"/>
                <a:cs typeface="Consolas"/>
              </a:rPr>
              <a:t>list1.</a:t>
            </a:r>
            <a:r>
              <a:rPr sz="2400" spc="-10">
                <a:solidFill>
                  <a:srgbClr val="008080"/>
                </a:solidFill>
                <a:latin typeface="Consolas"/>
                <a:cs typeface="Consolas"/>
              </a:rPr>
              <a:t>remove</a:t>
            </a:r>
            <a:r>
              <a:rPr sz="2400" spc="-10">
                <a:latin typeface="Consolas"/>
                <a:cs typeface="Consolas"/>
              </a:rPr>
              <a:t>(</a:t>
            </a:r>
            <a:r>
              <a:rPr sz="2400" spc="-10">
                <a:solidFill>
                  <a:srgbClr val="800080"/>
                </a:solidFill>
                <a:latin typeface="Consolas"/>
                <a:cs typeface="Consolas"/>
              </a:rPr>
              <a:t>2</a:t>
            </a:r>
            <a:r>
              <a:rPr sz="2400" spc="-10">
                <a:latin typeface="Consolas"/>
                <a:cs typeface="Consolas"/>
              </a:rPr>
              <a:t>) </a:t>
            </a:r>
            <a:r>
              <a:rPr sz="2400" spc="-10">
                <a:solidFill>
                  <a:srgbClr val="0000FF"/>
                </a:solidFill>
                <a:latin typeface="Consolas"/>
                <a:cs typeface="Consolas"/>
              </a:rPr>
              <a:t>print</a:t>
            </a:r>
            <a:r>
              <a:rPr sz="2400" spc="-10">
                <a:latin typeface="Consolas"/>
                <a:cs typeface="Consolas"/>
              </a:rPr>
              <a:t>(list1) list2.</a:t>
            </a:r>
            <a:r>
              <a:rPr sz="2400" spc="-10">
                <a:solidFill>
                  <a:srgbClr val="008080"/>
                </a:solidFill>
                <a:latin typeface="Consolas"/>
                <a:cs typeface="Consolas"/>
              </a:rPr>
              <a:t>remove</a:t>
            </a:r>
            <a:r>
              <a:rPr sz="2400" spc="-10">
                <a:latin typeface="Consolas"/>
                <a:cs typeface="Consolas"/>
              </a:rPr>
              <a:t>(</a:t>
            </a:r>
            <a:r>
              <a:rPr sz="2400" spc="-10">
                <a:solidFill>
                  <a:srgbClr val="FF00FF"/>
                </a:solidFill>
                <a:latin typeface="Consolas"/>
                <a:cs typeface="Consolas"/>
              </a:rPr>
              <a:t>"B"</a:t>
            </a:r>
            <a:r>
              <a:rPr sz="2400" spc="-10">
                <a:latin typeface="Consolas"/>
                <a:cs typeface="Consolas"/>
              </a:rPr>
              <a:t>) </a:t>
            </a:r>
            <a:r>
              <a:rPr sz="2400" spc="-10">
                <a:solidFill>
                  <a:srgbClr val="0000FF"/>
                </a:solidFill>
                <a:latin typeface="Consolas"/>
                <a:cs typeface="Consolas"/>
              </a:rPr>
              <a:t>print</a:t>
            </a:r>
            <a:r>
              <a:rPr sz="2400" spc="-10">
                <a:latin typeface="Consolas"/>
                <a:cs typeface="Consolas"/>
              </a:rPr>
              <a:t>(list2) list2.</a:t>
            </a:r>
            <a:r>
              <a:rPr sz="2400" spc="-10">
                <a:solidFill>
                  <a:srgbClr val="008080"/>
                </a:solidFill>
                <a:latin typeface="Consolas"/>
                <a:cs typeface="Consolas"/>
              </a:rPr>
              <a:t>remove</a:t>
            </a:r>
            <a:r>
              <a:rPr sz="2400" spc="-10">
                <a:latin typeface="Consolas"/>
                <a:cs typeface="Consolas"/>
              </a:rPr>
              <a:t>(</a:t>
            </a:r>
            <a:r>
              <a:rPr sz="2400" spc="-10">
                <a:solidFill>
                  <a:srgbClr val="FF00FF"/>
                </a:solidFill>
                <a:latin typeface="Consolas"/>
                <a:cs typeface="Consolas"/>
              </a:rPr>
              <a:t>"E"</a:t>
            </a:r>
            <a:r>
              <a:rPr sz="2400" spc="-10">
                <a:latin typeface="Consolas"/>
                <a:cs typeface="Consolas"/>
              </a:rPr>
              <a:t>) </a:t>
            </a:r>
            <a:r>
              <a:rPr sz="2400" spc="-10">
                <a:solidFill>
                  <a:srgbClr val="0000FF"/>
                </a:solidFill>
                <a:latin typeface="Consolas"/>
                <a:cs typeface="Consolas"/>
              </a:rPr>
              <a:t>print</a:t>
            </a:r>
            <a:r>
              <a:rPr sz="2400" spc="-10">
                <a:latin typeface="Consolas"/>
                <a:cs typeface="Consolas"/>
              </a:rPr>
              <a:t>(list2)</a:t>
            </a:r>
            <a:endParaRPr sz="2400">
              <a:latin typeface="Consolas"/>
              <a:cs typeface="Consolas"/>
            </a:endParaRPr>
          </a:p>
        </p:txBody>
      </p:sp>
      <p:sp>
        <p:nvSpPr>
          <p:cNvPr id="8" name="object 8"/>
          <p:cNvSpPr txBox="1"/>
          <p:nvPr/>
        </p:nvSpPr>
        <p:spPr>
          <a:xfrm>
            <a:off x="7310502" y="3643300"/>
            <a:ext cx="3286125" cy="2540439"/>
          </a:xfrm>
          <a:prstGeom prst="rect">
            <a:avLst/>
          </a:prstGeom>
          <a:ln w="12700">
            <a:solidFill>
              <a:srgbClr val="4F81BC"/>
            </a:solidFill>
          </a:ln>
        </p:spPr>
        <p:txBody>
          <a:bodyPr vert="horz" wrap="square" lIns="0" tIns="26670" rIns="0" bIns="0" rtlCol="0">
            <a:spAutoFit/>
          </a:bodyPr>
          <a:lstStyle/>
          <a:p>
            <a:pPr marL="92075">
              <a:spcBef>
                <a:spcPts val="210"/>
              </a:spcBef>
            </a:pPr>
            <a:r>
              <a:rPr sz="2400" b="1" u="sng" spc="-10">
                <a:solidFill>
                  <a:srgbClr val="FFC000"/>
                </a:solidFill>
                <a:uFill>
                  <a:solidFill>
                    <a:srgbClr val="FFC000"/>
                  </a:solidFill>
                </a:uFill>
                <a:latin typeface="Calibri"/>
                <a:cs typeface="Calibri"/>
              </a:rPr>
              <a:t>Output:</a:t>
            </a:r>
            <a:endParaRPr sz="2400">
              <a:latin typeface="Calibri"/>
              <a:cs typeface="Calibri"/>
            </a:endParaRPr>
          </a:p>
          <a:p>
            <a:pPr marL="92075">
              <a:spcBef>
                <a:spcPts val="994"/>
              </a:spcBef>
            </a:pPr>
            <a:r>
              <a:rPr sz="2400" b="1">
                <a:latin typeface="Calibri"/>
                <a:cs typeface="Calibri"/>
              </a:rPr>
              <a:t>python</a:t>
            </a:r>
            <a:r>
              <a:rPr sz="2400" b="1" spc="-65">
                <a:latin typeface="Calibri"/>
                <a:cs typeface="Calibri"/>
              </a:rPr>
              <a:t> </a:t>
            </a:r>
            <a:r>
              <a:rPr sz="2400" spc="-10">
                <a:latin typeface="Calibri"/>
                <a:cs typeface="Calibri"/>
              </a:rPr>
              <a:t>removedemo.py</a:t>
            </a:r>
            <a:endParaRPr sz="2400">
              <a:latin typeface="Calibri"/>
              <a:cs typeface="Calibri"/>
            </a:endParaRPr>
          </a:p>
          <a:p>
            <a:pPr marL="92075">
              <a:spcBef>
                <a:spcPts val="1440"/>
              </a:spcBef>
            </a:pPr>
            <a:r>
              <a:rPr sz="2400" b="1">
                <a:solidFill>
                  <a:srgbClr val="999999"/>
                </a:solidFill>
                <a:latin typeface="Calibri"/>
                <a:cs typeface="Calibri"/>
              </a:rPr>
              <a:t>[</a:t>
            </a:r>
            <a:r>
              <a:rPr sz="2400" b="1">
                <a:solidFill>
                  <a:srgbClr val="990054"/>
                </a:solidFill>
                <a:latin typeface="Calibri"/>
                <a:cs typeface="Calibri"/>
              </a:rPr>
              <a:t>1</a:t>
            </a:r>
            <a:r>
              <a:rPr sz="2400" b="1">
                <a:solidFill>
                  <a:srgbClr val="999999"/>
                </a:solidFill>
                <a:latin typeface="Calibri"/>
                <a:cs typeface="Calibri"/>
              </a:rPr>
              <a:t>,</a:t>
            </a:r>
            <a:r>
              <a:rPr sz="2400" b="1" spc="-40">
                <a:solidFill>
                  <a:srgbClr val="999999"/>
                </a:solidFill>
                <a:latin typeface="Calibri"/>
                <a:cs typeface="Calibri"/>
              </a:rPr>
              <a:t> </a:t>
            </a:r>
            <a:r>
              <a:rPr sz="2400" b="1">
                <a:solidFill>
                  <a:srgbClr val="990054"/>
                </a:solidFill>
                <a:latin typeface="Calibri"/>
                <a:cs typeface="Calibri"/>
              </a:rPr>
              <a:t>3</a:t>
            </a:r>
            <a:r>
              <a:rPr sz="2400" b="1">
                <a:solidFill>
                  <a:srgbClr val="999999"/>
                </a:solidFill>
                <a:latin typeface="Calibri"/>
                <a:cs typeface="Calibri"/>
              </a:rPr>
              <a:t>,</a:t>
            </a:r>
            <a:r>
              <a:rPr sz="2400" b="1" spc="-10">
                <a:solidFill>
                  <a:srgbClr val="999999"/>
                </a:solidFill>
                <a:latin typeface="Calibri"/>
                <a:cs typeface="Calibri"/>
              </a:rPr>
              <a:t> </a:t>
            </a:r>
            <a:r>
              <a:rPr sz="2400" b="1">
                <a:solidFill>
                  <a:srgbClr val="990054"/>
                </a:solidFill>
                <a:latin typeface="Calibri"/>
                <a:cs typeface="Calibri"/>
              </a:rPr>
              <a:t>4</a:t>
            </a:r>
            <a:r>
              <a:rPr sz="2400" b="1">
                <a:solidFill>
                  <a:srgbClr val="999999"/>
                </a:solidFill>
                <a:latin typeface="Calibri"/>
                <a:cs typeface="Calibri"/>
              </a:rPr>
              <a:t>,</a:t>
            </a:r>
            <a:r>
              <a:rPr sz="2400" b="1" spc="-10">
                <a:solidFill>
                  <a:srgbClr val="999999"/>
                </a:solidFill>
                <a:latin typeface="Calibri"/>
                <a:cs typeface="Calibri"/>
              </a:rPr>
              <a:t> </a:t>
            </a:r>
            <a:r>
              <a:rPr sz="2400" b="1" spc="-25">
                <a:solidFill>
                  <a:srgbClr val="990054"/>
                </a:solidFill>
                <a:latin typeface="Calibri"/>
                <a:cs typeface="Calibri"/>
              </a:rPr>
              <a:t>5</a:t>
            </a:r>
            <a:r>
              <a:rPr sz="2400" b="1" spc="-25">
                <a:solidFill>
                  <a:srgbClr val="999999"/>
                </a:solidFill>
                <a:latin typeface="Calibri"/>
                <a:cs typeface="Calibri"/>
              </a:rPr>
              <a:t>]</a:t>
            </a:r>
            <a:endParaRPr sz="2400">
              <a:latin typeface="Calibri"/>
              <a:cs typeface="Calibri"/>
            </a:endParaRPr>
          </a:p>
          <a:p>
            <a:pPr marL="92075">
              <a:spcBef>
                <a:spcPts val="1445"/>
              </a:spcBef>
            </a:pPr>
            <a:r>
              <a:rPr sz="2400" b="1">
                <a:solidFill>
                  <a:srgbClr val="999999"/>
                </a:solidFill>
                <a:latin typeface="Calibri"/>
                <a:cs typeface="Calibri"/>
              </a:rPr>
              <a:t>[</a:t>
            </a:r>
            <a:r>
              <a:rPr sz="2400" b="1">
                <a:solidFill>
                  <a:srgbClr val="669900"/>
                </a:solidFill>
                <a:latin typeface="Calibri"/>
                <a:cs typeface="Calibri"/>
              </a:rPr>
              <a:t>'A'</a:t>
            </a:r>
            <a:r>
              <a:rPr sz="2400" b="1">
                <a:solidFill>
                  <a:srgbClr val="999999"/>
                </a:solidFill>
                <a:latin typeface="Calibri"/>
                <a:cs typeface="Calibri"/>
              </a:rPr>
              <a:t>,</a:t>
            </a:r>
            <a:r>
              <a:rPr sz="2400" b="1" spc="-55">
                <a:solidFill>
                  <a:srgbClr val="999999"/>
                </a:solidFill>
                <a:latin typeface="Calibri"/>
                <a:cs typeface="Calibri"/>
              </a:rPr>
              <a:t> </a:t>
            </a:r>
            <a:r>
              <a:rPr sz="2400" b="1">
                <a:solidFill>
                  <a:srgbClr val="669900"/>
                </a:solidFill>
                <a:latin typeface="Calibri"/>
                <a:cs typeface="Calibri"/>
              </a:rPr>
              <a:t>'C'</a:t>
            </a:r>
            <a:r>
              <a:rPr sz="2400" b="1">
                <a:solidFill>
                  <a:srgbClr val="999999"/>
                </a:solidFill>
                <a:latin typeface="Calibri"/>
                <a:cs typeface="Calibri"/>
              </a:rPr>
              <a:t>,</a:t>
            </a:r>
            <a:r>
              <a:rPr sz="2400" b="1" spc="-30">
                <a:solidFill>
                  <a:srgbClr val="999999"/>
                </a:solidFill>
                <a:latin typeface="Calibri"/>
                <a:cs typeface="Calibri"/>
              </a:rPr>
              <a:t> </a:t>
            </a:r>
            <a:r>
              <a:rPr sz="2400" b="1">
                <a:solidFill>
                  <a:srgbClr val="669900"/>
                </a:solidFill>
                <a:latin typeface="Calibri"/>
                <a:cs typeface="Calibri"/>
              </a:rPr>
              <a:t>'B'</a:t>
            </a:r>
            <a:r>
              <a:rPr sz="2400" b="1">
                <a:solidFill>
                  <a:srgbClr val="999999"/>
                </a:solidFill>
                <a:latin typeface="Calibri"/>
                <a:cs typeface="Calibri"/>
              </a:rPr>
              <a:t>,</a:t>
            </a:r>
            <a:r>
              <a:rPr sz="2400" b="1" spc="-30">
                <a:solidFill>
                  <a:srgbClr val="999999"/>
                </a:solidFill>
                <a:latin typeface="Calibri"/>
                <a:cs typeface="Calibri"/>
              </a:rPr>
              <a:t> </a:t>
            </a:r>
            <a:r>
              <a:rPr sz="2400" b="1" spc="-20">
                <a:solidFill>
                  <a:srgbClr val="669900"/>
                </a:solidFill>
                <a:latin typeface="Calibri"/>
                <a:cs typeface="Calibri"/>
              </a:rPr>
              <a:t>'D'</a:t>
            </a:r>
            <a:r>
              <a:rPr sz="2400" b="1" spc="-20">
                <a:solidFill>
                  <a:srgbClr val="999999"/>
                </a:solidFill>
                <a:latin typeface="Calibri"/>
                <a:cs typeface="Calibri"/>
              </a:rPr>
              <a:t>]</a:t>
            </a:r>
            <a:endParaRPr sz="2400">
              <a:latin typeface="Calibri"/>
              <a:cs typeface="Calibri"/>
            </a:endParaRPr>
          </a:p>
          <a:p>
            <a:pPr marL="92075">
              <a:spcBef>
                <a:spcPts val="1440"/>
              </a:spcBef>
            </a:pPr>
            <a:r>
              <a:rPr sz="2400" spc="-20">
                <a:latin typeface="Calibri"/>
                <a:cs typeface="Calibri"/>
              </a:rPr>
              <a:t>ValueError:</a:t>
            </a:r>
            <a:r>
              <a:rPr sz="2400" spc="-50">
                <a:latin typeface="Calibri"/>
                <a:cs typeface="Calibri"/>
              </a:rPr>
              <a:t> </a:t>
            </a:r>
            <a:r>
              <a:rPr sz="2400">
                <a:latin typeface="Calibri"/>
                <a:cs typeface="Calibri"/>
              </a:rPr>
              <a:t>x</a:t>
            </a:r>
            <a:r>
              <a:rPr sz="2400" spc="-20">
                <a:latin typeface="Calibri"/>
                <a:cs typeface="Calibri"/>
              </a:rPr>
              <a:t> </a:t>
            </a:r>
            <a:r>
              <a:rPr sz="2400">
                <a:latin typeface="Calibri"/>
                <a:cs typeface="Calibri"/>
              </a:rPr>
              <a:t>not</a:t>
            </a:r>
            <a:r>
              <a:rPr sz="2400" spc="-20">
                <a:latin typeface="Calibri"/>
                <a:cs typeface="Calibri"/>
              </a:rPr>
              <a:t> </a:t>
            </a:r>
            <a:r>
              <a:rPr sz="2400">
                <a:latin typeface="Calibri"/>
                <a:cs typeface="Calibri"/>
              </a:rPr>
              <a:t>in</a:t>
            </a:r>
            <a:r>
              <a:rPr sz="2400" spc="-40">
                <a:latin typeface="Calibri"/>
                <a:cs typeface="Calibri"/>
              </a:rPr>
              <a:t> </a:t>
            </a:r>
            <a:r>
              <a:rPr sz="2400" spc="-20">
                <a:latin typeface="Calibri"/>
                <a:cs typeface="Calibri"/>
              </a:rPr>
              <a:t>list</a:t>
            </a:r>
            <a:endParaRPr sz="2400">
              <a:latin typeface="Calibri"/>
              <a:cs typeface="Calibri"/>
            </a:endParaRPr>
          </a:p>
        </p:txBody>
      </p:sp>
      <p:sp>
        <p:nvSpPr>
          <p:cNvPr id="9" name="Slide Number Placeholder 8">
            <a:extLst>
              <a:ext uri="{FF2B5EF4-FFF2-40B4-BE49-F238E27FC236}">
                <a16:creationId xmlns:a16="http://schemas.microsoft.com/office/drawing/2014/main" id="{01B0F679-6BD0-E0AB-2599-6A17DF5EEF0D}"/>
              </a:ext>
            </a:extLst>
          </p:cNvPr>
          <p:cNvSpPr>
            <a:spLocks noGrp="1"/>
          </p:cNvSpPr>
          <p:nvPr>
            <p:ph type="sldNum" sz="quarter" idx="7"/>
          </p:nvPr>
        </p:nvSpPr>
        <p:spPr/>
        <p:txBody>
          <a:bodyPr/>
          <a:lstStyle/>
          <a:p>
            <a:fld id="{B6F15528-21DE-4FAA-801E-634DDDAF4B2B}" type="slidenum">
              <a:rPr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8718" y="44578"/>
            <a:ext cx="8023860" cy="505267"/>
          </a:xfrm>
          <a:prstGeom prst="rect">
            <a:avLst/>
          </a:prstGeom>
        </p:spPr>
        <p:txBody>
          <a:bodyPr vert="horz" wrap="square" lIns="0" tIns="12700" rIns="0" bIns="0" rtlCol="0">
            <a:spAutoFit/>
          </a:bodyPr>
          <a:lstStyle/>
          <a:p>
            <a:pPr marL="12700">
              <a:spcBef>
                <a:spcPts val="100"/>
              </a:spcBef>
            </a:pPr>
            <a:r>
              <a:t>List</a:t>
            </a:r>
            <a:r>
              <a:rPr spc="-15"/>
              <a:t> </a:t>
            </a:r>
            <a:r>
              <a:t>Functions</a:t>
            </a:r>
            <a:r>
              <a:rPr spc="-45"/>
              <a:t> </a:t>
            </a:r>
            <a:r>
              <a:t>&amp;</a:t>
            </a:r>
            <a:r>
              <a:rPr spc="-10"/>
              <a:t> </a:t>
            </a:r>
            <a:r>
              <a:t>Methods</a:t>
            </a:r>
            <a:r>
              <a:rPr spc="-35"/>
              <a:t> </a:t>
            </a:r>
            <a:r>
              <a:rPr>
                <a:solidFill>
                  <a:srgbClr val="000000"/>
                </a:solidFill>
              </a:rPr>
              <a:t>in</a:t>
            </a:r>
            <a:r>
              <a:rPr spc="-35">
                <a:solidFill>
                  <a:srgbClr val="000000"/>
                </a:solidFill>
              </a:rPr>
              <a:t> </a:t>
            </a:r>
            <a:r>
              <a:rPr spc="-10">
                <a:solidFill>
                  <a:srgbClr val="0983C0"/>
                </a:solidFill>
              </a:rPr>
              <a:t>Python</a:t>
            </a:r>
          </a:p>
        </p:txBody>
      </p:sp>
      <p:sp>
        <p:nvSpPr>
          <p:cNvPr id="3" name="object 3"/>
          <p:cNvSpPr txBox="1"/>
          <p:nvPr/>
        </p:nvSpPr>
        <p:spPr>
          <a:xfrm>
            <a:off x="9300718" y="222884"/>
            <a:ext cx="593090" cy="299720"/>
          </a:xfrm>
          <a:prstGeom prst="rect">
            <a:avLst/>
          </a:prstGeom>
        </p:spPr>
        <p:txBody>
          <a:bodyPr vert="horz" wrap="square" lIns="0" tIns="12700" rIns="0" bIns="0" rtlCol="0">
            <a:spAutoFit/>
          </a:bodyPr>
          <a:lstStyle/>
          <a:p>
            <a:pPr marL="12700">
              <a:spcBef>
                <a:spcPts val="100"/>
              </a:spcBef>
            </a:pPr>
            <a:r>
              <a:rPr b="1" spc="-10">
                <a:latin typeface="Calibri"/>
                <a:cs typeface="Calibri"/>
              </a:rPr>
              <a:t>Cont..</a:t>
            </a:r>
            <a:endParaRPr>
              <a:latin typeface="Calibri"/>
              <a:cs typeface="Calibri"/>
            </a:endParaRPr>
          </a:p>
        </p:txBody>
      </p:sp>
      <p:sp>
        <p:nvSpPr>
          <p:cNvPr id="4" name="object 4"/>
          <p:cNvSpPr/>
          <p:nvPr/>
        </p:nvSpPr>
        <p:spPr>
          <a:xfrm>
            <a:off x="1524000" y="642874"/>
            <a:ext cx="9144000" cy="1905"/>
          </a:xfrm>
          <a:custGeom>
            <a:avLst/>
            <a:gdLst/>
            <a:ahLst/>
            <a:cxnLst/>
            <a:rect l="l" t="t" r="r" b="b"/>
            <a:pathLst>
              <a:path w="9144000" h="1904">
                <a:moveTo>
                  <a:pt x="0" y="0"/>
                </a:moveTo>
                <a:lnTo>
                  <a:pt x="9144000" y="1650"/>
                </a:lnTo>
              </a:path>
            </a:pathLst>
          </a:custGeom>
          <a:ln w="12700">
            <a:solidFill>
              <a:srgbClr val="497DBA"/>
            </a:solidFill>
          </a:ln>
        </p:spPr>
        <p:txBody>
          <a:bodyPr wrap="square" lIns="0" tIns="0" rIns="0" bIns="0" rtlCol="0"/>
          <a:lstStyle/>
          <a:p>
            <a:endParaRPr/>
          </a:p>
        </p:txBody>
      </p:sp>
      <p:sp>
        <p:nvSpPr>
          <p:cNvPr id="5" name="object 5"/>
          <p:cNvSpPr/>
          <p:nvPr/>
        </p:nvSpPr>
        <p:spPr>
          <a:xfrm>
            <a:off x="1809725" y="2662555"/>
            <a:ext cx="4358005" cy="1646555"/>
          </a:xfrm>
          <a:custGeom>
            <a:avLst/>
            <a:gdLst/>
            <a:ahLst/>
            <a:cxnLst/>
            <a:rect l="l" t="t" r="r" b="b"/>
            <a:pathLst>
              <a:path w="4358005" h="1646554">
                <a:moveTo>
                  <a:pt x="0" y="1646555"/>
                </a:moveTo>
                <a:lnTo>
                  <a:pt x="4357751" y="1646555"/>
                </a:lnTo>
                <a:lnTo>
                  <a:pt x="4357751" y="0"/>
                </a:lnTo>
                <a:lnTo>
                  <a:pt x="0" y="0"/>
                </a:lnTo>
                <a:lnTo>
                  <a:pt x="0" y="1646555"/>
                </a:lnTo>
                <a:close/>
              </a:path>
            </a:pathLst>
          </a:custGeom>
          <a:ln w="12700">
            <a:solidFill>
              <a:srgbClr val="4F81BC"/>
            </a:solidFill>
          </a:ln>
        </p:spPr>
        <p:txBody>
          <a:bodyPr wrap="square" lIns="0" tIns="0" rIns="0" bIns="0" rtlCol="0"/>
          <a:lstStyle/>
          <a:p>
            <a:endParaRPr/>
          </a:p>
        </p:txBody>
      </p:sp>
      <p:sp>
        <p:nvSpPr>
          <p:cNvPr id="6" name="object 6"/>
          <p:cNvSpPr txBox="1"/>
          <p:nvPr/>
        </p:nvSpPr>
        <p:spPr>
          <a:xfrm>
            <a:off x="1888642" y="587159"/>
            <a:ext cx="8488680" cy="3657600"/>
          </a:xfrm>
          <a:prstGeom prst="rect">
            <a:avLst/>
          </a:prstGeom>
        </p:spPr>
        <p:txBody>
          <a:bodyPr vert="horz" wrap="square" lIns="0" tIns="86995" rIns="0" bIns="0" rtlCol="0" anchor="t">
            <a:spAutoFit/>
          </a:bodyPr>
          <a:lstStyle/>
          <a:p>
            <a:pPr marL="12700">
              <a:spcBef>
                <a:spcPts val="685"/>
              </a:spcBef>
            </a:pPr>
            <a:r>
              <a:rPr sz="2600" b="1" u="sng" dirty="0">
                <a:solidFill>
                  <a:srgbClr val="0983C0"/>
                </a:solidFill>
                <a:uFill>
                  <a:solidFill>
                    <a:srgbClr val="0983C0"/>
                  </a:solidFill>
                </a:uFill>
                <a:latin typeface="Malgun Gothic"/>
                <a:cs typeface="Malgun Gothic"/>
              </a:rPr>
              <a:t>☞</a:t>
            </a:r>
            <a:r>
              <a:rPr sz="2600" b="1" u="sng" spc="-330" dirty="0">
                <a:solidFill>
                  <a:srgbClr val="0983C0"/>
                </a:solidFill>
                <a:uFill>
                  <a:solidFill>
                    <a:srgbClr val="0983C0"/>
                  </a:solidFill>
                </a:uFill>
                <a:latin typeface="Malgun Gothic"/>
                <a:cs typeface="Malgun Gothic"/>
              </a:rPr>
              <a:t> </a:t>
            </a:r>
            <a:r>
              <a:rPr sz="2600" b="1" u="sng" spc="-10" dirty="0">
                <a:solidFill>
                  <a:srgbClr val="0983C0"/>
                </a:solidFill>
                <a:uFill>
                  <a:solidFill>
                    <a:srgbClr val="0983C0"/>
                  </a:solidFill>
                </a:uFill>
                <a:latin typeface="Calibri"/>
                <a:cs typeface="Calibri"/>
              </a:rPr>
              <a:t>clear():</a:t>
            </a:r>
            <a:endParaRPr sz="2600" dirty="0">
              <a:latin typeface="Calibri"/>
              <a:cs typeface="Calibri"/>
            </a:endParaRPr>
          </a:p>
          <a:p>
            <a:pPr marL="355600" marR="5080" indent="-342900">
              <a:spcBef>
                <a:spcPts val="535"/>
              </a:spcBef>
              <a:buFont typeface="Arial MT"/>
              <a:buChar char="•"/>
              <a:tabLst>
                <a:tab pos="355600" algn="l"/>
              </a:tabLst>
            </a:pPr>
            <a:r>
              <a:rPr sz="2400" dirty="0">
                <a:latin typeface="Calibri"/>
                <a:cs typeface="Calibri"/>
              </a:rPr>
              <a:t>In</a:t>
            </a:r>
            <a:r>
              <a:rPr sz="2400" spc="35" dirty="0">
                <a:latin typeface="Calibri"/>
                <a:cs typeface="Calibri"/>
              </a:rPr>
              <a:t> </a:t>
            </a:r>
            <a:r>
              <a:rPr sz="2400" dirty="0">
                <a:latin typeface="Calibri"/>
                <a:cs typeface="Calibri"/>
              </a:rPr>
              <a:t>python,</a:t>
            </a:r>
            <a:r>
              <a:rPr sz="2400" spc="30" dirty="0">
                <a:latin typeface="Calibri"/>
                <a:cs typeface="Calibri"/>
              </a:rPr>
              <a:t> </a:t>
            </a:r>
            <a:r>
              <a:rPr sz="2400" dirty="0">
                <a:latin typeface="Calibri"/>
                <a:cs typeface="Calibri"/>
              </a:rPr>
              <a:t>clear()</a:t>
            </a:r>
            <a:r>
              <a:rPr sz="2400" spc="30" dirty="0">
                <a:latin typeface="Calibri"/>
                <a:cs typeface="Calibri"/>
              </a:rPr>
              <a:t> </a:t>
            </a:r>
            <a:r>
              <a:rPr sz="2400" dirty="0">
                <a:latin typeface="Calibri"/>
                <a:cs typeface="Calibri"/>
              </a:rPr>
              <a:t>method</a:t>
            </a:r>
            <a:r>
              <a:rPr sz="2400" spc="45" dirty="0">
                <a:latin typeface="Calibri"/>
                <a:cs typeface="Calibri"/>
              </a:rPr>
              <a:t> </a:t>
            </a:r>
            <a:r>
              <a:rPr sz="2400" dirty="0">
                <a:latin typeface="Calibri"/>
                <a:cs typeface="Calibri"/>
              </a:rPr>
              <a:t>removes</a:t>
            </a:r>
            <a:r>
              <a:rPr sz="2400" spc="45" dirty="0">
                <a:latin typeface="Calibri"/>
                <a:cs typeface="Calibri"/>
              </a:rPr>
              <a:t> </a:t>
            </a:r>
            <a:r>
              <a:rPr sz="2400" dirty="0">
                <a:latin typeface="Calibri"/>
                <a:cs typeface="Calibri"/>
              </a:rPr>
              <a:t>all</a:t>
            </a:r>
            <a:r>
              <a:rPr sz="2400" spc="45"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elements</a:t>
            </a:r>
            <a:r>
              <a:rPr sz="2400" spc="40" dirty="0">
                <a:latin typeface="Calibri"/>
                <a:cs typeface="Calibri"/>
              </a:rPr>
              <a:t> </a:t>
            </a:r>
            <a:r>
              <a:rPr sz="2400" dirty="0">
                <a:latin typeface="Calibri"/>
                <a:cs typeface="Calibri"/>
              </a:rPr>
              <a:t>from</a:t>
            </a:r>
            <a:r>
              <a:rPr sz="2400" spc="35" dirty="0">
                <a:latin typeface="Calibri"/>
                <a:cs typeface="Calibri"/>
              </a:rPr>
              <a:t> </a:t>
            </a:r>
            <a:r>
              <a:rPr sz="2400" dirty="0">
                <a:latin typeface="Calibri"/>
                <a:cs typeface="Calibri"/>
              </a:rPr>
              <a:t>the</a:t>
            </a:r>
            <a:r>
              <a:rPr sz="2400" spc="25" dirty="0">
                <a:latin typeface="Calibri"/>
                <a:cs typeface="Calibri"/>
              </a:rPr>
              <a:t> </a:t>
            </a:r>
            <a:r>
              <a:rPr sz="2400" spc="-10" dirty="0">
                <a:latin typeface="Calibri"/>
                <a:cs typeface="Calibri"/>
              </a:rPr>
              <a:t>list. </a:t>
            </a:r>
            <a:r>
              <a:rPr sz="2400" dirty="0">
                <a:latin typeface="Calibri"/>
                <a:cs typeface="Calibri"/>
              </a:rPr>
              <a:t>It</a:t>
            </a:r>
            <a:r>
              <a:rPr sz="2400" spc="-55" dirty="0">
                <a:latin typeface="Calibri"/>
                <a:cs typeface="Calibri"/>
              </a:rPr>
              <a:t> </a:t>
            </a:r>
            <a:r>
              <a:rPr sz="2400" dirty="0">
                <a:latin typeface="Calibri"/>
                <a:cs typeface="Calibri"/>
              </a:rPr>
              <a:t>clears</a:t>
            </a:r>
            <a:r>
              <a:rPr sz="2400" spc="-45"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list</a:t>
            </a:r>
            <a:r>
              <a:rPr sz="2400" spc="-35" dirty="0">
                <a:latin typeface="Calibri"/>
                <a:cs typeface="Calibri"/>
              </a:rPr>
              <a:t> </a:t>
            </a:r>
            <a:r>
              <a:rPr sz="2400" spc="-10" dirty="0">
                <a:latin typeface="Calibri"/>
                <a:cs typeface="Calibri"/>
              </a:rPr>
              <a:t>completely</a:t>
            </a:r>
            <a:r>
              <a:rPr sz="2400" spc="-55" dirty="0">
                <a:latin typeface="Calibri"/>
                <a:cs typeface="Calibri"/>
              </a:rPr>
              <a:t> </a:t>
            </a:r>
            <a:r>
              <a:rPr sz="2400" dirty="0">
                <a:latin typeface="Calibri"/>
                <a:cs typeface="Calibri"/>
              </a:rPr>
              <a:t>and</a:t>
            </a:r>
            <a:r>
              <a:rPr sz="2400" spc="-15" dirty="0">
                <a:latin typeface="Calibri"/>
                <a:cs typeface="Calibri"/>
              </a:rPr>
              <a:t> </a:t>
            </a:r>
            <a:r>
              <a:rPr sz="2400" dirty="0">
                <a:latin typeface="Calibri"/>
                <a:cs typeface="Calibri"/>
              </a:rPr>
              <a:t>returns</a:t>
            </a:r>
            <a:r>
              <a:rPr sz="2400" spc="-50" dirty="0">
                <a:latin typeface="Calibri"/>
                <a:cs typeface="Calibri"/>
              </a:rPr>
              <a:t> </a:t>
            </a:r>
            <a:r>
              <a:rPr sz="2400" spc="-10" dirty="0">
                <a:latin typeface="Calibri"/>
                <a:cs typeface="Calibri"/>
              </a:rPr>
              <a:t>nothing.</a:t>
            </a:r>
            <a:endParaRPr sz="2400" dirty="0">
              <a:latin typeface="Calibri"/>
              <a:cs typeface="Calibri"/>
            </a:endParaRPr>
          </a:p>
          <a:p>
            <a:pPr marL="12700">
              <a:spcBef>
                <a:spcPts val="1575"/>
              </a:spcBef>
              <a:tabLst>
                <a:tab pos="1840864" algn="l"/>
              </a:tabLst>
            </a:pPr>
            <a:r>
              <a:rPr sz="2400" b="1" u="sng" dirty="0">
                <a:uFill>
                  <a:solidFill>
                    <a:srgbClr val="000000"/>
                  </a:solidFill>
                </a:uFill>
                <a:latin typeface="Calibri"/>
                <a:cs typeface="Calibri"/>
              </a:rPr>
              <a:t>Syntax:</a:t>
            </a:r>
            <a:r>
              <a:rPr lang="en-US" sz="2400" spc="-10" dirty="0">
                <a:solidFill>
                  <a:srgbClr val="FF0000"/>
                </a:solidFill>
                <a:latin typeface="Consolas"/>
                <a:cs typeface="Calibri"/>
              </a:rPr>
              <a:t>      </a:t>
            </a:r>
            <a:r>
              <a:rPr lang="en-US" sz="2400" spc="-10" dirty="0" err="1">
                <a:solidFill>
                  <a:srgbClr val="FF0000"/>
                </a:solidFill>
                <a:latin typeface="Consolas"/>
                <a:cs typeface="Calibri"/>
              </a:rPr>
              <a:t>my_list</a:t>
            </a:r>
            <a:r>
              <a:rPr sz="2400" spc="-10" dirty="0" err="1">
                <a:solidFill>
                  <a:srgbClr val="008080"/>
                </a:solidFill>
                <a:latin typeface="Consolas"/>
                <a:cs typeface="Consolas"/>
              </a:rPr>
              <a:t>.clear</a:t>
            </a:r>
            <a:r>
              <a:rPr sz="2400" spc="-10" dirty="0">
                <a:solidFill>
                  <a:srgbClr val="008080"/>
                </a:solidFill>
                <a:latin typeface="Consolas"/>
                <a:cs typeface="Consolas"/>
              </a:rPr>
              <a:t>()</a:t>
            </a:r>
            <a:endParaRPr sz="2400" dirty="0">
              <a:latin typeface="Consolas"/>
              <a:cs typeface="Consolas"/>
            </a:endParaRPr>
          </a:p>
          <a:p>
            <a:pPr marL="12700">
              <a:spcBef>
                <a:spcPts val="1995"/>
              </a:spcBef>
              <a:tabLst>
                <a:tab pos="1443355" algn="l"/>
              </a:tabLst>
            </a:pPr>
            <a:r>
              <a:rPr sz="2400" b="1" u="sng" spc="-10" dirty="0">
                <a:solidFill>
                  <a:srgbClr val="0983C0"/>
                </a:solidFill>
                <a:uFill>
                  <a:solidFill>
                    <a:srgbClr val="0983C0"/>
                  </a:solidFill>
                </a:uFill>
                <a:latin typeface="Calibri"/>
                <a:cs typeface="Calibri"/>
              </a:rPr>
              <a:t>Example:</a:t>
            </a:r>
            <a:r>
              <a:rPr sz="2400" b="1" dirty="0">
                <a:solidFill>
                  <a:srgbClr val="0983C0"/>
                </a:solidFill>
                <a:latin typeface="Calibri"/>
                <a:cs typeface="Calibri"/>
              </a:rPr>
              <a:t>	</a:t>
            </a:r>
            <a:r>
              <a:rPr sz="2400" b="1" spc="-10" dirty="0">
                <a:latin typeface="Calibri"/>
                <a:cs typeface="Calibri"/>
              </a:rPr>
              <a:t>cleardemo.py</a:t>
            </a:r>
            <a:endParaRPr sz="2400" dirty="0">
              <a:latin typeface="Calibri"/>
              <a:cs typeface="Calibri"/>
            </a:endParaRPr>
          </a:p>
          <a:p>
            <a:pPr marL="12700">
              <a:spcBef>
                <a:spcPts val="620"/>
              </a:spcBef>
            </a:pPr>
            <a:r>
              <a:rPr sz="2400" spc="-10" dirty="0">
                <a:latin typeface="Consolas"/>
                <a:cs typeface="Consolas"/>
              </a:rPr>
              <a:t>num=[</a:t>
            </a:r>
            <a:r>
              <a:rPr sz="2400" spc="-10" dirty="0">
                <a:solidFill>
                  <a:srgbClr val="800080"/>
                </a:solidFill>
                <a:latin typeface="Consolas"/>
                <a:cs typeface="Consolas"/>
              </a:rPr>
              <a:t>10</a:t>
            </a:r>
            <a:r>
              <a:rPr sz="2400" spc="-10" dirty="0">
                <a:latin typeface="Consolas"/>
                <a:cs typeface="Consolas"/>
              </a:rPr>
              <a:t>,</a:t>
            </a:r>
            <a:r>
              <a:rPr sz="2400" spc="-10" dirty="0">
                <a:solidFill>
                  <a:srgbClr val="800080"/>
                </a:solidFill>
                <a:latin typeface="Consolas"/>
                <a:cs typeface="Consolas"/>
              </a:rPr>
              <a:t>20</a:t>
            </a:r>
            <a:r>
              <a:rPr sz="2400" spc="-10" dirty="0">
                <a:latin typeface="Consolas"/>
                <a:cs typeface="Consolas"/>
              </a:rPr>
              <a:t>,</a:t>
            </a:r>
            <a:r>
              <a:rPr sz="2400" spc="-10" dirty="0">
                <a:solidFill>
                  <a:srgbClr val="800080"/>
                </a:solidFill>
                <a:latin typeface="Consolas"/>
                <a:cs typeface="Consolas"/>
              </a:rPr>
              <a:t>30</a:t>
            </a:r>
            <a:r>
              <a:rPr sz="2400" spc="-10" dirty="0">
                <a:latin typeface="Consolas"/>
                <a:cs typeface="Consolas"/>
              </a:rPr>
              <a:t>,</a:t>
            </a:r>
            <a:r>
              <a:rPr sz="2400" spc="-10" dirty="0">
                <a:solidFill>
                  <a:srgbClr val="800080"/>
                </a:solidFill>
                <a:latin typeface="Consolas"/>
                <a:cs typeface="Consolas"/>
              </a:rPr>
              <a:t>40</a:t>
            </a:r>
            <a:r>
              <a:rPr sz="2400" spc="-10" dirty="0">
                <a:latin typeface="Consolas"/>
                <a:cs typeface="Consolas"/>
              </a:rPr>
              <a:t>,</a:t>
            </a:r>
            <a:r>
              <a:rPr sz="2400" spc="-10" dirty="0">
                <a:solidFill>
                  <a:srgbClr val="800080"/>
                </a:solidFill>
                <a:latin typeface="Consolas"/>
                <a:cs typeface="Consolas"/>
              </a:rPr>
              <a:t>50</a:t>
            </a:r>
            <a:r>
              <a:rPr sz="2400" spc="-10" dirty="0">
                <a:latin typeface="Consolas"/>
                <a:cs typeface="Consolas"/>
              </a:rPr>
              <a:t>]</a:t>
            </a:r>
            <a:endParaRPr sz="2400" dirty="0">
              <a:latin typeface="Consolas"/>
              <a:cs typeface="Consolas"/>
            </a:endParaRPr>
          </a:p>
          <a:p>
            <a:pPr marL="12700" marR="6623050">
              <a:spcBef>
                <a:spcPts val="5"/>
              </a:spcBef>
            </a:pPr>
            <a:r>
              <a:rPr sz="2400" spc="-10" dirty="0" err="1">
                <a:latin typeface="Consolas"/>
                <a:cs typeface="Consolas"/>
              </a:rPr>
              <a:t>num.</a:t>
            </a:r>
            <a:r>
              <a:rPr sz="2400" spc="-10" dirty="0" err="1">
                <a:solidFill>
                  <a:srgbClr val="008080"/>
                </a:solidFill>
                <a:latin typeface="Consolas"/>
                <a:cs typeface="Consolas"/>
              </a:rPr>
              <a:t>clear</a:t>
            </a:r>
            <a:r>
              <a:rPr sz="2400" spc="-10" dirty="0">
                <a:latin typeface="Consolas"/>
                <a:cs typeface="Consolas"/>
              </a:rPr>
              <a:t>() </a:t>
            </a:r>
            <a:r>
              <a:rPr sz="2400" spc="-10" dirty="0">
                <a:solidFill>
                  <a:srgbClr val="0000FF"/>
                </a:solidFill>
                <a:latin typeface="Consolas"/>
                <a:cs typeface="Consolas"/>
              </a:rPr>
              <a:t>print</a:t>
            </a:r>
            <a:r>
              <a:rPr sz="2400" spc="-10" dirty="0">
                <a:latin typeface="Consolas"/>
                <a:cs typeface="Consolas"/>
              </a:rPr>
              <a:t>(num)</a:t>
            </a:r>
            <a:endParaRPr sz="2400" dirty="0">
              <a:latin typeface="Consolas"/>
              <a:cs typeface="Consolas"/>
            </a:endParaRPr>
          </a:p>
        </p:txBody>
      </p:sp>
      <p:sp>
        <p:nvSpPr>
          <p:cNvPr id="7" name="object 7"/>
          <p:cNvSpPr txBox="1"/>
          <p:nvPr/>
        </p:nvSpPr>
        <p:spPr>
          <a:xfrm>
            <a:off x="6312864" y="3022802"/>
            <a:ext cx="4143375" cy="1297728"/>
          </a:xfrm>
          <a:prstGeom prst="rect">
            <a:avLst/>
          </a:prstGeom>
          <a:ln w="12700">
            <a:solidFill>
              <a:srgbClr val="4F81BC"/>
            </a:solidFill>
          </a:ln>
        </p:spPr>
        <p:txBody>
          <a:bodyPr vert="horz" wrap="square" lIns="0" tIns="26670" rIns="0" bIns="0" rtlCol="0">
            <a:spAutoFit/>
          </a:bodyPr>
          <a:lstStyle/>
          <a:p>
            <a:pPr marL="92075">
              <a:spcBef>
                <a:spcPts val="210"/>
              </a:spcBef>
            </a:pPr>
            <a:r>
              <a:rPr sz="2400" b="1" u="sng" spc="-10">
                <a:solidFill>
                  <a:srgbClr val="FFC000"/>
                </a:solidFill>
                <a:uFill>
                  <a:solidFill>
                    <a:srgbClr val="FFC000"/>
                  </a:solidFill>
                </a:uFill>
                <a:latin typeface="Calibri"/>
                <a:cs typeface="Calibri"/>
              </a:rPr>
              <a:t>Output:</a:t>
            </a:r>
            <a:endParaRPr sz="2400">
              <a:latin typeface="Calibri"/>
              <a:cs typeface="Calibri"/>
            </a:endParaRPr>
          </a:p>
          <a:p>
            <a:pPr marL="92075" marR="1383030">
              <a:lnSpc>
                <a:spcPct val="115399"/>
              </a:lnSpc>
              <a:spcBef>
                <a:spcPts val="555"/>
              </a:spcBef>
            </a:pPr>
            <a:r>
              <a:rPr sz="2400" b="1">
                <a:latin typeface="Calibri"/>
                <a:cs typeface="Calibri"/>
              </a:rPr>
              <a:t>python</a:t>
            </a:r>
            <a:r>
              <a:rPr sz="2400" b="1" spc="-65">
                <a:latin typeface="Calibri"/>
                <a:cs typeface="Calibri"/>
              </a:rPr>
              <a:t> </a:t>
            </a:r>
            <a:r>
              <a:rPr sz="2400" spc="-10">
                <a:latin typeface="Calibri"/>
                <a:cs typeface="Calibri"/>
              </a:rPr>
              <a:t>cleardemo.py </a:t>
            </a:r>
            <a:r>
              <a:rPr sz="2400">
                <a:solidFill>
                  <a:srgbClr val="999999"/>
                </a:solidFill>
                <a:latin typeface="Calibri"/>
                <a:cs typeface="Calibri"/>
              </a:rPr>
              <a:t>[</a:t>
            </a:r>
            <a:r>
              <a:rPr sz="2400" spc="-30">
                <a:solidFill>
                  <a:srgbClr val="999999"/>
                </a:solidFill>
                <a:latin typeface="Calibri"/>
                <a:cs typeface="Calibri"/>
              </a:rPr>
              <a:t> </a:t>
            </a:r>
            <a:r>
              <a:rPr sz="2400" spc="-50">
                <a:solidFill>
                  <a:srgbClr val="999999"/>
                </a:solidFill>
                <a:latin typeface="Calibri"/>
                <a:cs typeface="Calibri"/>
              </a:rPr>
              <a:t>]</a:t>
            </a:r>
            <a:endParaRPr sz="2400">
              <a:latin typeface="Calibri"/>
              <a:cs typeface="Calibri"/>
            </a:endParaRPr>
          </a:p>
        </p:txBody>
      </p:sp>
      <p:sp>
        <p:nvSpPr>
          <p:cNvPr id="8" name="Slide Number Placeholder 7">
            <a:extLst>
              <a:ext uri="{FF2B5EF4-FFF2-40B4-BE49-F238E27FC236}">
                <a16:creationId xmlns:a16="http://schemas.microsoft.com/office/drawing/2014/main" id="{7713F227-A432-9575-6CA7-DDB6801718CF}"/>
              </a:ext>
            </a:extLst>
          </p:cNvPr>
          <p:cNvSpPr>
            <a:spLocks noGrp="1"/>
          </p:cNvSpPr>
          <p:nvPr>
            <p:ph type="sldNum" sz="quarter" idx="7"/>
          </p:nvPr>
        </p:nvSpPr>
        <p:spPr/>
        <p:txBody>
          <a:bodyPr/>
          <a:lstStyle/>
          <a:p>
            <a:fld id="{B6F15528-21DE-4FAA-801E-634DDDAF4B2B}" type="slidenum">
              <a:rPr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DEF3B-0DFD-ABDE-3493-8C02AAEEA769}"/>
              </a:ext>
            </a:extLst>
          </p:cNvPr>
          <p:cNvSpPr>
            <a:spLocks noGrp="1"/>
          </p:cNvSpPr>
          <p:nvPr>
            <p:ph type="title"/>
          </p:nvPr>
        </p:nvSpPr>
        <p:spPr>
          <a:xfrm>
            <a:off x="4539221" y="228600"/>
            <a:ext cx="3059429" cy="574040"/>
          </a:xfrm>
        </p:spPr>
        <p:txBody>
          <a:bodyPr/>
          <a:lstStyle/>
          <a:p>
            <a:r>
              <a:rPr lang="en-IN">
                <a:latin typeface="Times New Roman" panose="02020603050405020304" pitchFamily="18" charset="0"/>
                <a:cs typeface="Times New Roman" panose="02020603050405020304" pitchFamily="18" charset="0"/>
              </a:rPr>
              <a:t>References</a:t>
            </a:r>
          </a:p>
        </p:txBody>
      </p:sp>
      <p:sp>
        <p:nvSpPr>
          <p:cNvPr id="3" name="Text Placeholder 2">
            <a:extLst>
              <a:ext uri="{FF2B5EF4-FFF2-40B4-BE49-F238E27FC236}">
                <a16:creationId xmlns:a16="http://schemas.microsoft.com/office/drawing/2014/main" id="{F9D68261-7D2A-B628-C56B-8D721DE2EACC}"/>
              </a:ext>
            </a:extLst>
          </p:cNvPr>
          <p:cNvSpPr>
            <a:spLocks noGrp="1"/>
          </p:cNvSpPr>
          <p:nvPr>
            <p:ph type="body" idx="1"/>
          </p:nvPr>
        </p:nvSpPr>
        <p:spPr>
          <a:xfrm>
            <a:off x="2031289" y="1154938"/>
            <a:ext cx="8075295" cy="1415772"/>
          </a:xfrm>
        </p:spPr>
        <p:txBody>
          <a:bodyPr wrap="square" lIns="0" tIns="0" rIns="0" bIns="0" anchor="t">
            <a:spAutoFit/>
          </a:bodyPr>
          <a:lstStyle/>
          <a:p>
            <a:r>
              <a:rPr lang="en-IN">
                <a:latin typeface="Times New Roman"/>
                <a:cs typeface="Times New Roman"/>
              </a:rPr>
              <a:t>[1] </a:t>
            </a:r>
            <a:r>
              <a:rPr lang="en-IN">
                <a:latin typeface="Times New Roman"/>
                <a:cs typeface="Times New Roman"/>
                <a:hlinkClick r:id="rId2"/>
              </a:rPr>
              <a:t>https://studyglance.in/ppts/index.php</a:t>
            </a:r>
            <a:endParaRPr lang="en-IN">
              <a:latin typeface="Times New Roman" panose="02020603050405020304" pitchFamily="18" charset="0"/>
              <a:cs typeface="Times New Roman" panose="02020603050405020304" pitchFamily="18" charset="0"/>
            </a:endParaRPr>
          </a:p>
          <a:p>
            <a:r>
              <a:rPr lang="en-IN">
                <a:latin typeface="Times New Roman"/>
                <a:cs typeface="Times New Roman"/>
              </a:rPr>
              <a:t>[2] </a:t>
            </a:r>
            <a:r>
              <a:rPr lang="en-IN">
                <a:latin typeface="Times New Roman"/>
                <a:cs typeface="Times New Roman"/>
                <a:hlinkClick r:id="rId3"/>
              </a:rPr>
              <a:t>https://www.geeksforgeeks.org/python/python-programming-language-tutorial/</a:t>
            </a:r>
            <a:endParaRPr lang="en-IN">
              <a:latin typeface="Times New Roman" panose="02020603050405020304" pitchFamily="18" charset="0"/>
              <a:cs typeface="Times New Roman" panose="02020603050405020304" pitchFamily="18" charset="0"/>
              <a:hlinkClick r:id="rId3"/>
            </a:endParaRPr>
          </a:p>
          <a:p>
            <a:r>
              <a:rPr lang="en-IN">
                <a:latin typeface="Times New Roman"/>
                <a:cs typeface="Times New Roman"/>
              </a:rPr>
              <a:t>[3] </a:t>
            </a:r>
            <a:r>
              <a:rPr lang="en-IN">
                <a:latin typeface="Times New Roman"/>
                <a:cs typeface="Times New Roman"/>
                <a:hlinkClick r:id="rId4"/>
              </a:rPr>
              <a:t>https://www.w3schools.com/python/</a:t>
            </a:r>
            <a:endParaRPr lang="en-IN">
              <a:latin typeface="Times New Roman" panose="02020603050405020304" pitchFamily="18" charset="0"/>
              <a:cs typeface="Times New Roman" panose="02020603050405020304" pitchFamily="18" charset="0"/>
              <a:hlinkClick r:id="rId4"/>
            </a:endParaRPr>
          </a:p>
        </p:txBody>
      </p:sp>
      <p:sp>
        <p:nvSpPr>
          <p:cNvPr id="4" name="Slide Number Placeholder 3">
            <a:extLst>
              <a:ext uri="{FF2B5EF4-FFF2-40B4-BE49-F238E27FC236}">
                <a16:creationId xmlns:a16="http://schemas.microsoft.com/office/drawing/2014/main" id="{04620718-9C62-2DF2-78FA-C39C3DC55158}"/>
              </a:ext>
            </a:extLst>
          </p:cNvPr>
          <p:cNvSpPr>
            <a:spLocks noGrp="1"/>
          </p:cNvSpPr>
          <p:nvPr>
            <p:ph type="sldNum" sz="quarter" idx="7"/>
          </p:nvPr>
        </p:nvSpPr>
        <p:spPr/>
        <p:txBody>
          <a:bodyPr/>
          <a:lstStyle/>
          <a:p>
            <a:fld id="{B6F15528-21DE-4FAA-801E-634DDDAF4B2B}" type="slidenum">
              <a:rPr lang="en-IN" smtClean="0"/>
              <a:t>35</a:t>
            </a:fld>
            <a:endParaRPr lang="en-IN"/>
          </a:p>
        </p:txBody>
      </p:sp>
    </p:spTree>
    <p:extLst>
      <p:ext uri="{BB962C8B-B14F-4D97-AF65-F5344CB8AC3E}">
        <p14:creationId xmlns:p14="http://schemas.microsoft.com/office/powerpoint/2010/main" val="7843754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TotalTime>
  <Words>4768</Words>
  <Application>Microsoft Office PowerPoint</Application>
  <PresentationFormat>Widescreen</PresentationFormat>
  <Paragraphs>529</Paragraphs>
  <Slides>35</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Malgun Gothic</vt:lpstr>
      <vt:lpstr>Arial</vt:lpstr>
      <vt:lpstr>Arial MT</vt:lpstr>
      <vt:lpstr>Arial MT,Sans-Serif</vt:lpstr>
      <vt:lpstr>Calibri</vt:lpstr>
      <vt:lpstr>Consolas</vt:lpstr>
      <vt:lpstr>Times New Roman</vt:lpstr>
      <vt:lpstr>Wingdings</vt:lpstr>
      <vt:lpstr>Office Theme</vt:lpstr>
      <vt:lpstr>List in Python</vt:lpstr>
      <vt:lpstr>Collections in Python (Arrays)</vt:lpstr>
      <vt:lpstr>List Creation</vt:lpstr>
      <vt:lpstr>List in Python</vt:lpstr>
      <vt:lpstr>List Indexing</vt:lpstr>
      <vt:lpstr>List Indexing in Python</vt:lpstr>
      <vt:lpstr>List Operators</vt:lpstr>
      <vt:lpstr>List Operators in Python</vt:lpstr>
      <vt:lpstr>List Operators in Python</vt:lpstr>
      <vt:lpstr>Iterating a List</vt:lpstr>
      <vt:lpstr>List Functions &amp; Methods</vt:lpstr>
      <vt:lpstr>List Functions &amp; Methods in Python</vt:lpstr>
      <vt:lpstr>List Functions &amp; Methods in Python</vt:lpstr>
      <vt:lpstr>List Functions &amp; Methods in Python</vt:lpstr>
      <vt:lpstr>List Functions &amp; Methods in Python</vt:lpstr>
      <vt:lpstr>List Functions &amp; Methods in Python</vt:lpstr>
      <vt:lpstr>List Functions &amp; Methods in Python</vt:lpstr>
      <vt:lpstr>PowerPoint Presentation</vt:lpstr>
      <vt:lpstr>List Functions &amp; Methods in Python</vt:lpstr>
      <vt:lpstr>List Functions &amp; Methods in Python</vt:lpstr>
      <vt:lpstr>List Functions &amp; Methods in Python</vt:lpstr>
      <vt:lpstr>List Functions &amp; Methods in Python</vt:lpstr>
      <vt:lpstr>List Functions &amp; Methods in Python</vt:lpstr>
      <vt:lpstr>List Functions &amp; Methods in Python</vt:lpstr>
      <vt:lpstr>List Functions &amp; Methods in Python</vt:lpstr>
      <vt:lpstr>List Functions &amp; Methods in Python</vt:lpstr>
      <vt:lpstr>List Functions &amp; Methods in Python</vt:lpstr>
      <vt:lpstr>List Functions &amp; Methods in Python</vt:lpstr>
      <vt:lpstr>How to update or change elements to a list?</vt:lpstr>
      <vt:lpstr>List Functions &amp; Methods in Python</vt:lpstr>
      <vt:lpstr>List Functions &amp; Methods in Python</vt:lpstr>
      <vt:lpstr>How to delete or remove elements from a list?</vt:lpstr>
      <vt:lpstr>List Functions &amp; Methods in Python</vt:lpstr>
      <vt:lpstr>List Functions &amp; Methods in Python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Python!</dc:title>
  <dc:creator>Exam</dc:creator>
  <cp:lastModifiedBy>Priya Dharshini G</cp:lastModifiedBy>
  <cp:revision>427</cp:revision>
  <dcterms:created xsi:type="dcterms:W3CDTF">2025-09-01T14:39:25Z</dcterms:created>
  <dcterms:modified xsi:type="dcterms:W3CDTF">2026-04-20T14:43:08Z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2021-03-18T00:00:00Z</vt:filetime>
  </property>
  <property fmtid="{D5CDD505-2E9C-101B-9397-08002B2CF9AE}" pid="3" name="Creator">
    <vt:lpwstr>Microsoft® Office PowerPoint® 2007</vt:lpwstr>
  </property>
  <property fmtid="{D5CDD505-2E9C-101B-9397-08002B2CF9AE}" pid="4" name="LastSaved">
    <vt:filetime>2025-09-01T00:00:00Z</vt:filetime>
  </property>
  <property fmtid="{D5CDD505-2E9C-101B-9397-08002B2CF9AE}" pid="5" name="Producer">
    <vt:lpwstr>Microsoft® Office PowerPoint® 2007</vt:lpwstr>
  </property>
</Properties>
</file>